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4"/>
  </p:notesMasterIdLst>
  <p:sldIdLst>
    <p:sldId id="285" r:id="rId2"/>
    <p:sldId id="286" r:id="rId3"/>
    <p:sldId id="258" r:id="rId4"/>
    <p:sldId id="289" r:id="rId5"/>
    <p:sldId id="259" r:id="rId6"/>
    <p:sldId id="278" r:id="rId7"/>
    <p:sldId id="275" r:id="rId8"/>
    <p:sldId id="279" r:id="rId9"/>
    <p:sldId id="290" r:id="rId10"/>
    <p:sldId id="276" r:id="rId11"/>
    <p:sldId id="291" r:id="rId12"/>
    <p:sldId id="280" r:id="rId13"/>
  </p:sldIdLst>
  <p:sldSz cx="12192000" cy="6858000"/>
  <p:notesSz cx="7010400" cy="923607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F408927-E47B-EE4C-BDF6-FD90FD75419B}" v="216" dt="2026-03-08T23:24:49.4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475"/>
    <p:restoredTop sz="94501"/>
  </p:normalViewPr>
  <p:slideViewPr>
    <p:cSldViewPr snapToGrid="0" snapToObjects="1">
      <p:cViewPr>
        <p:scale>
          <a:sx n="77" d="100"/>
          <a:sy n="77" d="100"/>
        </p:scale>
        <p:origin x="456" y="1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olon, Jeffrey M." userId="615143b1-cdee-493d-9a9d-1565ce8666d9" providerId="ADAL" clId="{458F5B4D-4674-51EB-AE0A-4CE030354E61}"/>
    <pc:docChg chg="undo custSel addSld delSld modSld sldOrd modMainMaster">
      <pc:chgData name="Colon, Jeffrey M." userId="615143b1-cdee-493d-9a9d-1565ce8666d9" providerId="ADAL" clId="{458F5B4D-4674-51EB-AE0A-4CE030354E61}" dt="2026-03-08T23:47:24.007" v="1156" actId="20578"/>
      <pc:docMkLst>
        <pc:docMk/>
      </pc:docMkLst>
      <pc:sldChg chg="modSp mod modAnim">
        <pc:chgData name="Colon, Jeffrey M." userId="615143b1-cdee-493d-9a9d-1565ce8666d9" providerId="ADAL" clId="{458F5B4D-4674-51EB-AE0A-4CE030354E61}" dt="2026-03-08T20:17:29.267" v="302"/>
        <pc:sldMkLst>
          <pc:docMk/>
          <pc:sldMk cId="1463179221" sldId="258"/>
        </pc:sldMkLst>
        <pc:spChg chg="mod">
          <ac:chgData name="Colon, Jeffrey M." userId="615143b1-cdee-493d-9a9d-1565ce8666d9" providerId="ADAL" clId="{458F5B4D-4674-51EB-AE0A-4CE030354E61}" dt="2026-03-08T20:05:08.702" v="191" actId="1076"/>
          <ac:spMkLst>
            <pc:docMk/>
            <pc:sldMk cId="1463179221" sldId="258"/>
            <ac:spMk id="6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08T20:17:05.793" v="300" actId="20577"/>
          <ac:spMkLst>
            <pc:docMk/>
            <pc:sldMk cId="1463179221" sldId="258"/>
            <ac:spMk id="7" creationId="{00000000-0000-0000-0000-000000000000}"/>
          </ac:spMkLst>
        </pc:spChg>
        <pc:spChg chg="mod">
          <ac:chgData name="Colon, Jeffrey M." userId="615143b1-cdee-493d-9a9d-1565ce8666d9" providerId="ADAL" clId="{458F5B4D-4674-51EB-AE0A-4CE030354E61}" dt="2026-03-08T15:32:35.897" v="22" actId="20577"/>
          <ac:spMkLst>
            <pc:docMk/>
            <pc:sldMk cId="1463179221" sldId="258"/>
            <ac:spMk id="18436" creationId="{00000000-0000-0000-0000-000000000000}"/>
          </ac:spMkLst>
        </pc:spChg>
        <pc:cxnChg chg="mod">
          <ac:chgData name="Colon, Jeffrey M." userId="615143b1-cdee-493d-9a9d-1565ce8666d9" providerId="ADAL" clId="{458F5B4D-4674-51EB-AE0A-4CE030354E61}" dt="2026-03-08T20:05:05.986" v="190" actId="14100"/>
          <ac:cxnSpMkLst>
            <pc:docMk/>
            <pc:sldMk cId="1463179221" sldId="258"/>
            <ac:cxnSpMk id="3" creationId="{00000000-0000-0000-0000-000000000000}"/>
          </ac:cxnSpMkLst>
        </pc:cxnChg>
      </pc:sldChg>
      <pc:sldChg chg="modSp">
        <pc:chgData name="Colon, Jeffrey M." userId="615143b1-cdee-493d-9a9d-1565ce8666d9" providerId="ADAL" clId="{458F5B4D-4674-51EB-AE0A-4CE030354E61}" dt="2026-03-08T20:48:23.406" v="526" actId="115"/>
        <pc:sldMkLst>
          <pc:docMk/>
          <pc:sldMk cId="831894403" sldId="259"/>
        </pc:sldMkLst>
        <pc:spChg chg="mod">
          <ac:chgData name="Colon, Jeffrey M." userId="615143b1-cdee-493d-9a9d-1565ce8666d9" providerId="ADAL" clId="{458F5B4D-4674-51EB-AE0A-4CE030354E61}" dt="2026-03-08T20:48:23.406" v="526" actId="115"/>
          <ac:spMkLst>
            <pc:docMk/>
            <pc:sldMk cId="831894403" sldId="259"/>
            <ac:spMk id="19461" creationId="{00000000-0000-0000-0000-000000000000}"/>
          </ac:spMkLst>
        </pc:spChg>
      </pc:sldChg>
      <pc:sldChg chg="modSp ord">
        <pc:chgData name="Colon, Jeffrey M." userId="615143b1-cdee-493d-9a9d-1565ce8666d9" providerId="ADAL" clId="{458F5B4D-4674-51EB-AE0A-4CE030354E61}" dt="2026-03-08T21:43:05.500" v="538" actId="115"/>
        <pc:sldMkLst>
          <pc:docMk/>
          <pc:sldMk cId="1737900668" sldId="275"/>
        </pc:sldMkLst>
        <pc:spChg chg="mod">
          <ac:chgData name="Colon, Jeffrey M." userId="615143b1-cdee-493d-9a9d-1565ce8666d9" providerId="ADAL" clId="{458F5B4D-4674-51EB-AE0A-4CE030354E61}" dt="2026-03-08T21:43:05.500" v="538" actId="115"/>
          <ac:spMkLst>
            <pc:docMk/>
            <pc:sldMk cId="1737900668" sldId="275"/>
            <ac:spMk id="2" creationId="{00000000-0000-0000-0000-000000000000}"/>
          </ac:spMkLst>
        </pc:spChg>
      </pc:sldChg>
      <pc:sldChg chg="ord">
        <pc:chgData name="Colon, Jeffrey M." userId="615143b1-cdee-493d-9a9d-1565ce8666d9" providerId="ADAL" clId="{458F5B4D-4674-51EB-AE0A-4CE030354E61}" dt="2026-03-08T23:47:10.489" v="1154" actId="20578"/>
        <pc:sldMkLst>
          <pc:docMk/>
          <pc:sldMk cId="1190754410" sldId="276"/>
        </pc:sldMkLst>
      </pc:sldChg>
      <pc:sldChg chg="modSp mod ord">
        <pc:chgData name="Colon, Jeffrey M." userId="615143b1-cdee-493d-9a9d-1565ce8666d9" providerId="ADAL" clId="{458F5B4D-4674-51EB-AE0A-4CE030354E61}" dt="2026-03-08T21:06:52.717" v="532" actId="27636"/>
        <pc:sldMkLst>
          <pc:docMk/>
          <pc:sldMk cId="1732007949" sldId="278"/>
        </pc:sldMkLst>
        <pc:spChg chg="mod">
          <ac:chgData name="Colon, Jeffrey M." userId="615143b1-cdee-493d-9a9d-1565ce8666d9" providerId="ADAL" clId="{458F5B4D-4674-51EB-AE0A-4CE030354E61}" dt="2026-03-08T21:06:52.717" v="532" actId="27636"/>
          <ac:spMkLst>
            <pc:docMk/>
            <pc:sldMk cId="1732007949" sldId="278"/>
            <ac:spMk id="2" creationId="{00000000-0000-0000-0000-000000000000}"/>
          </ac:spMkLst>
        </pc:spChg>
      </pc:sldChg>
      <pc:sldChg chg="modSp ord modAnim">
        <pc:chgData name="Colon, Jeffrey M." userId="615143b1-cdee-493d-9a9d-1565ce8666d9" providerId="ADAL" clId="{458F5B4D-4674-51EB-AE0A-4CE030354E61}" dt="2026-03-08T23:47:24.007" v="1156" actId="20578"/>
        <pc:sldMkLst>
          <pc:docMk/>
          <pc:sldMk cId="3647195986" sldId="279"/>
        </pc:sldMkLst>
        <pc:spChg chg="mod">
          <ac:chgData name="Colon, Jeffrey M." userId="615143b1-cdee-493d-9a9d-1565ce8666d9" providerId="ADAL" clId="{458F5B4D-4674-51EB-AE0A-4CE030354E61}" dt="2026-03-08T21:47:12.708" v="550" actId="114"/>
          <ac:spMkLst>
            <pc:docMk/>
            <pc:sldMk cId="3647195986" sldId="279"/>
            <ac:spMk id="2" creationId="{00000000-0000-0000-0000-000000000000}"/>
          </ac:spMkLst>
        </pc:spChg>
      </pc:sldChg>
      <pc:sldChg chg="modSp new mod modAnim">
        <pc:chgData name="Colon, Jeffrey M." userId="615143b1-cdee-493d-9a9d-1565ce8666d9" providerId="ADAL" clId="{458F5B4D-4674-51EB-AE0A-4CE030354E61}" dt="2026-03-08T20:21:56.428" v="331" actId="20577"/>
        <pc:sldMkLst>
          <pc:docMk/>
          <pc:sldMk cId="71335038" sldId="286"/>
        </pc:sldMkLst>
        <pc:spChg chg="mod">
          <ac:chgData name="Colon, Jeffrey M." userId="615143b1-cdee-493d-9a9d-1565ce8666d9" providerId="ADAL" clId="{458F5B4D-4674-51EB-AE0A-4CE030354E61}" dt="2026-03-08T20:18:48.291" v="304" actId="20577"/>
          <ac:spMkLst>
            <pc:docMk/>
            <pc:sldMk cId="71335038" sldId="286"/>
            <ac:spMk id="2" creationId="{77AE07B2-DBF2-8F40-8EC9-DBF9A6737AB9}"/>
          </ac:spMkLst>
        </pc:spChg>
        <pc:spChg chg="mod">
          <ac:chgData name="Colon, Jeffrey M." userId="615143b1-cdee-493d-9a9d-1565ce8666d9" providerId="ADAL" clId="{458F5B4D-4674-51EB-AE0A-4CE030354E61}" dt="2026-03-08T20:21:56.428" v="331" actId="20577"/>
          <ac:spMkLst>
            <pc:docMk/>
            <pc:sldMk cId="71335038" sldId="286"/>
            <ac:spMk id="3" creationId="{FAC18BDC-1040-237C-4DFB-11B59264E746}"/>
          </ac:spMkLst>
        </pc:spChg>
      </pc:sldChg>
      <pc:sldChg chg="addSp modSp new del mod">
        <pc:chgData name="Colon, Jeffrey M." userId="615143b1-cdee-493d-9a9d-1565ce8666d9" providerId="ADAL" clId="{458F5B4D-4674-51EB-AE0A-4CE030354E61}" dt="2026-03-08T20:36:49.309" v="505" actId="2696"/>
        <pc:sldMkLst>
          <pc:docMk/>
          <pc:sldMk cId="141481494" sldId="287"/>
        </pc:sldMkLst>
        <pc:spChg chg="mod">
          <ac:chgData name="Colon, Jeffrey M." userId="615143b1-cdee-493d-9a9d-1565ce8666d9" providerId="ADAL" clId="{458F5B4D-4674-51EB-AE0A-4CE030354E61}" dt="2026-03-08T20:22:27.494" v="339"/>
          <ac:spMkLst>
            <pc:docMk/>
            <pc:sldMk cId="141481494" sldId="287"/>
            <ac:spMk id="2" creationId="{B6520582-536B-A0DC-3FA1-8C2C0A23BD6C}"/>
          </ac:spMkLst>
        </pc:spChg>
        <pc:spChg chg="mod">
          <ac:chgData name="Colon, Jeffrey M." userId="615143b1-cdee-493d-9a9d-1565ce8666d9" providerId="ADAL" clId="{458F5B4D-4674-51EB-AE0A-4CE030354E61}" dt="2026-03-08T20:22:06.729" v="338"/>
          <ac:spMkLst>
            <pc:docMk/>
            <pc:sldMk cId="141481494" sldId="287"/>
            <ac:spMk id="3" creationId="{DA73C719-91D0-CAA5-0292-D568AC790836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6" creationId="{C233F440-815B-6808-D4A7-9A0DFFFC60B1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7" creationId="{DF11E5E6-F86F-0998-C43E-93366DC2B022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8" creationId="{5EF52504-3F61-1867-A644-4910C40F9324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9" creationId="{B6620A4D-EA25-48DC-A886-4D6E52C169B0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10" creationId="{199CAA1A-4477-4DAC-C029-2EC34E2C9B0E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11" creationId="{C1B9F313-65B0-D4AF-F02E-F1F8A4883807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12" creationId="{B0D42892-62BA-9B0D-7402-DA775A999654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13" creationId="{FF513277-9439-3128-D6A3-6223F4F515A9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14" creationId="{CB7FD144-F558-B1FB-F9D9-447D8C59B68D}"/>
          </ac:spMkLst>
        </pc:spChg>
        <pc:spChg chg="add mod">
          <ac:chgData name="Colon, Jeffrey M." userId="615143b1-cdee-493d-9a9d-1565ce8666d9" providerId="ADAL" clId="{458F5B4D-4674-51EB-AE0A-4CE030354E61}" dt="2026-03-08T20:22:34.648" v="340"/>
          <ac:spMkLst>
            <pc:docMk/>
            <pc:sldMk cId="141481494" sldId="287"/>
            <ac:spMk id="15" creationId="{F70217FB-C174-AB09-B552-CC83538AE9BD}"/>
          </ac:spMkLst>
        </pc:spChg>
      </pc:sldChg>
      <pc:sldChg chg="add del setBg">
        <pc:chgData name="Colon, Jeffrey M." userId="615143b1-cdee-493d-9a9d-1565ce8666d9" providerId="ADAL" clId="{458F5B4D-4674-51EB-AE0A-4CE030354E61}" dt="2026-03-08T20:33:45.227" v="500" actId="2696"/>
        <pc:sldMkLst>
          <pc:docMk/>
          <pc:sldMk cId="0" sldId="288"/>
        </pc:sldMkLst>
      </pc:sldChg>
      <pc:sldChg chg="addSp delSp modSp new mod modAnim">
        <pc:chgData name="Colon, Jeffrey M." userId="615143b1-cdee-493d-9a9d-1565ce8666d9" providerId="ADAL" clId="{458F5B4D-4674-51EB-AE0A-4CE030354E61}" dt="2026-03-08T20:52:35.626" v="528" actId="20577"/>
        <pc:sldMkLst>
          <pc:docMk/>
          <pc:sldMk cId="3313712330" sldId="289"/>
        </pc:sldMkLst>
        <pc:spChg chg="del">
          <ac:chgData name="Colon, Jeffrey M." userId="615143b1-cdee-493d-9a9d-1565ce8666d9" providerId="ADAL" clId="{458F5B4D-4674-51EB-AE0A-4CE030354E61}" dt="2026-03-08T20:24:16.435" v="350" actId="478"/>
          <ac:spMkLst>
            <pc:docMk/>
            <pc:sldMk cId="3313712330" sldId="289"/>
            <ac:spMk id="2" creationId="{FC8D83FF-DEF5-204F-C8AD-B35F89EE2F30}"/>
          </ac:spMkLst>
        </pc:spChg>
        <pc:spChg chg="mod">
          <ac:chgData name="Colon, Jeffrey M." userId="615143b1-cdee-493d-9a9d-1565ce8666d9" providerId="ADAL" clId="{458F5B4D-4674-51EB-AE0A-4CE030354E61}" dt="2026-03-08T20:30:15.235" v="477" actId="20577"/>
          <ac:spMkLst>
            <pc:docMk/>
            <pc:sldMk cId="3313712330" sldId="289"/>
            <ac:spMk id="3" creationId="{1088F30B-6EB8-0EB3-91A1-CA29D2D6C515}"/>
          </ac:spMkLst>
        </pc:spChg>
        <pc:spChg chg="add del mod">
          <ac:chgData name="Colon, Jeffrey M." userId="615143b1-cdee-493d-9a9d-1565ce8666d9" providerId="ADAL" clId="{458F5B4D-4674-51EB-AE0A-4CE030354E61}" dt="2026-03-08T20:26:39.972" v="394" actId="478"/>
          <ac:spMkLst>
            <pc:docMk/>
            <pc:sldMk cId="3313712330" sldId="289"/>
            <ac:spMk id="7" creationId="{E500466E-1ACE-8BCE-AAE8-773DFFF96C22}"/>
          </ac:spMkLst>
        </pc:spChg>
        <pc:spChg chg="add mod">
          <ac:chgData name="Colon, Jeffrey M." userId="615143b1-cdee-493d-9a9d-1565ce8666d9" providerId="ADAL" clId="{458F5B4D-4674-51EB-AE0A-4CE030354E61}" dt="2026-03-08T20:39:43.462" v="510" actId="255"/>
          <ac:spMkLst>
            <pc:docMk/>
            <pc:sldMk cId="3313712330" sldId="289"/>
            <ac:spMk id="8" creationId="{77303B6A-844A-3A89-F937-69FF3563E74C}"/>
          </ac:spMkLst>
        </pc:spChg>
        <pc:spChg chg="add del mod">
          <ac:chgData name="Colon, Jeffrey M." userId="615143b1-cdee-493d-9a9d-1565ce8666d9" providerId="ADAL" clId="{458F5B4D-4674-51EB-AE0A-4CE030354E61}" dt="2026-03-08T20:26:36.652" v="393" actId="478"/>
          <ac:spMkLst>
            <pc:docMk/>
            <pc:sldMk cId="3313712330" sldId="289"/>
            <ac:spMk id="9" creationId="{A947C346-C6C0-08EF-3ED4-73774FB5588A}"/>
          </ac:spMkLst>
        </pc:spChg>
        <pc:spChg chg="add mod">
          <ac:chgData name="Colon, Jeffrey M." userId="615143b1-cdee-493d-9a9d-1565ce8666d9" providerId="ADAL" clId="{458F5B4D-4674-51EB-AE0A-4CE030354E61}" dt="2026-03-08T20:39:48.845" v="511" actId="255"/>
          <ac:spMkLst>
            <pc:docMk/>
            <pc:sldMk cId="3313712330" sldId="289"/>
            <ac:spMk id="10" creationId="{D8809669-17F4-0103-FC25-AF4F0A2E59DE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11" creationId="{98D972F6-7B02-E327-4F96-476E8DECEB86}"/>
          </ac:spMkLst>
        </pc:spChg>
        <pc:spChg chg="add mod">
          <ac:chgData name="Colon, Jeffrey M." userId="615143b1-cdee-493d-9a9d-1565ce8666d9" providerId="ADAL" clId="{458F5B4D-4674-51EB-AE0A-4CE030354E61}" dt="2026-03-08T20:40:15.407" v="521" actId="20577"/>
          <ac:spMkLst>
            <pc:docMk/>
            <pc:sldMk cId="3313712330" sldId="289"/>
            <ac:spMk id="12" creationId="{8811A72D-1A63-D51F-029E-362914ABBFAE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13" creationId="{0A614160-4C01-6A5A-16FC-B0B321E0026E}"/>
          </ac:spMkLst>
        </pc:spChg>
        <pc:spChg chg="add mod">
          <ac:chgData name="Colon, Jeffrey M." userId="615143b1-cdee-493d-9a9d-1565ce8666d9" providerId="ADAL" clId="{458F5B4D-4674-51EB-AE0A-4CE030354E61}" dt="2026-03-08T20:40:28.495" v="523" actId="113"/>
          <ac:spMkLst>
            <pc:docMk/>
            <pc:sldMk cId="3313712330" sldId="289"/>
            <ac:spMk id="14" creationId="{303EF1DD-8B4C-0FD0-5417-EA31D0B12C3E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15" creationId="{D01962E2-B809-E0F9-DE69-EC76BB17F4AD}"/>
          </ac:spMkLst>
        </pc:spChg>
        <pc:spChg chg="add mod">
          <ac:chgData name="Colon, Jeffrey M." userId="615143b1-cdee-493d-9a9d-1565ce8666d9" providerId="ADAL" clId="{458F5B4D-4674-51EB-AE0A-4CE030354E61}" dt="2026-03-08T20:40:40.577" v="525" actId="255"/>
          <ac:spMkLst>
            <pc:docMk/>
            <pc:sldMk cId="3313712330" sldId="289"/>
            <ac:spMk id="16" creationId="{BCC822B4-9BDB-F5ED-1615-F2DA8D9BCD63}"/>
          </ac:spMkLst>
        </pc:spChg>
        <pc:spChg chg="add del mod">
          <ac:chgData name="Colon, Jeffrey M." userId="615143b1-cdee-493d-9a9d-1565ce8666d9" providerId="ADAL" clId="{458F5B4D-4674-51EB-AE0A-4CE030354E61}" dt="2026-03-08T20:27:26.914" v="408"/>
          <ac:spMkLst>
            <pc:docMk/>
            <pc:sldMk cId="3313712330" sldId="289"/>
            <ac:spMk id="17" creationId="{6706C9F2-DE1E-C6A4-C2A0-6F6BC72BACD6}"/>
          </ac:spMkLst>
        </pc:spChg>
        <pc:spChg chg="add del mod">
          <ac:chgData name="Colon, Jeffrey M." userId="615143b1-cdee-493d-9a9d-1565ce8666d9" providerId="ADAL" clId="{458F5B4D-4674-51EB-AE0A-4CE030354E61}" dt="2026-03-08T20:26:15.297" v="381"/>
          <ac:spMkLst>
            <pc:docMk/>
            <pc:sldMk cId="3313712330" sldId="289"/>
            <ac:spMk id="18" creationId="{2165D9C1-8B46-D9B3-F9D2-2DB4752FD03E}"/>
          </ac:spMkLst>
        </pc:spChg>
        <pc:spChg chg="add del mod">
          <ac:chgData name="Colon, Jeffrey M." userId="615143b1-cdee-493d-9a9d-1565ce8666d9" providerId="ADAL" clId="{458F5B4D-4674-51EB-AE0A-4CE030354E61}" dt="2026-03-08T20:27:15.950" v="402"/>
          <ac:spMkLst>
            <pc:docMk/>
            <pc:sldMk cId="3313712330" sldId="289"/>
            <ac:spMk id="19" creationId="{2EC16BB1-CFBE-2176-506C-AD9DB6D3BE9C}"/>
          </ac:spMkLst>
        </pc:spChg>
        <pc:spChg chg="add del mod">
          <ac:chgData name="Colon, Jeffrey M." userId="615143b1-cdee-493d-9a9d-1565ce8666d9" providerId="ADAL" clId="{458F5B4D-4674-51EB-AE0A-4CE030354E61}" dt="2026-03-08T20:28:10.216" v="425" actId="478"/>
          <ac:spMkLst>
            <pc:docMk/>
            <pc:sldMk cId="3313712330" sldId="289"/>
            <ac:spMk id="20" creationId="{9EEA2186-266D-DC9D-B9D1-A7E20A72B41E}"/>
          </ac:spMkLst>
        </pc:spChg>
        <pc:spChg chg="add del mod">
          <ac:chgData name="Colon, Jeffrey M." userId="615143b1-cdee-493d-9a9d-1565ce8666d9" providerId="ADAL" clId="{458F5B4D-4674-51EB-AE0A-4CE030354E61}" dt="2026-03-08T20:29:48.299" v="450" actId="478"/>
          <ac:spMkLst>
            <pc:docMk/>
            <pc:sldMk cId="3313712330" sldId="289"/>
            <ac:spMk id="21" creationId="{E4DE08FB-08EA-791C-263B-8B1037467935}"/>
          </ac:spMkLst>
        </pc:spChg>
        <pc:spChg chg="add del mod">
          <ac:chgData name="Colon, Jeffrey M." userId="615143b1-cdee-493d-9a9d-1565ce8666d9" providerId="ADAL" clId="{458F5B4D-4674-51EB-AE0A-4CE030354E61}" dt="2026-03-08T20:27:34.046" v="417"/>
          <ac:spMkLst>
            <pc:docMk/>
            <pc:sldMk cId="3313712330" sldId="289"/>
            <ac:spMk id="22" creationId="{979DC4BD-2753-206D-543A-18895ECE1711}"/>
          </ac:spMkLst>
        </pc:spChg>
        <pc:spChg chg="add del mod">
          <ac:chgData name="Colon, Jeffrey M." userId="615143b1-cdee-493d-9a9d-1565ce8666d9" providerId="ADAL" clId="{458F5B4D-4674-51EB-AE0A-4CE030354E61}" dt="2026-03-08T20:27:33.486" v="415"/>
          <ac:spMkLst>
            <pc:docMk/>
            <pc:sldMk cId="3313712330" sldId="289"/>
            <ac:spMk id="23" creationId="{40948260-5993-FB45-EC83-E407A9B38846}"/>
          </ac:spMkLst>
        </pc:spChg>
        <pc:spChg chg="add mod">
          <ac:chgData name="Colon, Jeffrey M." userId="615143b1-cdee-493d-9a9d-1565ce8666d9" providerId="ADAL" clId="{458F5B4D-4674-51EB-AE0A-4CE030354E61}" dt="2026-03-08T20:34:19.848" v="504" actId="14100"/>
          <ac:spMkLst>
            <pc:docMk/>
            <pc:sldMk cId="3313712330" sldId="289"/>
            <ac:spMk id="24" creationId="{C5BD4FE4-2CE7-4815-DE18-1EE71DF0FCB9}"/>
          </ac:spMkLst>
        </pc:spChg>
        <pc:spChg chg="add mod">
          <ac:chgData name="Colon, Jeffrey M." userId="615143b1-cdee-493d-9a9d-1565ce8666d9" providerId="ADAL" clId="{458F5B4D-4674-51EB-AE0A-4CE030354E61}" dt="2026-03-08T20:39:26.182" v="509" actId="14100"/>
          <ac:spMkLst>
            <pc:docMk/>
            <pc:sldMk cId="3313712330" sldId="289"/>
            <ac:spMk id="26" creationId="{86D5EAEB-B7C3-DE1B-812C-22D77302A457}"/>
          </ac:spMkLst>
        </pc:spChg>
        <pc:spChg chg="add del mod">
          <ac:chgData name="Colon, Jeffrey M." userId="615143b1-cdee-493d-9a9d-1565ce8666d9" providerId="ADAL" clId="{458F5B4D-4674-51EB-AE0A-4CE030354E61}" dt="2026-03-08T20:29:21.877" v="449"/>
          <ac:spMkLst>
            <pc:docMk/>
            <pc:sldMk cId="3313712330" sldId="289"/>
            <ac:spMk id="27" creationId="{5AAC1198-69C7-7ED0-5660-F61E3505898E}"/>
          </ac:spMkLst>
        </pc:spChg>
        <pc:spChg chg="add mod">
          <ac:chgData name="Colon, Jeffrey M." userId="615143b1-cdee-493d-9a9d-1565ce8666d9" providerId="ADAL" clId="{458F5B4D-4674-51EB-AE0A-4CE030354E61}" dt="2026-03-08T20:52:35.626" v="528" actId="20577"/>
          <ac:spMkLst>
            <pc:docMk/>
            <pc:sldMk cId="3313712330" sldId="289"/>
            <ac:spMk id="28" creationId="{821C3EFE-F92A-56CF-9A15-5BE332564404}"/>
          </ac:spMkLst>
        </pc:spChg>
        <pc:picChg chg="add mod">
          <ac:chgData name="Colon, Jeffrey M." userId="615143b1-cdee-493d-9a9d-1565ce8666d9" providerId="ADAL" clId="{458F5B4D-4674-51EB-AE0A-4CE030354E61}" dt="2026-03-08T20:23:52.983" v="348"/>
          <ac:picMkLst>
            <pc:docMk/>
            <pc:sldMk cId="3313712330" sldId="289"/>
            <ac:picMk id="6" creationId="{D32562BE-8FBB-D574-5063-FD7ACFD750B2}"/>
          </ac:picMkLst>
        </pc:picChg>
      </pc:sldChg>
      <pc:sldChg chg="add del setBg">
        <pc:chgData name="Colon, Jeffrey M." userId="615143b1-cdee-493d-9a9d-1565ce8666d9" providerId="ADAL" clId="{458F5B4D-4674-51EB-AE0A-4CE030354E61}" dt="2026-03-08T20:23:48.660" v="346"/>
        <pc:sldMkLst>
          <pc:docMk/>
          <pc:sldMk cId="0" sldId="290"/>
        </pc:sldMkLst>
      </pc:sldChg>
      <pc:sldChg chg="modSp new mod ord">
        <pc:chgData name="Colon, Jeffrey M." userId="615143b1-cdee-493d-9a9d-1565ce8666d9" providerId="ADAL" clId="{458F5B4D-4674-51EB-AE0A-4CE030354E61}" dt="2026-03-08T23:47:13.102" v="1155" actId="20578"/>
        <pc:sldMkLst>
          <pc:docMk/>
          <pc:sldMk cId="3376943419" sldId="290"/>
        </pc:sldMkLst>
        <pc:spChg chg="mod">
          <ac:chgData name="Colon, Jeffrey M." userId="615143b1-cdee-493d-9a9d-1565ce8666d9" providerId="ADAL" clId="{458F5B4D-4674-51EB-AE0A-4CE030354E61}" dt="2026-03-08T23:26:28.393" v="1051" actId="20577"/>
          <ac:spMkLst>
            <pc:docMk/>
            <pc:sldMk cId="3376943419" sldId="290"/>
            <ac:spMk id="2" creationId="{79C07A9D-D1AD-7726-3305-EF72497ADCA1}"/>
          </ac:spMkLst>
        </pc:spChg>
        <pc:spChg chg="mod">
          <ac:chgData name="Colon, Jeffrey M." userId="615143b1-cdee-493d-9a9d-1565ce8666d9" providerId="ADAL" clId="{458F5B4D-4674-51EB-AE0A-4CE030354E61}" dt="2026-03-08T22:10:11.782" v="569" actId="20577"/>
          <ac:spMkLst>
            <pc:docMk/>
            <pc:sldMk cId="3376943419" sldId="290"/>
            <ac:spMk id="3" creationId="{EE87B468-609B-68CA-73A3-F60751BF5CBE}"/>
          </ac:spMkLst>
        </pc:spChg>
      </pc:sldChg>
      <pc:sldChg chg="modSp new mod">
        <pc:chgData name="Colon, Jeffrey M." userId="615143b1-cdee-493d-9a9d-1565ce8666d9" providerId="ADAL" clId="{458F5B4D-4674-51EB-AE0A-4CE030354E61}" dt="2026-03-08T23:44:19.474" v="1153" actId="403"/>
        <pc:sldMkLst>
          <pc:docMk/>
          <pc:sldMk cId="2012334462" sldId="291"/>
        </pc:sldMkLst>
        <pc:spChg chg="mod">
          <ac:chgData name="Colon, Jeffrey M." userId="615143b1-cdee-493d-9a9d-1565ce8666d9" providerId="ADAL" clId="{458F5B4D-4674-51EB-AE0A-4CE030354E61}" dt="2026-03-08T23:44:19.474" v="1153" actId="403"/>
          <ac:spMkLst>
            <pc:docMk/>
            <pc:sldMk cId="2012334462" sldId="291"/>
            <ac:spMk id="2" creationId="{9BCDADA2-559E-108C-E0DE-0B0B7162CBE0}"/>
          </ac:spMkLst>
        </pc:spChg>
        <pc:spChg chg="mod">
          <ac:chgData name="Colon, Jeffrey M." userId="615143b1-cdee-493d-9a9d-1565ce8666d9" providerId="ADAL" clId="{458F5B4D-4674-51EB-AE0A-4CE030354E61}" dt="2026-03-08T23:43:45.403" v="1121" actId="20577"/>
          <ac:spMkLst>
            <pc:docMk/>
            <pc:sldMk cId="2012334462" sldId="291"/>
            <ac:spMk id="3" creationId="{F8FA7B2E-2F5D-FB4A-DA37-872B2B96A816}"/>
          </ac:spMkLst>
        </pc:spChg>
      </pc:sldChg>
      <pc:sldMasterChg chg="modSp mod">
        <pc:chgData name="Colon, Jeffrey M." userId="615143b1-cdee-493d-9a9d-1565ce8666d9" providerId="ADAL" clId="{458F5B4D-4674-51EB-AE0A-4CE030354E61}" dt="2026-03-08T15:28:22.344" v="4" actId="20577"/>
        <pc:sldMasterMkLst>
          <pc:docMk/>
          <pc:sldMasterMk cId="371776349" sldId="2147483660"/>
        </pc:sldMasterMkLst>
        <pc:spChg chg="mod">
          <ac:chgData name="Colon, Jeffrey M." userId="615143b1-cdee-493d-9a9d-1565ce8666d9" providerId="ADAL" clId="{458F5B4D-4674-51EB-AE0A-4CE030354E61}" dt="2026-03-08T15:28:22.344" v="4" actId="20577"/>
          <ac:spMkLst>
            <pc:docMk/>
            <pc:sldMasterMk cId="371776349" sldId="2147483660"/>
            <ac:spMk id="9" creationId="{00000000-0000-0000-0000-000000000000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9" y="0"/>
            <a:ext cx="3037840" cy="463408"/>
          </a:xfrm>
          <a:prstGeom prst="rect">
            <a:avLst/>
          </a:prstGeom>
        </p:spPr>
        <p:txBody>
          <a:bodyPr vert="horz" lIns="92492" tIns="46246" rIns="92492" bIns="46246" rtlCol="0"/>
          <a:lstStyle>
            <a:lvl1pPr algn="r">
              <a:defRPr sz="1200"/>
            </a:lvl1pPr>
          </a:lstStyle>
          <a:p>
            <a:fld id="{1F2E595D-07B5-CF44-AE63-906CA02C7BEF}" type="datetimeFigureOut">
              <a:rPr lang="en-US" smtClean="0"/>
              <a:t>3/8/26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33425" y="1154113"/>
            <a:ext cx="5543550" cy="31194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492" tIns="46246" rIns="92492" bIns="46246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1" y="4444863"/>
            <a:ext cx="5608320" cy="3636705"/>
          </a:xfrm>
          <a:prstGeom prst="rect">
            <a:avLst/>
          </a:prstGeom>
        </p:spPr>
        <p:txBody>
          <a:bodyPr vert="horz" lIns="92492" tIns="46246" rIns="92492" bIns="46246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772671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9" y="8772671"/>
            <a:ext cx="3037840" cy="463407"/>
          </a:xfrm>
          <a:prstGeom prst="rect">
            <a:avLst/>
          </a:prstGeom>
        </p:spPr>
        <p:txBody>
          <a:bodyPr vert="horz" lIns="92492" tIns="46246" rIns="92492" bIns="46246" rtlCol="0" anchor="b"/>
          <a:lstStyle>
            <a:lvl1pPr algn="r">
              <a:defRPr sz="1200"/>
            </a:lvl1pPr>
          </a:lstStyle>
          <a:p>
            <a:fld id="{D2991C84-E9AD-4349-A89D-CDCB4DBB2B6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13921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33EE0142-2A2D-8C4E-94A7-3BF32D4394A0}" type="slidenum">
              <a:rPr lang="en-US" altLang="en-US">
                <a:latin typeface="Times" charset="0"/>
              </a:rPr>
              <a:pPr/>
              <a:t>3</a:t>
            </a:fld>
            <a:endParaRPr lang="en-US" altLang="en-US">
              <a:latin typeface="Times" charset="0"/>
            </a:endParaRPr>
          </a:p>
        </p:txBody>
      </p:sp>
      <p:sp>
        <p:nvSpPr>
          <p:cNvPr id="3891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891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179255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51494" indent="-289036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56145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18602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81060" indent="-231229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43518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3005976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68434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930891" indent="-231229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fld id="{B10000A5-5496-2C4B-96ED-17CE8ECD81A8}" type="slidenum">
              <a:rPr lang="en-US" altLang="en-US">
                <a:latin typeface="Times" charset="0"/>
              </a:rPr>
              <a:pPr/>
              <a:t>5</a:t>
            </a:fld>
            <a:endParaRPr lang="en-US" altLang="en-US">
              <a:latin typeface="Times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eaLnBrk="1" hangingPunct="1"/>
            <a:endParaRPr lang="en-US" altLang="en-US">
              <a:latin typeface="Times" charset="0"/>
              <a:ea typeface="ＭＳ Ｐゴシック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306892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0" y="914400"/>
            <a:ext cx="12192000" cy="369888"/>
          </a:xfrm>
          <a:prstGeom prst="rect">
            <a:avLst/>
          </a:prstGeom>
          <a:solidFill>
            <a:schemeClr val="bg1"/>
          </a:solidFill>
          <a:ln w="9525">
            <a:solidFill>
              <a:schemeClr val="bg1">
                <a:alpha val="0"/>
              </a:schemeClr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 eaLnBrk="1" hangingPunct="1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 algn="r">
              <a:defRPr/>
            </a:lvl1pPr>
          </a:lstStyle>
          <a:p>
            <a:fld id="{22D706CB-156B-8643-9A07-D8448DABBCBD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4165600" y="6474733"/>
            <a:ext cx="3860800" cy="288925"/>
          </a:xfrm>
        </p:spPr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251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512064" y="533400"/>
            <a:ext cx="11277600" cy="5812064"/>
          </a:xfrm>
          <a:prstGeom prst="rect">
            <a:avLst/>
          </a:prstGeom>
        </p:spPr>
        <p:txBody>
          <a:bodyPr/>
          <a:lstStyle>
            <a:lvl1pPr marL="228600" indent="-228600" algn="just" defTabSz="914400" rtl="0" eaLnBrk="1" latinLnBrk="0" hangingPunct="1">
              <a:spcBef>
                <a:spcPct val="20000"/>
              </a:spcBef>
              <a:buClr>
                <a:srgbClr val="B01C2E"/>
              </a:buClr>
              <a:buSzPct val="60000"/>
              <a:buFont typeface="Wingdings 2" pitchFamily="18" charset="2"/>
              <a:buChar char=""/>
              <a:defRPr lang="en-US" sz="2400" kern="1200" dirty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457200" indent="-228600" algn="just">
              <a:buClr>
                <a:srgbClr val="B01C2E"/>
              </a:buClr>
              <a:buSzPct val="60000"/>
              <a:buFont typeface="Wingdings" charset="2"/>
              <a:buChar char="Ø"/>
              <a:defRPr lang="en-US" sz="22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 algn="just">
              <a:buClr>
                <a:srgbClr val="B01C2E"/>
              </a:buClr>
              <a:buSzPct val="60000"/>
              <a:buFont typeface="Courier New" charset="0"/>
              <a:buChar char="o"/>
              <a:defRPr lang="en-US" sz="22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3pPr>
            <a:lvl4pPr marL="914400" indent="-228600" algn="just">
              <a:buClr>
                <a:srgbClr val="B01C2E"/>
              </a:buClr>
              <a:buSzPct val="60000"/>
              <a:buFont typeface="Arial" charset="0"/>
              <a:buChar char="•"/>
              <a:defRPr lang="en-US" sz="2000" kern="1200" baseline="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4pPr>
            <a:lvl5pPr marL="1143000" algn="just">
              <a:buClr>
                <a:srgbClr val="B01C2E"/>
              </a:buClr>
              <a:buSzPct val="60000"/>
              <a:buFont typeface="Calibri" pitchFamily="34" charset="0"/>
              <a:buChar char="–"/>
              <a:defRPr lang="en-US" sz="20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41933"/>
            <a:ext cx="11277600" cy="3651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marL="0" indent="0" algn="l">
              <a:tabLst>
                <a:tab pos="395288" algn="l"/>
              </a:tabLst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0"/>
          </p:nvPr>
        </p:nvSpPr>
        <p:spPr>
          <a:xfrm>
            <a:off x="11180064" y="6471105"/>
            <a:ext cx="609600" cy="365125"/>
          </a:xfrm>
        </p:spPr>
        <p:txBody>
          <a:bodyPr/>
          <a:lstStyle>
            <a:lvl1pPr algn="r">
              <a:defRPr/>
            </a:lvl1pPr>
          </a:lstStyle>
          <a:p>
            <a:fld id="{7B3E355C-57B9-BC4B-95D8-406A1F834537}" type="slidenum">
              <a:rPr lang="en-US" altLang="en-US" smtClean="0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8" name="Rectangle 7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10567130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9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572000"/>
          </a:xfrm>
          <a:prstGeom prst="rect">
            <a:avLst/>
          </a:prstGeom>
        </p:spPr>
        <p:txBody>
          <a:bodyPr/>
          <a:lstStyle>
            <a:lvl1pPr marL="228600" marR="0" indent="-22860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Pct val="60000"/>
              <a:buFont typeface="Wingdings 2" pitchFamily="18" charset="2"/>
              <a:buChar char=""/>
              <a:tabLst/>
              <a:defRPr sz="1600">
                <a:latin typeface="Calibri" charset="0"/>
                <a:ea typeface="Calibri" charset="0"/>
                <a:cs typeface="Calibri" charset="0"/>
              </a:defRPr>
            </a:lvl1pPr>
            <a:lvl2pPr marL="457200" indent="-228600">
              <a:buClr>
                <a:schemeClr val="accent1"/>
              </a:buClr>
              <a:buSzPct val="60000"/>
              <a:buFont typeface="Wingdings" charset="2"/>
              <a:buChar char="Ø"/>
              <a:defRPr lang="en-US" sz="1600" kern="1200" dirty="0" smtClean="0">
                <a:solidFill>
                  <a:schemeClr val="tx1"/>
                </a:solidFill>
                <a:latin typeface="Calibri" charset="0"/>
                <a:ea typeface="Calibri" charset="0"/>
                <a:cs typeface="Calibri" charset="0"/>
              </a:defRPr>
            </a:lvl2pPr>
            <a:lvl3pPr marL="685800" indent="-228600">
              <a:buClr>
                <a:schemeClr val="accent1"/>
              </a:buClr>
              <a:buSzPct val="60000"/>
              <a:buFont typeface="Courier New" charset="0"/>
              <a:buChar char="o"/>
              <a:defRPr sz="1600">
                <a:latin typeface="Calibri" charset="0"/>
                <a:ea typeface="Calibri" charset="0"/>
                <a:cs typeface="Calibri" charset="0"/>
              </a:defRPr>
            </a:lvl3pPr>
            <a:lvl4pPr marL="914400" indent="-228600">
              <a:buClr>
                <a:schemeClr val="accent1"/>
              </a:buClr>
              <a:buSzPct val="60000"/>
              <a:buFont typeface="Arial" charset="0"/>
              <a:buChar char="•"/>
              <a:defRPr sz="1600">
                <a:latin typeface="Calibri" charset="0"/>
                <a:ea typeface="Calibri" charset="0"/>
                <a:cs typeface="Calibri" charset="0"/>
              </a:defRPr>
            </a:lvl4pPr>
            <a:lvl5pPr marL="1143000">
              <a:buClr>
                <a:schemeClr val="accent1"/>
              </a:buClr>
              <a:buSzPct val="60000"/>
              <a:buFont typeface="Arial" pitchFamily="34" charset="0"/>
              <a:buChar char="–"/>
              <a:defRPr sz="1600">
                <a:latin typeface="Calibri" charset="0"/>
                <a:ea typeface="Calibri" charset="0"/>
                <a:cs typeface="Calibri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463EAD6B-1B79-144E-A805-1CA6FF1F03F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2" name="TextBox 1"/>
          <p:cNvSpPr txBox="1"/>
          <p:nvPr userDrawn="1"/>
        </p:nvSpPr>
        <p:spPr>
          <a:xfrm>
            <a:off x="2748039" y="53702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8748995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/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508000" y="3886200"/>
            <a:ext cx="111760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DBDD9035-58B9-F243-8D2E-5AB7C416733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75077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Left / One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10"/>
          <p:cNvSpPr>
            <a:spLocks noGrp="1"/>
          </p:cNvSpPr>
          <p:nvPr>
            <p:ph sz="quarter" idx="17"/>
          </p:nvPr>
        </p:nvSpPr>
        <p:spPr>
          <a:xfrm>
            <a:off x="6197600" y="1417320"/>
            <a:ext cx="5486400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/>
          <p:cNvSpPr>
            <a:spLocks noGrp="1"/>
          </p:cNvSpPr>
          <p:nvPr>
            <p:ph sz="quarter" idx="18"/>
          </p:nvPr>
        </p:nvSpPr>
        <p:spPr>
          <a:xfrm>
            <a:off x="508000" y="14173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2"/>
          <p:cNvSpPr>
            <a:spLocks noGrp="1"/>
          </p:cNvSpPr>
          <p:nvPr>
            <p:ph sz="quarter" idx="19"/>
          </p:nvPr>
        </p:nvSpPr>
        <p:spPr>
          <a:xfrm>
            <a:off x="508000" y="3931920"/>
            <a:ext cx="5486400" cy="22860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lide Number Placeholder 9"/>
          <p:cNvSpPr>
            <a:spLocks noGrp="1"/>
          </p:cNvSpPr>
          <p:nvPr>
            <p:ph type="sldNum" sz="quarter" idx="20"/>
          </p:nvPr>
        </p:nvSpPr>
        <p:spPr/>
        <p:txBody>
          <a:bodyPr/>
          <a:lstStyle>
            <a:lvl1pPr>
              <a:defRPr/>
            </a:lvl1pPr>
          </a:lstStyle>
          <a:p>
            <a:fld id="{6C93E8D5-2692-0D44-9EA4-C6015F0C54D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8" name="Footer Placeholder 12"/>
          <p:cNvSpPr>
            <a:spLocks noGrp="1"/>
          </p:cNvSpPr>
          <p:nvPr>
            <p:ph type="ftr" sz="quarter" idx="2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0875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95527EB-3756-C241-BFD3-DBB1E111190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4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81844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12064" y="805002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814835"/>
            <a:ext cx="5386917" cy="38039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195227"/>
            <a:ext cx="5388864" cy="4955707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15" name="Rectangle 14"/>
          <p:cNvSpPr/>
          <p:nvPr userDrawn="1"/>
        </p:nvSpPr>
        <p:spPr>
          <a:xfrm>
            <a:off x="512064" y="407060"/>
            <a:ext cx="11277600" cy="91169"/>
          </a:xfrm>
          <a:prstGeom prst="rect">
            <a:avLst/>
          </a:prstGeom>
          <a:solidFill>
            <a:schemeClr val="accent1">
              <a:alpha val="69000"/>
            </a:schemeClr>
          </a:solidFill>
          <a:ln w="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12064" y="2"/>
            <a:ext cx="11277600" cy="38959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="1"/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709385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w/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299200" y="1371600"/>
            <a:ext cx="5386917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6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1"/>
          </p:nvPr>
        </p:nvSpPr>
        <p:spPr>
          <a:xfrm>
            <a:off x="6299200" y="1807534"/>
            <a:ext cx="5388864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6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6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6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856F0A94-AD2E-974D-AF6B-04AF335E854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25434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Arrow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>
            <a:off x="5384800" y="3046413"/>
            <a:ext cx="1320800" cy="1009650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28800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Arial" pitchFamily="34" charset="0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652385A1-7A9F-1D44-AA51-16856D64E5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9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45206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ide by Side Double Arr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/>
          <p:cNvSpPr/>
          <p:nvPr userDrawn="1"/>
        </p:nvSpPr>
        <p:spPr bwMode="auto">
          <a:xfrm>
            <a:off x="5359125" y="2692959"/>
            <a:ext cx="1326383" cy="1022294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Right Arrow 11"/>
          <p:cNvSpPr/>
          <p:nvPr userDrawn="1"/>
        </p:nvSpPr>
        <p:spPr bwMode="auto">
          <a:xfrm rot="10800000">
            <a:off x="5427337" y="3778176"/>
            <a:ext cx="1353183" cy="102228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505883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705600" y="1371600"/>
            <a:ext cx="4876800" cy="380392"/>
          </a:xfrm>
          <a:prstGeom prst="rect">
            <a:avLst/>
          </a:prstGeom>
          <a:solidFill>
            <a:schemeClr val="accent1"/>
          </a:solidFill>
          <a:ln cmpd="sng">
            <a:solidFill>
              <a:srgbClr val="B01C2E"/>
            </a:solidFill>
            <a:prstDash val="solid"/>
          </a:ln>
        </p:spPr>
        <p:txBody>
          <a:bodyPr lIns="91440" rIns="9144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505883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1"/>
          </p:nvPr>
        </p:nvSpPr>
        <p:spPr>
          <a:xfrm>
            <a:off x="6705600" y="1807534"/>
            <a:ext cx="4876800" cy="43434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2"/>
          <p:cNvSpPr>
            <a:spLocks noGrp="1"/>
          </p:cNvSpPr>
          <p:nvPr>
            <p:ph type="sldNum" sz="quarter" idx="22"/>
          </p:nvPr>
        </p:nvSpPr>
        <p:spPr/>
        <p:txBody>
          <a:bodyPr/>
          <a:lstStyle>
            <a:lvl1pPr>
              <a:defRPr/>
            </a:lvl1pPr>
          </a:lstStyle>
          <a:p>
            <a:fld id="{0A6B8188-A85F-5349-B14D-08361E6A724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4"/>
          <p:cNvSpPr>
            <a:spLocks noGrp="1"/>
          </p:cNvSpPr>
          <p:nvPr>
            <p:ph type="ftr" sz="quarter" idx="23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01124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Top Arrow to Two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4479952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180753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141732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4114800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7C6F7C23-5FF9-2A4B-BF08-C1294322DB5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76972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Top Arrow to One Bot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Arrow 9"/>
          <p:cNvSpPr/>
          <p:nvPr userDrawn="1"/>
        </p:nvSpPr>
        <p:spPr bwMode="auto">
          <a:xfrm rot="5400000">
            <a:off x="5768941" y="3106216"/>
            <a:ext cx="654118" cy="1363059"/>
          </a:xfrm>
          <a:prstGeom prst="rightArrow">
            <a:avLst>
              <a:gd name="adj1" fmla="val 50000"/>
              <a:gd name="adj2" fmla="val 62230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  <a:scene3d>
            <a:camera prst="orthographicFront"/>
            <a:lightRig rig="threePt" dir="t"/>
          </a:scene3d>
          <a:sp3d prstMaterial="dkEdge"/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  <a:cs typeface="Arial" charset="0"/>
              </a:defRPr>
            </a:lvl9pPr>
          </a:lstStyle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16"/>
          </p:nvPr>
        </p:nvSpPr>
        <p:spPr>
          <a:xfrm>
            <a:off x="6096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17"/>
          </p:nvPr>
        </p:nvSpPr>
        <p:spPr>
          <a:xfrm>
            <a:off x="6400800" y="1783080"/>
            <a:ext cx="5181600" cy="164592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505014"/>
            <a:ext cx="10972800" cy="1645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3"/>
          </p:nvPr>
        </p:nvSpPr>
        <p:spPr>
          <a:xfrm>
            <a:off x="609600" y="4114800"/>
            <a:ext cx="109728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9"/>
          </p:nvPr>
        </p:nvSpPr>
        <p:spPr>
          <a:xfrm>
            <a:off x="6096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0"/>
          </p:nvPr>
        </p:nvSpPr>
        <p:spPr>
          <a:xfrm>
            <a:off x="6400800" y="1417928"/>
            <a:ext cx="518160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06494A95-A7E5-E34F-8DB1-F10A4839B0B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60613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Six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61912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7"/>
          </p:nvPr>
        </p:nvSpPr>
        <p:spPr>
          <a:xfrm>
            <a:off x="501651" y="4627745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6"/>
          </p:nvPr>
        </p:nvSpPr>
        <p:spPr>
          <a:xfrm>
            <a:off x="5016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29"/>
          </p:nvPr>
        </p:nvSpPr>
        <p:spPr>
          <a:xfrm>
            <a:off x="6191251" y="3015622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28"/>
          </p:nvPr>
        </p:nvSpPr>
        <p:spPr>
          <a:xfrm>
            <a:off x="61912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501651" y="1403499"/>
            <a:ext cx="518160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016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501651" y="3302419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2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5016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6191251" y="167640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6191251" y="3302418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6191251" y="4914990"/>
            <a:ext cx="5181600" cy="12527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7"/>
          </p:nvPr>
        </p:nvSpPr>
        <p:spPr/>
        <p:txBody>
          <a:bodyPr/>
          <a:lstStyle>
            <a:lvl1pPr>
              <a:defRPr/>
            </a:lvl1pPr>
          </a:lstStyle>
          <a:p>
            <a:fld id="{A23329EE-AB34-E748-89A3-8E74FFF398F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2"/>
          <p:cNvSpPr>
            <a:spLocks noGrp="1"/>
          </p:cNvSpPr>
          <p:nvPr>
            <p:ph type="ftr" sz="quarter" idx="38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79933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Five Palet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5"/>
          <p:cNvSpPr>
            <a:spLocks noGrp="1"/>
          </p:cNvSpPr>
          <p:nvPr>
            <p:ph type="body" sz="quarter" idx="25"/>
          </p:nvPr>
        </p:nvSpPr>
        <p:spPr>
          <a:xfrm>
            <a:off x="601565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6"/>
          </p:nvPr>
        </p:nvSpPr>
        <p:spPr>
          <a:xfrm>
            <a:off x="5130360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7"/>
          </p:nvPr>
        </p:nvSpPr>
        <p:spPr>
          <a:xfrm>
            <a:off x="7408972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5"/>
          <p:cNvSpPr>
            <a:spLocks noGrp="1"/>
          </p:cNvSpPr>
          <p:nvPr>
            <p:ph type="body" sz="quarter" idx="38"/>
          </p:nvPr>
        </p:nvSpPr>
        <p:spPr>
          <a:xfrm>
            <a:off x="9747251" y="1402080"/>
            <a:ext cx="2011680" cy="27432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Tx/>
              <a:buFont typeface="Wingdings" pitchFamily="2" charset="2"/>
              <a:buNone/>
              <a:tabLst/>
              <a:defRPr sz="11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9"/>
          </p:nvPr>
        </p:nvSpPr>
        <p:spPr>
          <a:xfrm>
            <a:off x="601565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40"/>
          </p:nvPr>
        </p:nvSpPr>
        <p:spPr>
          <a:xfrm>
            <a:off x="284480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41"/>
          </p:nvPr>
        </p:nvSpPr>
        <p:spPr>
          <a:xfrm>
            <a:off x="5130360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42"/>
          </p:nvPr>
        </p:nvSpPr>
        <p:spPr>
          <a:xfrm>
            <a:off x="7408972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9" name="Text Placeholder 5"/>
          <p:cNvSpPr>
            <a:spLocks noGrp="1"/>
          </p:cNvSpPr>
          <p:nvPr>
            <p:ph type="body" sz="quarter" idx="43"/>
          </p:nvPr>
        </p:nvSpPr>
        <p:spPr>
          <a:xfrm>
            <a:off x="9747251" y="1676400"/>
            <a:ext cx="2011680" cy="43891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1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1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100" baseline="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1EB3DA79-8920-3645-A529-9AD16B41E65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9" name="Footer Placeholder 12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5453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jor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609600" y="1417320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7"/>
          <p:cNvSpPr>
            <a:spLocks noGrp="1"/>
          </p:cNvSpPr>
          <p:nvPr>
            <p:ph type="body" sz="quarter" idx="21"/>
          </p:nvPr>
        </p:nvSpPr>
        <p:spPr>
          <a:xfrm>
            <a:off x="609600" y="3065544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7"/>
          <p:cNvSpPr>
            <a:spLocks noGrp="1"/>
          </p:cNvSpPr>
          <p:nvPr>
            <p:ph type="body" sz="quarter" idx="23"/>
          </p:nvPr>
        </p:nvSpPr>
        <p:spPr>
          <a:xfrm>
            <a:off x="609600" y="4713767"/>
            <a:ext cx="2243328" cy="1508760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>
              <a:buNone/>
              <a:defRPr sz="1200" b="1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417320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3065543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4713767"/>
            <a:ext cx="874166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20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055F7767-1EA1-1B4C-AF44-6A3FCE36527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1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160523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Placeholder 2"/>
          <p:cNvSpPr>
            <a:spLocks noGrp="1"/>
          </p:cNvSpPr>
          <p:nvPr>
            <p:ph type="body" sz="quarter" idx="12"/>
          </p:nvPr>
        </p:nvSpPr>
        <p:spPr>
          <a:xfrm>
            <a:off x="563034" y="1397000"/>
            <a:ext cx="2317751" cy="1155700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3"/>
          <p:cNvSpPr>
            <a:spLocks noGrp="1"/>
          </p:cNvSpPr>
          <p:nvPr>
            <p:ph type="body" sz="quarter" idx="13"/>
          </p:nvPr>
        </p:nvSpPr>
        <p:spPr>
          <a:xfrm>
            <a:off x="2747434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4"/>
          <p:cNvSpPr>
            <a:spLocks noGrp="1"/>
          </p:cNvSpPr>
          <p:nvPr>
            <p:ph type="body" sz="quarter" idx="15"/>
          </p:nvPr>
        </p:nvSpPr>
        <p:spPr>
          <a:xfrm>
            <a:off x="7114120" y="1397000"/>
            <a:ext cx="2317749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5"/>
          <p:cNvSpPr>
            <a:spLocks noGrp="1"/>
          </p:cNvSpPr>
          <p:nvPr>
            <p:ph type="body" sz="quarter" idx="16"/>
          </p:nvPr>
        </p:nvSpPr>
        <p:spPr>
          <a:xfrm>
            <a:off x="4931834" y="1397000"/>
            <a:ext cx="2315633" cy="1155700"/>
          </a:xfrm>
          <a:prstGeom prst="chevron">
            <a:avLst>
              <a:gd name="adj" fmla="val 1868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6"/>
          <p:cNvSpPr>
            <a:spLocks noGrp="1"/>
          </p:cNvSpPr>
          <p:nvPr>
            <p:ph type="body" sz="quarter" idx="17"/>
          </p:nvPr>
        </p:nvSpPr>
        <p:spPr>
          <a:xfrm>
            <a:off x="9298521" y="1397000"/>
            <a:ext cx="2315633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7"/>
          <p:cNvSpPr>
            <a:spLocks noGrp="1"/>
          </p:cNvSpPr>
          <p:nvPr>
            <p:ph type="body" sz="quarter" idx="18"/>
          </p:nvPr>
        </p:nvSpPr>
        <p:spPr>
          <a:xfrm>
            <a:off x="563033" y="2954338"/>
            <a:ext cx="2863851" cy="1155700"/>
          </a:xfrm>
          <a:prstGeom prst="homePlate">
            <a:avLst>
              <a:gd name="adj" fmla="val 19557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8"/>
          <p:cNvSpPr>
            <a:spLocks noGrp="1"/>
          </p:cNvSpPr>
          <p:nvPr>
            <p:ph type="body" sz="quarter" idx="19"/>
          </p:nvPr>
        </p:nvSpPr>
        <p:spPr>
          <a:xfrm>
            <a:off x="3291418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9"/>
          <p:cNvSpPr>
            <a:spLocks noGrp="1"/>
          </p:cNvSpPr>
          <p:nvPr>
            <p:ph type="body" sz="quarter" idx="20"/>
          </p:nvPr>
        </p:nvSpPr>
        <p:spPr>
          <a:xfrm>
            <a:off x="8748186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0"/>
          <p:cNvSpPr>
            <a:spLocks noGrp="1"/>
          </p:cNvSpPr>
          <p:nvPr>
            <p:ph type="body" sz="quarter" idx="21"/>
          </p:nvPr>
        </p:nvSpPr>
        <p:spPr>
          <a:xfrm>
            <a:off x="6019802" y="2954338"/>
            <a:ext cx="2865967" cy="1155700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1"/>
          <p:cNvSpPr>
            <a:spLocks noGrp="1"/>
          </p:cNvSpPr>
          <p:nvPr>
            <p:ph type="body" sz="quarter" idx="22"/>
          </p:nvPr>
        </p:nvSpPr>
        <p:spPr>
          <a:xfrm>
            <a:off x="575734" y="4497388"/>
            <a:ext cx="3754967" cy="1154112"/>
          </a:xfrm>
          <a:prstGeom prst="homePlate">
            <a:avLst>
              <a:gd name="adj" fmla="val 19565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23"/>
          </p:nvPr>
        </p:nvSpPr>
        <p:spPr>
          <a:xfrm>
            <a:off x="4226985" y="4497388"/>
            <a:ext cx="3754967" cy="1154112"/>
          </a:xfrm>
          <a:prstGeom prst="chevron">
            <a:avLst>
              <a:gd name="adj" fmla="val 18696"/>
            </a:avLst>
          </a:prstGeom>
          <a:solidFill>
            <a:srgbClr val="D7D7D7"/>
          </a:solidFill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3"/>
          <p:cNvSpPr>
            <a:spLocks noGrp="1"/>
          </p:cNvSpPr>
          <p:nvPr>
            <p:ph type="body" sz="quarter" idx="25"/>
          </p:nvPr>
        </p:nvSpPr>
        <p:spPr>
          <a:xfrm>
            <a:off x="7878234" y="4497388"/>
            <a:ext cx="3754967" cy="1154112"/>
          </a:xfrm>
          <a:prstGeom prst="chevron">
            <a:avLst>
              <a:gd name="adj" fmla="val 1871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26"/>
          </p:nvPr>
        </p:nvSpPr>
        <p:spPr/>
        <p:txBody>
          <a:bodyPr/>
          <a:lstStyle>
            <a:lvl1pPr>
              <a:defRPr/>
            </a:lvl1pPr>
          </a:lstStyle>
          <a:p>
            <a:fld id="{48E524AC-D0C7-2340-84EA-A4DF70E8214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48180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 Blocks - Major Points -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844800" y="1344304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844800" y="2360778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2844800" y="3377252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2844800" y="4393726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5"/>
          </p:nvPr>
        </p:nvSpPr>
        <p:spPr>
          <a:xfrm>
            <a:off x="2844800" y="5410200"/>
            <a:ext cx="8839200" cy="859536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36576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609600" y="1344304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09600" y="2357366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24"/>
          </p:nvPr>
        </p:nvSpPr>
        <p:spPr>
          <a:xfrm>
            <a:off x="609600" y="3370428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26"/>
          </p:nvPr>
        </p:nvSpPr>
        <p:spPr>
          <a:xfrm>
            <a:off x="609600" y="4383490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8"/>
          </p:nvPr>
        </p:nvSpPr>
        <p:spPr>
          <a:xfrm>
            <a:off x="609600" y="5396552"/>
            <a:ext cx="2540000" cy="859536"/>
          </a:xfrm>
          <a:prstGeom prst="homePlate">
            <a:avLst>
              <a:gd name="adj" fmla="val 29359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19846C2F-D19C-FA45-A159-B087F18BCDE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879428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Line 105"/>
          <p:cNvSpPr>
            <a:spLocks noChangeShapeType="1"/>
          </p:cNvSpPr>
          <p:nvPr/>
        </p:nvSpPr>
        <p:spPr bwMode="gray">
          <a:xfrm>
            <a:off x="58928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6" name="Line 115"/>
          <p:cNvSpPr>
            <a:spLocks noChangeShapeType="1"/>
          </p:cNvSpPr>
          <p:nvPr userDrawn="1"/>
        </p:nvSpPr>
        <p:spPr bwMode="gray">
          <a:xfrm>
            <a:off x="30480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17" name="Line 118"/>
          <p:cNvSpPr>
            <a:spLocks noChangeShapeType="1"/>
          </p:cNvSpPr>
          <p:nvPr/>
        </p:nvSpPr>
        <p:spPr bwMode="gray">
          <a:xfrm>
            <a:off x="9004300" y="3632201"/>
            <a:ext cx="0" cy="51911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grpSp>
        <p:nvGrpSpPr>
          <p:cNvPr id="18" name="Group 123"/>
          <p:cNvGrpSpPr>
            <a:grpSpLocks/>
          </p:cNvGrpSpPr>
          <p:nvPr userDrawn="1"/>
        </p:nvGrpSpPr>
        <p:grpSpPr bwMode="auto">
          <a:xfrm>
            <a:off x="611718" y="3478213"/>
            <a:ext cx="10358967" cy="182562"/>
            <a:chOff x="289" y="2191"/>
            <a:chExt cx="4894" cy="115"/>
          </a:xfrm>
        </p:grpSpPr>
        <p:grpSp>
          <p:nvGrpSpPr>
            <p:cNvPr id="19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53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4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5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6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7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8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9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0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1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2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3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4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65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0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40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1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2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3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4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5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6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7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8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49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0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1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52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21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27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8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29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0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1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2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3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4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5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6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7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8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39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22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3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4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5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26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66" name="Line 125"/>
          <p:cNvSpPr>
            <a:spLocks noChangeShapeType="1"/>
          </p:cNvSpPr>
          <p:nvPr userDrawn="1"/>
        </p:nvSpPr>
        <p:spPr bwMode="gray">
          <a:xfrm>
            <a:off x="4572000" y="3651251"/>
            <a:ext cx="0" cy="1757363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7" name="Line 4"/>
          <p:cNvSpPr>
            <a:spLocks noChangeShapeType="1"/>
          </p:cNvSpPr>
          <p:nvPr userDrawn="1"/>
        </p:nvSpPr>
        <p:spPr bwMode="gray">
          <a:xfrm>
            <a:off x="22352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8" name="Line 108"/>
          <p:cNvSpPr>
            <a:spLocks noChangeShapeType="1"/>
          </p:cNvSpPr>
          <p:nvPr userDrawn="1"/>
        </p:nvSpPr>
        <p:spPr bwMode="gray">
          <a:xfrm>
            <a:off x="74168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69" name="Line 111"/>
          <p:cNvSpPr>
            <a:spLocks noChangeShapeType="1"/>
          </p:cNvSpPr>
          <p:nvPr userDrawn="1"/>
        </p:nvSpPr>
        <p:spPr bwMode="gray">
          <a:xfrm>
            <a:off x="10261600" y="2976563"/>
            <a:ext cx="0" cy="5127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0" name="Line 139"/>
          <p:cNvSpPr>
            <a:spLocks noChangeShapeType="1"/>
          </p:cNvSpPr>
          <p:nvPr userDrawn="1"/>
        </p:nvSpPr>
        <p:spPr bwMode="gray">
          <a:xfrm>
            <a:off x="4375151" y="2074863"/>
            <a:ext cx="0" cy="1414462"/>
          </a:xfrm>
          <a:prstGeom prst="line">
            <a:avLst/>
          </a:prstGeom>
          <a:noFill/>
          <a:ln w="12700">
            <a:solidFill>
              <a:srgbClr val="C0C0C0"/>
            </a:solidFill>
            <a:round/>
            <a:headEnd type="none" w="sm" len="sm"/>
            <a:tailEnd type="none" w="med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tIns="91440" bIns="91440"/>
          <a:lstStyle/>
          <a:p>
            <a:endParaRPr lang="en-US" sz="1800" dirty="0"/>
          </a:p>
        </p:txBody>
      </p:sp>
      <p:sp>
        <p:nvSpPr>
          <p:cNvPr id="71" name="AutoShape 3"/>
          <p:cNvSpPr>
            <a:spLocks noChangeArrowheads="1"/>
          </p:cNvSpPr>
          <p:nvPr userDrawn="1"/>
        </p:nvSpPr>
        <p:spPr bwMode="gray">
          <a:xfrm>
            <a:off x="603251" y="3413125"/>
            <a:ext cx="10985500" cy="311150"/>
          </a:xfrm>
          <a:prstGeom prst="rightArrow">
            <a:avLst>
              <a:gd name="adj1" fmla="val 52037"/>
              <a:gd name="adj2" fmla="val 96479"/>
            </a:avLst>
          </a:prstGeom>
          <a:solidFill>
            <a:srgbClr val="808080"/>
          </a:solidFill>
          <a:ln>
            <a:noFill/>
          </a:ln>
          <a:extLs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med" len="lg"/>
              </a14:hiddenLine>
            </a:ext>
          </a:extLst>
        </p:spPr>
        <p:txBody>
          <a:bodyPr wrap="none" tIns="91440" bIns="91440" anchor="ctr"/>
          <a:lstStyle>
            <a:lvl1pPr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tabLst>
                <a:tab pos="1435100" algn="ctr"/>
                <a:tab pos="2870200" algn="ctr"/>
                <a:tab pos="4305300" algn="ctr"/>
                <a:tab pos="5740400" algn="ctr"/>
                <a:tab pos="7175500" algn="r"/>
              </a:tabLs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nl-NL" altLang="en-US" sz="1000" b="1" dirty="0">
              <a:solidFill>
                <a:srgbClr val="4D4D4D"/>
              </a:solidFill>
              <a:latin typeface="Arial" charset="0"/>
            </a:endParaRPr>
          </a:p>
        </p:txBody>
      </p:sp>
      <p:grpSp>
        <p:nvGrpSpPr>
          <p:cNvPr id="72" name="Group 123"/>
          <p:cNvGrpSpPr>
            <a:grpSpLocks/>
          </p:cNvGrpSpPr>
          <p:nvPr userDrawn="1"/>
        </p:nvGrpSpPr>
        <p:grpSpPr bwMode="auto">
          <a:xfrm>
            <a:off x="814918" y="3460751"/>
            <a:ext cx="10358967" cy="182563"/>
            <a:chOff x="289" y="2191"/>
            <a:chExt cx="4894" cy="115"/>
          </a:xfrm>
        </p:grpSpPr>
        <p:grpSp>
          <p:nvGrpSpPr>
            <p:cNvPr id="73" name="Group 44"/>
            <p:cNvGrpSpPr>
              <a:grpSpLocks/>
            </p:cNvGrpSpPr>
            <p:nvPr/>
          </p:nvGrpSpPr>
          <p:grpSpPr bwMode="auto">
            <a:xfrm>
              <a:off x="289" y="2191"/>
              <a:ext cx="1470" cy="115"/>
              <a:chOff x="696" y="2508"/>
              <a:chExt cx="1470" cy="168"/>
            </a:xfrm>
          </p:grpSpPr>
          <p:sp>
            <p:nvSpPr>
              <p:cNvPr id="107" name="Line 45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8" name="Line 46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9" name="Line 47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0" name="Line 48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1" name="Line 49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2" name="Line 50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3" name="Line 51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4" name="Line 52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5" name="Line 53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6" name="Line 54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7" name="Line 55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8" name="Line 56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19" name="Line 57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4" name="Group 58"/>
            <p:cNvGrpSpPr>
              <a:grpSpLocks/>
            </p:cNvGrpSpPr>
            <p:nvPr/>
          </p:nvGrpSpPr>
          <p:grpSpPr bwMode="auto">
            <a:xfrm>
              <a:off x="1758" y="2191"/>
              <a:ext cx="1470" cy="115"/>
              <a:chOff x="696" y="2508"/>
              <a:chExt cx="1470" cy="168"/>
            </a:xfrm>
          </p:grpSpPr>
          <p:sp>
            <p:nvSpPr>
              <p:cNvPr id="94" name="Line 59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5" name="Line 60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6" name="Line 61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7" name="Line 62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8" name="Line 63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9" name="Line 64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0" name="Line 65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1" name="Line 66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2" name="Line 67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3" name="Line 68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4" name="Line 69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5" name="Line 70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106" name="Line 71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grpSp>
          <p:nvGrpSpPr>
            <p:cNvPr id="75" name="Group 72"/>
            <p:cNvGrpSpPr>
              <a:grpSpLocks/>
            </p:cNvGrpSpPr>
            <p:nvPr/>
          </p:nvGrpSpPr>
          <p:grpSpPr bwMode="auto">
            <a:xfrm>
              <a:off x="3227" y="2191"/>
              <a:ext cx="1470" cy="115"/>
              <a:chOff x="696" y="2508"/>
              <a:chExt cx="1470" cy="168"/>
            </a:xfrm>
          </p:grpSpPr>
          <p:sp>
            <p:nvSpPr>
              <p:cNvPr id="81" name="Line 73"/>
              <p:cNvSpPr>
                <a:spLocks noChangeShapeType="1"/>
              </p:cNvSpPr>
              <p:nvPr/>
            </p:nvSpPr>
            <p:spPr bwMode="gray">
              <a:xfrm>
                <a:off x="69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2" name="Line 74"/>
              <p:cNvSpPr>
                <a:spLocks noChangeShapeType="1"/>
              </p:cNvSpPr>
              <p:nvPr/>
            </p:nvSpPr>
            <p:spPr bwMode="gray">
              <a:xfrm>
                <a:off x="81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3" name="Line 75"/>
              <p:cNvSpPr>
                <a:spLocks noChangeShapeType="1"/>
              </p:cNvSpPr>
              <p:nvPr/>
            </p:nvSpPr>
            <p:spPr bwMode="gray">
              <a:xfrm>
                <a:off x="94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4" name="Line 76"/>
              <p:cNvSpPr>
                <a:spLocks noChangeShapeType="1"/>
              </p:cNvSpPr>
              <p:nvPr/>
            </p:nvSpPr>
            <p:spPr bwMode="gray">
              <a:xfrm>
                <a:off x="106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5" name="Line 77"/>
              <p:cNvSpPr>
                <a:spLocks noChangeShapeType="1"/>
              </p:cNvSpPr>
              <p:nvPr/>
            </p:nvSpPr>
            <p:spPr bwMode="gray">
              <a:xfrm>
                <a:off x="118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6" name="Line 78"/>
              <p:cNvSpPr>
                <a:spLocks noChangeShapeType="1"/>
              </p:cNvSpPr>
              <p:nvPr/>
            </p:nvSpPr>
            <p:spPr bwMode="gray">
              <a:xfrm>
                <a:off x="130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7" name="Line 79"/>
              <p:cNvSpPr>
                <a:spLocks noChangeShapeType="1"/>
              </p:cNvSpPr>
              <p:nvPr/>
            </p:nvSpPr>
            <p:spPr bwMode="gray">
              <a:xfrm>
                <a:off x="143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8" name="Line 80"/>
              <p:cNvSpPr>
                <a:spLocks noChangeShapeType="1"/>
              </p:cNvSpPr>
              <p:nvPr/>
            </p:nvSpPr>
            <p:spPr bwMode="gray">
              <a:xfrm>
                <a:off x="155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89" name="Line 81"/>
              <p:cNvSpPr>
                <a:spLocks noChangeShapeType="1"/>
              </p:cNvSpPr>
              <p:nvPr/>
            </p:nvSpPr>
            <p:spPr bwMode="gray">
              <a:xfrm>
                <a:off x="1676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0" name="Line 82"/>
              <p:cNvSpPr>
                <a:spLocks noChangeShapeType="1"/>
              </p:cNvSpPr>
              <p:nvPr/>
            </p:nvSpPr>
            <p:spPr bwMode="gray">
              <a:xfrm>
                <a:off x="2166" y="2508"/>
                <a:ext cx="0" cy="168"/>
              </a:xfrm>
              <a:prstGeom prst="line">
                <a:avLst/>
              </a:prstGeom>
              <a:noFill/>
              <a:ln w="19050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1" name="Line 83"/>
              <p:cNvSpPr>
                <a:spLocks noChangeShapeType="1"/>
              </p:cNvSpPr>
              <p:nvPr/>
            </p:nvSpPr>
            <p:spPr bwMode="gray">
              <a:xfrm>
                <a:off x="1798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2" name="Line 84"/>
              <p:cNvSpPr>
                <a:spLocks noChangeShapeType="1"/>
              </p:cNvSpPr>
              <p:nvPr/>
            </p:nvSpPr>
            <p:spPr bwMode="gray">
              <a:xfrm>
                <a:off x="1921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  <p:sp>
            <p:nvSpPr>
              <p:cNvPr id="93" name="Line 85"/>
              <p:cNvSpPr>
                <a:spLocks noChangeShapeType="1"/>
              </p:cNvSpPr>
              <p:nvPr/>
            </p:nvSpPr>
            <p:spPr bwMode="gray">
              <a:xfrm>
                <a:off x="2043" y="2508"/>
                <a:ext cx="0" cy="168"/>
              </a:xfrm>
              <a:prstGeom prst="line">
                <a:avLst/>
              </a:prstGeom>
              <a:noFill/>
              <a:ln w="9525">
                <a:solidFill>
                  <a:schemeClr val="bg1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en-US" sz="1800" dirty="0"/>
              </a:p>
            </p:txBody>
          </p:sp>
        </p:grpSp>
        <p:sp>
          <p:nvSpPr>
            <p:cNvPr id="76" name="Line 90"/>
            <p:cNvSpPr>
              <a:spLocks noChangeShapeType="1"/>
            </p:cNvSpPr>
            <p:nvPr/>
          </p:nvSpPr>
          <p:spPr bwMode="gray">
            <a:xfrm>
              <a:off x="4698" y="2191"/>
              <a:ext cx="0" cy="115"/>
            </a:xfrm>
            <a:prstGeom prst="line">
              <a:avLst/>
            </a:prstGeom>
            <a:noFill/>
            <a:ln w="19050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7" name="Line 91"/>
            <p:cNvSpPr>
              <a:spLocks noChangeShapeType="1"/>
            </p:cNvSpPr>
            <p:nvPr/>
          </p:nvSpPr>
          <p:spPr bwMode="gray">
            <a:xfrm>
              <a:off x="4820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8" name="Line 92"/>
            <p:cNvSpPr>
              <a:spLocks noChangeShapeType="1"/>
            </p:cNvSpPr>
            <p:nvPr/>
          </p:nvSpPr>
          <p:spPr bwMode="gray">
            <a:xfrm>
              <a:off x="494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79" name="Line 93"/>
            <p:cNvSpPr>
              <a:spLocks noChangeShapeType="1"/>
            </p:cNvSpPr>
            <p:nvPr/>
          </p:nvSpPr>
          <p:spPr bwMode="gray">
            <a:xfrm>
              <a:off x="5065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  <p:sp>
          <p:nvSpPr>
            <p:cNvPr id="80" name="Line 122"/>
            <p:cNvSpPr>
              <a:spLocks noChangeShapeType="1"/>
            </p:cNvSpPr>
            <p:nvPr/>
          </p:nvSpPr>
          <p:spPr bwMode="gray">
            <a:xfrm>
              <a:off x="5183" y="2191"/>
              <a:ext cx="0" cy="115"/>
            </a:xfrm>
            <a:prstGeom prst="line">
              <a:avLst/>
            </a:prstGeom>
            <a:noFill/>
            <a:ln w="9525">
              <a:solidFill>
                <a:schemeClr val="bg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 sz="1800" dirty="0"/>
            </a:p>
          </p:txBody>
        </p:sp>
      </p:grpSp>
      <p:sp>
        <p:nvSpPr>
          <p:cNvPr id="248" name="Text Placeholder 246"/>
          <p:cNvSpPr>
            <a:spLocks noGrp="1"/>
          </p:cNvSpPr>
          <p:nvPr>
            <p:ph type="body" sz="quarter" idx="11"/>
          </p:nvPr>
        </p:nvSpPr>
        <p:spPr>
          <a:xfrm>
            <a:off x="3381155" y="12954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3" name="Text Placeholder 142"/>
          <p:cNvSpPr>
            <a:spLocks noGrp="1"/>
          </p:cNvSpPr>
          <p:nvPr>
            <p:ph type="body" sz="quarter" idx="19"/>
          </p:nvPr>
        </p:nvSpPr>
        <p:spPr>
          <a:xfrm>
            <a:off x="14224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4" name="Text Placeholder 142"/>
          <p:cNvSpPr>
            <a:spLocks noGrp="1"/>
          </p:cNvSpPr>
          <p:nvPr>
            <p:ph type="body" sz="quarter" idx="20"/>
          </p:nvPr>
        </p:nvSpPr>
        <p:spPr>
          <a:xfrm>
            <a:off x="477520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6" name="Text Placeholder 142"/>
          <p:cNvSpPr>
            <a:spLocks noGrp="1"/>
          </p:cNvSpPr>
          <p:nvPr>
            <p:ph type="body" sz="quarter" idx="21"/>
          </p:nvPr>
        </p:nvSpPr>
        <p:spPr>
          <a:xfrm>
            <a:off x="707136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7" name="Text Placeholder 142"/>
          <p:cNvSpPr>
            <a:spLocks noGrp="1"/>
          </p:cNvSpPr>
          <p:nvPr>
            <p:ph type="body" sz="quarter" idx="22"/>
          </p:nvPr>
        </p:nvSpPr>
        <p:spPr>
          <a:xfrm>
            <a:off x="9631680" y="3733800"/>
            <a:ext cx="609600" cy="137160"/>
          </a:xfrm>
          <a:prstGeom prst="rect">
            <a:avLst/>
          </a:prstGeom>
          <a:ln>
            <a:noFill/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9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2" name="Text Placeholder 246"/>
          <p:cNvSpPr>
            <a:spLocks noGrp="1"/>
          </p:cNvSpPr>
          <p:nvPr>
            <p:ph type="body" sz="quarter" idx="23"/>
          </p:nvPr>
        </p:nvSpPr>
        <p:spPr>
          <a:xfrm>
            <a:off x="12192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8" name="Text Placeholder 246"/>
          <p:cNvSpPr>
            <a:spLocks noGrp="1"/>
          </p:cNvSpPr>
          <p:nvPr>
            <p:ph type="body" sz="quarter" idx="24"/>
          </p:nvPr>
        </p:nvSpPr>
        <p:spPr>
          <a:xfrm>
            <a:off x="92456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9" name="Text Placeholder 246"/>
          <p:cNvSpPr>
            <a:spLocks noGrp="1"/>
          </p:cNvSpPr>
          <p:nvPr>
            <p:ph type="body" sz="quarter" idx="25"/>
          </p:nvPr>
        </p:nvSpPr>
        <p:spPr>
          <a:xfrm>
            <a:off x="20320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0" name="Text Placeholder 246"/>
          <p:cNvSpPr>
            <a:spLocks noGrp="1"/>
          </p:cNvSpPr>
          <p:nvPr>
            <p:ph type="body" sz="quarter" idx="26"/>
          </p:nvPr>
        </p:nvSpPr>
        <p:spPr>
          <a:xfrm>
            <a:off x="6400800" y="2133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1" name="Text Placeholder 246"/>
          <p:cNvSpPr>
            <a:spLocks noGrp="1"/>
          </p:cNvSpPr>
          <p:nvPr>
            <p:ph type="body" sz="quarter" idx="27"/>
          </p:nvPr>
        </p:nvSpPr>
        <p:spPr>
          <a:xfrm>
            <a:off x="3556000" y="51816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2" name="Text Placeholder 246"/>
          <p:cNvSpPr>
            <a:spLocks noGrp="1"/>
          </p:cNvSpPr>
          <p:nvPr>
            <p:ph type="body" sz="quarter" idx="28"/>
          </p:nvPr>
        </p:nvSpPr>
        <p:spPr>
          <a:xfrm>
            <a:off x="79883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3" name="Text Placeholder 246"/>
          <p:cNvSpPr>
            <a:spLocks noGrp="1"/>
          </p:cNvSpPr>
          <p:nvPr>
            <p:ph type="body" sz="quarter" idx="29"/>
          </p:nvPr>
        </p:nvSpPr>
        <p:spPr>
          <a:xfrm>
            <a:off x="4876800" y="4114800"/>
            <a:ext cx="2032000" cy="838200"/>
          </a:xfrm>
          <a:prstGeom prst="rect">
            <a:avLst/>
          </a:prstGeom>
          <a:solidFill>
            <a:schemeClr val="bg1"/>
          </a:solidFill>
          <a:ln>
            <a:solidFill>
              <a:srgbClr val="C0C0C0"/>
            </a:solidFill>
          </a:ln>
        </p:spPr>
        <p:txBody>
          <a:bodyPr/>
          <a:lstStyle>
            <a:lvl1pPr marL="0" indent="0">
              <a:buFont typeface="NSimSun" pitchFamily="49" charset="-122"/>
              <a:buChar char=" "/>
              <a:defRPr sz="1000" b="1">
                <a:solidFill>
                  <a:srgbClr val="B01C2E"/>
                </a:solidFill>
              </a:defRPr>
            </a:lvl1pPr>
            <a:lvl2pPr marL="0" indent="0">
              <a:buFont typeface="NSimSun" pitchFamily="49" charset="-122"/>
              <a:buChar char=" "/>
              <a:tabLst/>
              <a:defRPr sz="900" baseline="0"/>
            </a:lvl2pPr>
            <a:lvl3pPr>
              <a:buNone/>
              <a:defRPr sz="1000"/>
            </a:lvl3pPr>
            <a:lvl4pPr>
              <a:buNone/>
              <a:defRPr sz="1000"/>
            </a:lvl4pPr>
            <a:lvl5pPr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0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132B4441-E44F-854A-A9C3-46F08E0FCFC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1" name="Footer Placeholder 133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703678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 / TO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 Placeholder 27"/>
          <p:cNvSpPr>
            <a:spLocks noGrp="1"/>
          </p:cNvSpPr>
          <p:nvPr>
            <p:ph type="body" sz="quarter" idx="21"/>
          </p:nvPr>
        </p:nvSpPr>
        <p:spPr>
          <a:xfrm>
            <a:off x="1219201" y="129540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7"/>
          <p:cNvSpPr>
            <a:spLocks noGrp="1"/>
          </p:cNvSpPr>
          <p:nvPr>
            <p:ph type="body" sz="quarter" idx="22"/>
          </p:nvPr>
        </p:nvSpPr>
        <p:spPr>
          <a:xfrm>
            <a:off x="1219201" y="1800013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7"/>
          <p:cNvSpPr>
            <a:spLocks noGrp="1"/>
          </p:cNvSpPr>
          <p:nvPr>
            <p:ph type="body" sz="quarter" idx="23"/>
          </p:nvPr>
        </p:nvSpPr>
        <p:spPr>
          <a:xfrm>
            <a:off x="1219201" y="2304626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7"/>
          <p:cNvSpPr>
            <a:spLocks noGrp="1"/>
          </p:cNvSpPr>
          <p:nvPr>
            <p:ph type="body" sz="quarter" idx="24"/>
          </p:nvPr>
        </p:nvSpPr>
        <p:spPr>
          <a:xfrm>
            <a:off x="1219201" y="2809239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7"/>
          <p:cNvSpPr>
            <a:spLocks noGrp="1"/>
          </p:cNvSpPr>
          <p:nvPr>
            <p:ph type="body" sz="quarter" idx="25"/>
          </p:nvPr>
        </p:nvSpPr>
        <p:spPr>
          <a:xfrm>
            <a:off x="1219201" y="3313852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7"/>
          <p:cNvSpPr>
            <a:spLocks noGrp="1"/>
          </p:cNvSpPr>
          <p:nvPr>
            <p:ph type="body" sz="quarter" idx="26"/>
          </p:nvPr>
        </p:nvSpPr>
        <p:spPr>
          <a:xfrm>
            <a:off x="1219201" y="3818465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7"/>
          <p:cNvSpPr>
            <a:spLocks noGrp="1"/>
          </p:cNvSpPr>
          <p:nvPr>
            <p:ph type="body" sz="quarter" idx="27"/>
          </p:nvPr>
        </p:nvSpPr>
        <p:spPr>
          <a:xfrm>
            <a:off x="1219201" y="4323078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7"/>
          <p:cNvSpPr>
            <a:spLocks noGrp="1"/>
          </p:cNvSpPr>
          <p:nvPr>
            <p:ph type="body" sz="quarter" idx="28"/>
          </p:nvPr>
        </p:nvSpPr>
        <p:spPr>
          <a:xfrm>
            <a:off x="1219201" y="4827691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609600" y="129540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609600" y="1800013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609600" y="2304626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609600" y="2809239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609600" y="3313852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609600" y="3818465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5"/>
          </p:nvPr>
        </p:nvSpPr>
        <p:spPr>
          <a:xfrm>
            <a:off x="609600" y="4323078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6"/>
          </p:nvPr>
        </p:nvSpPr>
        <p:spPr>
          <a:xfrm>
            <a:off x="609600" y="4827691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2" name="Text Placeholder 22"/>
          <p:cNvSpPr>
            <a:spLocks noGrp="1"/>
          </p:cNvSpPr>
          <p:nvPr>
            <p:ph type="body" sz="quarter" idx="37"/>
          </p:nvPr>
        </p:nvSpPr>
        <p:spPr>
          <a:xfrm>
            <a:off x="10972800" y="129540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2"/>
          <p:cNvSpPr>
            <a:spLocks noGrp="1"/>
          </p:cNvSpPr>
          <p:nvPr>
            <p:ph type="body" sz="quarter" idx="38"/>
          </p:nvPr>
        </p:nvSpPr>
        <p:spPr>
          <a:xfrm>
            <a:off x="10972800" y="1800013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2"/>
          <p:cNvSpPr>
            <a:spLocks noGrp="1"/>
          </p:cNvSpPr>
          <p:nvPr>
            <p:ph type="body" sz="quarter" idx="39"/>
          </p:nvPr>
        </p:nvSpPr>
        <p:spPr>
          <a:xfrm>
            <a:off x="10972800" y="2304626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40"/>
          </p:nvPr>
        </p:nvSpPr>
        <p:spPr>
          <a:xfrm>
            <a:off x="10972800" y="2809239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22"/>
          <p:cNvSpPr>
            <a:spLocks noGrp="1"/>
          </p:cNvSpPr>
          <p:nvPr>
            <p:ph type="body" sz="quarter" idx="41"/>
          </p:nvPr>
        </p:nvSpPr>
        <p:spPr>
          <a:xfrm>
            <a:off x="10972800" y="3313852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2"/>
          <p:cNvSpPr>
            <a:spLocks noGrp="1"/>
          </p:cNvSpPr>
          <p:nvPr>
            <p:ph type="body" sz="quarter" idx="42"/>
          </p:nvPr>
        </p:nvSpPr>
        <p:spPr>
          <a:xfrm>
            <a:off x="10972800" y="3818465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22"/>
          <p:cNvSpPr>
            <a:spLocks noGrp="1"/>
          </p:cNvSpPr>
          <p:nvPr>
            <p:ph type="body" sz="quarter" idx="43"/>
          </p:nvPr>
        </p:nvSpPr>
        <p:spPr>
          <a:xfrm>
            <a:off x="10972800" y="4323078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22"/>
          <p:cNvSpPr>
            <a:spLocks noGrp="1"/>
          </p:cNvSpPr>
          <p:nvPr>
            <p:ph type="body" sz="quarter" idx="44"/>
          </p:nvPr>
        </p:nvSpPr>
        <p:spPr>
          <a:xfrm>
            <a:off x="10972800" y="4827691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27"/>
          <p:cNvSpPr>
            <a:spLocks noGrp="1"/>
          </p:cNvSpPr>
          <p:nvPr>
            <p:ph type="body" sz="quarter" idx="45"/>
          </p:nvPr>
        </p:nvSpPr>
        <p:spPr>
          <a:xfrm>
            <a:off x="1215702" y="5332304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22"/>
          <p:cNvSpPr>
            <a:spLocks noGrp="1"/>
          </p:cNvSpPr>
          <p:nvPr>
            <p:ph type="body" sz="quarter" idx="46"/>
          </p:nvPr>
        </p:nvSpPr>
        <p:spPr>
          <a:xfrm>
            <a:off x="606100" y="5332304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22"/>
          <p:cNvSpPr>
            <a:spLocks noGrp="1"/>
          </p:cNvSpPr>
          <p:nvPr>
            <p:ph type="body" sz="quarter" idx="47"/>
          </p:nvPr>
        </p:nvSpPr>
        <p:spPr>
          <a:xfrm>
            <a:off x="10969300" y="5332304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27"/>
          <p:cNvSpPr>
            <a:spLocks noGrp="1"/>
          </p:cNvSpPr>
          <p:nvPr>
            <p:ph type="body" sz="quarter" idx="48"/>
          </p:nvPr>
        </p:nvSpPr>
        <p:spPr>
          <a:xfrm>
            <a:off x="1215702" y="5836920"/>
            <a:ext cx="9566031" cy="4114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anchor="ctr"/>
          <a:lstStyle>
            <a:lvl1pPr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22"/>
          <p:cNvSpPr>
            <a:spLocks noGrp="1"/>
          </p:cNvSpPr>
          <p:nvPr>
            <p:ph type="body" sz="quarter" idx="49"/>
          </p:nvPr>
        </p:nvSpPr>
        <p:spPr>
          <a:xfrm>
            <a:off x="606100" y="5836920"/>
            <a:ext cx="609600" cy="411480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4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22"/>
          <p:cNvSpPr>
            <a:spLocks noGrp="1"/>
          </p:cNvSpPr>
          <p:nvPr>
            <p:ph type="body" sz="quarter" idx="50"/>
          </p:nvPr>
        </p:nvSpPr>
        <p:spPr>
          <a:xfrm>
            <a:off x="10969300" y="5836920"/>
            <a:ext cx="609600" cy="41148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Slide Number Placeholder 9"/>
          <p:cNvSpPr>
            <a:spLocks noGrp="1"/>
          </p:cNvSpPr>
          <p:nvPr>
            <p:ph type="sldNum" sz="quarter" idx="51"/>
          </p:nvPr>
        </p:nvSpPr>
        <p:spPr/>
        <p:txBody>
          <a:bodyPr/>
          <a:lstStyle>
            <a:lvl1pPr>
              <a:defRPr/>
            </a:lvl1pPr>
          </a:lstStyle>
          <a:p>
            <a:fld id="{4A9EBD57-3091-C548-9F5E-83F63CC3338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53" name="Footer Placeholder 12"/>
          <p:cNvSpPr>
            <a:spLocks noGrp="1"/>
          </p:cNvSpPr>
          <p:nvPr>
            <p:ph type="ftr" sz="quarter" idx="5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554578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Major and Sub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1335024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5"/>
          <p:cNvSpPr>
            <a:spLocks noGrp="1"/>
          </p:cNvSpPr>
          <p:nvPr>
            <p:ph type="body" sz="quarter" idx="22"/>
          </p:nvPr>
        </p:nvSpPr>
        <p:spPr>
          <a:xfrm>
            <a:off x="609600" y="3744363"/>
            <a:ext cx="1828800" cy="2322576"/>
          </a:xfrm>
          <a:prstGeom prst="rect">
            <a:avLst/>
          </a:prstGeom>
          <a:solidFill>
            <a:srgbClr val="B01C2E"/>
          </a:solidFill>
        </p:spPr>
        <p:txBody>
          <a:bodyPr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2540000" y="1348565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2540000" y="3763963"/>
            <a:ext cx="1219200" cy="7772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5"/>
          <p:cNvSpPr>
            <a:spLocks noGrp="1"/>
          </p:cNvSpPr>
          <p:nvPr>
            <p:ph type="body" sz="quarter" idx="25"/>
          </p:nvPr>
        </p:nvSpPr>
        <p:spPr>
          <a:xfrm>
            <a:off x="2540000" y="2199167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5"/>
          <p:cNvSpPr>
            <a:spLocks noGrp="1"/>
          </p:cNvSpPr>
          <p:nvPr>
            <p:ph type="body" sz="quarter" idx="26"/>
          </p:nvPr>
        </p:nvSpPr>
        <p:spPr>
          <a:xfrm>
            <a:off x="2540000" y="4619625"/>
            <a:ext cx="1219200" cy="1463040"/>
          </a:xfrm>
          <a:prstGeom prst="rect">
            <a:avLst/>
          </a:prstGeom>
          <a:solidFill>
            <a:srgbClr val="8E8E8E"/>
          </a:solidFill>
          <a:ln>
            <a:solidFill>
              <a:srgbClr val="8E8E8E"/>
            </a:solidFill>
          </a:ln>
        </p:spPr>
        <p:txBody>
          <a:bodyPr rIns="45720" anchor="ctr"/>
          <a:lstStyle>
            <a:lvl1pPr marL="0" indent="0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3759200" y="1348565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759200" y="3763963"/>
            <a:ext cx="7827264" cy="777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3759200" y="2199167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3759200" y="4619625"/>
            <a:ext cx="7827264" cy="14630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rIns="45720" anchor="ctr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1622A13A-1CFD-CA4E-A8DD-C641C07281E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3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44763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4"/>
          <p:cNvSpPr>
            <a:spLocks/>
          </p:cNvSpPr>
          <p:nvPr userDrawn="1"/>
        </p:nvSpPr>
        <p:spPr bwMode="auto">
          <a:xfrm>
            <a:off x="6195484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8" name="Freeform 4"/>
          <p:cNvSpPr>
            <a:spLocks/>
          </p:cNvSpPr>
          <p:nvPr userDrawn="1"/>
        </p:nvSpPr>
        <p:spPr bwMode="auto">
          <a:xfrm>
            <a:off x="1003300" y="1914525"/>
            <a:ext cx="4876800" cy="4184650"/>
          </a:xfrm>
          <a:custGeom>
            <a:avLst/>
            <a:gdLst>
              <a:gd name="T0" fmla="*/ 2147483647 w 2475"/>
              <a:gd name="T1" fmla="*/ 2147483647 h 2469"/>
              <a:gd name="T2" fmla="*/ 2147483647 w 2475"/>
              <a:gd name="T3" fmla="*/ 0 h 2469"/>
              <a:gd name="T4" fmla="*/ 2147483647 w 2475"/>
              <a:gd name="T5" fmla="*/ 2147483647 h 2469"/>
              <a:gd name="T6" fmla="*/ 0 w 2475"/>
              <a:gd name="T7" fmla="*/ 2147483647 h 2469"/>
              <a:gd name="T8" fmla="*/ 0 w 2475"/>
              <a:gd name="T9" fmla="*/ 0 h 2469"/>
              <a:gd name="T10" fmla="*/ 2147483647 w 2475"/>
              <a:gd name="T11" fmla="*/ 2147483647 h 2469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475" h="2469">
                <a:moveTo>
                  <a:pt x="1235" y="147"/>
                </a:moveTo>
                <a:lnTo>
                  <a:pt x="2475" y="0"/>
                </a:lnTo>
                <a:lnTo>
                  <a:pt x="2475" y="2469"/>
                </a:lnTo>
                <a:lnTo>
                  <a:pt x="0" y="2469"/>
                </a:lnTo>
                <a:lnTo>
                  <a:pt x="0" y="0"/>
                </a:lnTo>
                <a:lnTo>
                  <a:pt x="1235" y="147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82880" tIns="365760" rIns="182880" bIns="182880"/>
          <a:lstStyle/>
          <a:p>
            <a:endParaRPr lang="en-US" sz="1800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3122762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8"/>
          <p:cNvSpPr>
            <a:spLocks noGrp="1"/>
          </p:cNvSpPr>
          <p:nvPr>
            <p:ph type="body" sz="quarter" idx="25"/>
          </p:nvPr>
        </p:nvSpPr>
        <p:spPr>
          <a:xfrm rot="5400000">
            <a:off x="8315844" y="-699446"/>
            <a:ext cx="636898" cy="4876800"/>
          </a:xfrm>
          <a:prstGeom prst="homePlate">
            <a:avLst>
              <a:gd name="adj" fmla="val 35000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1002811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6195893" y="2282953"/>
            <a:ext cx="4876800" cy="3813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9B3A2EF8-18A0-3548-8284-3CDE95E84B9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0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0263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Vertical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4"/>
          <p:cNvSpPr>
            <a:spLocks/>
          </p:cNvSpPr>
          <p:nvPr userDrawn="1"/>
        </p:nvSpPr>
        <p:spPr bwMode="auto">
          <a:xfrm>
            <a:off x="588434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2" name="Freeform 4"/>
          <p:cNvSpPr>
            <a:spLocks/>
          </p:cNvSpPr>
          <p:nvPr userDrawn="1"/>
        </p:nvSpPr>
        <p:spPr bwMode="auto">
          <a:xfrm>
            <a:off x="3403600" y="1911351"/>
            <a:ext cx="2559051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3" name="Freeform 4"/>
          <p:cNvSpPr>
            <a:spLocks/>
          </p:cNvSpPr>
          <p:nvPr userDrawn="1"/>
        </p:nvSpPr>
        <p:spPr bwMode="auto">
          <a:xfrm>
            <a:off x="6197601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4" name="Freeform 4"/>
          <p:cNvSpPr>
            <a:spLocks/>
          </p:cNvSpPr>
          <p:nvPr userDrawn="1"/>
        </p:nvSpPr>
        <p:spPr bwMode="auto">
          <a:xfrm>
            <a:off x="9027585" y="1911351"/>
            <a:ext cx="2561167" cy="4206875"/>
          </a:xfrm>
          <a:custGeom>
            <a:avLst/>
            <a:gdLst>
              <a:gd name="T0" fmla="*/ 2147483647 w 2475"/>
              <a:gd name="T1" fmla="*/ 2147483647 h 2946"/>
              <a:gd name="T2" fmla="*/ 2147483647 w 2475"/>
              <a:gd name="T3" fmla="*/ 2147483647 h 2946"/>
              <a:gd name="T4" fmla="*/ 2147483647 w 2475"/>
              <a:gd name="T5" fmla="*/ 2147483647 h 2946"/>
              <a:gd name="T6" fmla="*/ 2147483647 w 2475"/>
              <a:gd name="T7" fmla="*/ 2147483647 h 2946"/>
              <a:gd name="T8" fmla="*/ 0 w 2475"/>
              <a:gd name="T9" fmla="*/ 2147483647 h 2946"/>
              <a:gd name="T10" fmla="*/ 0 w 2475"/>
              <a:gd name="T11" fmla="*/ 2147483647 h 2946"/>
              <a:gd name="T12" fmla="*/ 2147483647 w 2475"/>
              <a:gd name="T13" fmla="*/ 0 h 2946"/>
              <a:gd name="T14" fmla="*/ 2147483647 w 2475"/>
              <a:gd name="T15" fmla="*/ 2147483647 h 294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</a:gdLst>
            <a:ahLst/>
            <a:cxnLst>
              <a:cxn ang="T16">
                <a:pos x="T0" y="T1"/>
              </a:cxn>
              <a:cxn ang="T17">
                <a:pos x="T2" y="T3"/>
              </a:cxn>
              <a:cxn ang="T18">
                <a:pos x="T4" y="T5"/>
              </a:cxn>
              <a:cxn ang="T19">
                <a:pos x="T6" y="T7"/>
              </a:cxn>
              <a:cxn ang="T20">
                <a:pos x="T8" y="T9"/>
              </a:cxn>
              <a:cxn ang="T21">
                <a:pos x="T10" y="T11"/>
              </a:cxn>
              <a:cxn ang="T22">
                <a:pos x="T12" y="T13"/>
              </a:cxn>
              <a:cxn ang="T23">
                <a:pos x="T14" y="T15"/>
              </a:cxn>
            </a:cxnLst>
            <a:rect l="0" t="0" r="r" b="b"/>
            <a:pathLst>
              <a:path w="2475" h="2946">
                <a:moveTo>
                  <a:pt x="1235" y="149"/>
                </a:moveTo>
                <a:lnTo>
                  <a:pt x="2475" y="2"/>
                </a:lnTo>
                <a:lnTo>
                  <a:pt x="2475" y="2471"/>
                </a:lnTo>
                <a:cubicBezTo>
                  <a:pt x="2466" y="2473"/>
                  <a:pt x="2458" y="2937"/>
                  <a:pt x="2449" y="2939"/>
                </a:cubicBezTo>
                <a:lnTo>
                  <a:pt x="0" y="2946"/>
                </a:lnTo>
                <a:lnTo>
                  <a:pt x="0" y="2"/>
                </a:lnTo>
                <a:cubicBezTo>
                  <a:pt x="1" y="1"/>
                  <a:pt x="2" y="1"/>
                  <a:pt x="3" y="0"/>
                </a:cubicBezTo>
                <a:lnTo>
                  <a:pt x="1235" y="149"/>
                </a:lnTo>
                <a:close/>
              </a:path>
            </a:pathLst>
          </a:custGeom>
          <a:noFill/>
          <a:ln w="6350" cap="flat" cmpd="sng">
            <a:solidFill>
              <a:srgbClr val="C0C0C0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tIns="274320" bIns="91440"/>
          <a:lstStyle/>
          <a:p>
            <a:endParaRPr lang="en-US" sz="1800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1563115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27"/>
          </p:nvPr>
        </p:nvSpPr>
        <p:spPr>
          <a:xfrm rot="5400000">
            <a:off x="4377013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8"/>
          <p:cNvSpPr>
            <a:spLocks noGrp="1"/>
          </p:cNvSpPr>
          <p:nvPr>
            <p:ph type="body" sz="quarter" idx="28"/>
          </p:nvPr>
        </p:nvSpPr>
        <p:spPr>
          <a:xfrm rot="5400000">
            <a:off x="7171436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29"/>
          </p:nvPr>
        </p:nvSpPr>
        <p:spPr>
          <a:xfrm rot="5400000">
            <a:off x="10002267" y="473964"/>
            <a:ext cx="612648" cy="2560320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589279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3403177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6197600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34"/>
          </p:nvPr>
        </p:nvSpPr>
        <p:spPr>
          <a:xfrm>
            <a:off x="9028431" y="2155123"/>
            <a:ext cx="2560320" cy="3959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6D75ED15-758A-614E-A17B-56CD5E692F69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25267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451104" y="1450181"/>
            <a:ext cx="3462528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l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4364739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3"/>
          <p:cNvSpPr>
            <a:spLocks noGrp="1"/>
          </p:cNvSpPr>
          <p:nvPr>
            <p:ph type="body" sz="quarter" idx="29"/>
          </p:nvPr>
        </p:nvSpPr>
        <p:spPr>
          <a:xfrm>
            <a:off x="8278372" y="1447805"/>
            <a:ext cx="3534833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4364736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8278368" y="2057400"/>
            <a:ext cx="3364992" cy="310896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5"/>
          <p:cNvSpPr>
            <a:spLocks noGrp="1"/>
          </p:cNvSpPr>
          <p:nvPr>
            <p:ph type="body" sz="quarter" idx="33"/>
          </p:nvPr>
        </p:nvSpPr>
        <p:spPr>
          <a:xfrm>
            <a:off x="451104" y="2057402"/>
            <a:ext cx="3364992" cy="276999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91440" anchor="t" anchorCtr="0">
            <a:spAutoFit/>
          </a:bodyPr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73736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914400">
              <a:buClr>
                <a:srgbClr val="B01C2E"/>
              </a:buClr>
              <a:buFont typeface="Arial" pitchFamily="34" charset="0"/>
              <a:buChar char="–"/>
              <a:defRPr sz="2000"/>
            </a:lvl5pPr>
            <a:lvl6pPr marL="1143000">
              <a:buClr>
                <a:srgbClr val="B01C2E"/>
              </a:buClr>
              <a:buFont typeface="Arial" pitchFamily="34" charset="0"/>
              <a:buChar char="–"/>
              <a:defRPr/>
            </a:lvl6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8A4AF9FF-8501-8442-BA34-6C86C862CF8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8478257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rge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ext Placeholder 8"/>
          <p:cNvSpPr>
            <a:spLocks noGrp="1"/>
          </p:cNvSpPr>
          <p:nvPr>
            <p:ph type="body" sz="quarter" idx="29"/>
          </p:nvPr>
        </p:nvSpPr>
        <p:spPr>
          <a:xfrm>
            <a:off x="9505696" y="1493520"/>
            <a:ext cx="1975104" cy="4754880"/>
          </a:xfrm>
          <a:prstGeom prst="rect">
            <a:avLst/>
          </a:prstGeom>
          <a:ln>
            <a:solidFill>
              <a:srgbClr val="C0C0C0"/>
            </a:solidFill>
          </a:ln>
        </p:spPr>
        <p:txBody>
          <a:bodyPr lIns="45720" anchor="t"/>
          <a:lstStyle>
            <a:lvl1pPr marL="164592" indent="-164592" algn="l">
              <a:lnSpc>
                <a:spcPts val="1400"/>
              </a:lnSpc>
              <a:spcBef>
                <a:spcPts val="0"/>
              </a:spcBef>
              <a:buClr>
                <a:schemeClr val="accent1"/>
              </a:buClr>
              <a:buFont typeface="Wingdings" pitchFamily="2" charset="2"/>
              <a:buChar char="§"/>
              <a:defRPr sz="1200" b="0">
                <a:solidFill>
                  <a:srgbClr val="000000"/>
                </a:solidFill>
              </a:defRPr>
            </a:lvl1pPr>
            <a:lvl2pPr marL="164592" indent="0" algn="l">
              <a:spcBef>
                <a:spcPts val="700"/>
              </a:spcBef>
              <a:buNone/>
              <a:defRPr sz="1200" b="0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5"/>
          <p:cNvSpPr>
            <a:spLocks noGrp="1"/>
          </p:cNvSpPr>
          <p:nvPr>
            <p:ph type="body" sz="quarter" idx="21"/>
          </p:nvPr>
        </p:nvSpPr>
        <p:spPr>
          <a:xfrm>
            <a:off x="609600" y="16002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C0C0C0"/>
              </a:buClr>
              <a:buSzTx/>
              <a:buFont typeface="Wingdings 2" pitchFamily="18" charset="2"/>
              <a:buChar char="¡"/>
              <a:tabLst/>
              <a:defRPr sz="1200" b="1" baseline="0">
                <a:solidFill>
                  <a:srgbClr val="FFFFFF"/>
                </a:solidFill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5"/>
          <p:cNvSpPr>
            <a:spLocks noGrp="1"/>
          </p:cNvSpPr>
          <p:nvPr>
            <p:ph type="body" sz="quarter" idx="23"/>
          </p:nvPr>
        </p:nvSpPr>
        <p:spPr>
          <a:xfrm>
            <a:off x="609600" y="48768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5"/>
          <p:cNvSpPr>
            <a:spLocks noGrp="1"/>
          </p:cNvSpPr>
          <p:nvPr>
            <p:ph type="body" sz="quarter" idx="24"/>
          </p:nvPr>
        </p:nvSpPr>
        <p:spPr>
          <a:xfrm>
            <a:off x="609600" y="3238500"/>
            <a:ext cx="2133600" cy="128016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marL="118872" marR="0" indent="-11887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¡"/>
              <a:tabLst/>
              <a:defRPr lang="en-US" sz="1200" b="1" kern="1200" baseline="0" dirty="0" smtClean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117475" indent="0">
              <a:buFontTx/>
              <a:buNone/>
              <a:defRPr sz="10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5"/>
          <p:cNvSpPr>
            <a:spLocks noGrp="1"/>
          </p:cNvSpPr>
          <p:nvPr>
            <p:ph type="body" sz="quarter" idx="30"/>
          </p:nvPr>
        </p:nvSpPr>
        <p:spPr>
          <a:xfrm>
            <a:off x="2922016" y="16002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Text Placeholder 5"/>
          <p:cNvSpPr>
            <a:spLocks noGrp="1"/>
          </p:cNvSpPr>
          <p:nvPr>
            <p:ph type="body" sz="quarter" idx="31"/>
          </p:nvPr>
        </p:nvSpPr>
        <p:spPr>
          <a:xfrm>
            <a:off x="2922016" y="32385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5"/>
          <p:cNvSpPr>
            <a:spLocks noGrp="1"/>
          </p:cNvSpPr>
          <p:nvPr>
            <p:ph type="body" sz="quarter" idx="32"/>
          </p:nvPr>
        </p:nvSpPr>
        <p:spPr>
          <a:xfrm>
            <a:off x="2922016" y="4876800"/>
            <a:ext cx="6486144" cy="1280160"/>
          </a:xfrm>
          <a:prstGeom prst="homePlate">
            <a:avLst>
              <a:gd name="adj" fmla="val 25111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" anchor="ctr"/>
          <a:lstStyle>
            <a:lvl1pPr marL="164592" marR="0" indent="-164592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chemeClr val="accent1"/>
              </a:buClr>
              <a:buSzTx/>
              <a:buFont typeface="Wingdings 2" pitchFamily="18" charset="2"/>
              <a:buChar char=""/>
              <a:tabLst/>
              <a:defRPr sz="1200" baseline="0"/>
            </a:lvl1pPr>
            <a:lvl2pPr marL="329184" indent="-164592"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438912" indent="-164592">
              <a:buClr>
                <a:srgbClr val="B01C2E"/>
              </a:buClr>
              <a:buFont typeface="Arial" pitchFamily="34" charset="0"/>
              <a:buChar char="‒"/>
              <a:defRPr sz="1200" baseline="0"/>
            </a:lvl3pPr>
            <a:lvl4pPr marL="603504" indent="-164592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768096" indent="-164592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914400" indent="-164592">
              <a:buClr>
                <a:srgbClr val="B01C2E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33"/>
          </p:nvPr>
        </p:nvSpPr>
        <p:spPr/>
        <p:txBody>
          <a:bodyPr/>
          <a:lstStyle>
            <a:lvl1pPr>
              <a:defRPr/>
            </a:lvl1pPr>
          </a:lstStyle>
          <a:p>
            <a:fld id="{00398512-78EB-D84B-88E3-8EFD360D49E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4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49188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Two palettes moving 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AutoShape 3"/>
          <p:cNvSpPr>
            <a:spLocks noChangeArrowheads="1"/>
          </p:cNvSpPr>
          <p:nvPr userDrawn="1"/>
        </p:nvSpPr>
        <p:spPr bwMode="auto">
          <a:xfrm>
            <a:off x="912284" y="2635250"/>
            <a:ext cx="10369549" cy="1587500"/>
          </a:xfrm>
          <a:prstGeom prst="homePlate">
            <a:avLst>
              <a:gd name="adj" fmla="val 32592"/>
            </a:avLst>
          </a:prstGeom>
          <a:gradFill rotWithShape="1">
            <a:gsLst>
              <a:gs pos="0">
                <a:srgbClr val="9E9E9E"/>
              </a:gs>
              <a:gs pos="50000">
                <a:srgbClr val="C4C4C4"/>
              </a:gs>
              <a:gs pos="100000">
                <a:srgbClr val="E3E3E3"/>
              </a:gs>
            </a:gsLst>
            <a:lin ang="10800000" scaled="1"/>
          </a:gradFill>
          <a:ln>
            <a:noFill/>
          </a:ln>
          <a:extLst>
            <a:ext uri="{91240B29-F687-4F45-9708-019B960494DF}">
              <a14:hiddenLine xmlns:a14="http://schemas.microsoft.com/office/drawing/2010/main" w="63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tIns="91440" bIns="9144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eaLnBrk="1" hangingPunct="1"/>
            <a:endParaRPr lang="en-US" altLang="en-US" sz="1800" dirty="0">
              <a:latin typeface="Arial" charset="0"/>
            </a:endParaRPr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40208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6096000" y="1417320"/>
            <a:ext cx="4389120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Content Placeholder 10"/>
          <p:cNvSpPr>
            <a:spLocks noGrp="1"/>
          </p:cNvSpPr>
          <p:nvPr>
            <p:ph sz="quarter" idx="20"/>
          </p:nvPr>
        </p:nvSpPr>
        <p:spPr>
          <a:xfrm>
            <a:off x="140208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Content Placeholder 10"/>
          <p:cNvSpPr>
            <a:spLocks noGrp="1"/>
          </p:cNvSpPr>
          <p:nvPr>
            <p:ph sz="quarter" idx="24"/>
          </p:nvPr>
        </p:nvSpPr>
        <p:spPr>
          <a:xfrm>
            <a:off x="6096000" y="1874520"/>
            <a:ext cx="4389120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B47071-B393-DC4F-9921-408D035EE572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098441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li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7"/>
          <p:cNvSpPr>
            <a:spLocks/>
          </p:cNvSpPr>
          <p:nvPr userDrawn="1"/>
        </p:nvSpPr>
        <p:spPr bwMode="auto">
          <a:xfrm>
            <a:off x="5846233" y="3341688"/>
            <a:ext cx="501651" cy="1403350"/>
          </a:xfrm>
          <a:custGeom>
            <a:avLst/>
            <a:gdLst>
              <a:gd name="T0" fmla="*/ 2147483647 w 176"/>
              <a:gd name="T1" fmla="*/ 0 h 608"/>
              <a:gd name="T2" fmla="*/ 0 w 176"/>
              <a:gd name="T3" fmla="*/ 2147483647 h 608"/>
              <a:gd name="T4" fmla="*/ 2147483647 w 176"/>
              <a:gd name="T5" fmla="*/ 2147483647 h 608"/>
              <a:gd name="T6" fmla="*/ 0 w 176"/>
              <a:gd name="T7" fmla="*/ 2147483647 h 608"/>
              <a:gd name="T8" fmla="*/ 2147483647 w 176"/>
              <a:gd name="T9" fmla="*/ 2147483647 h 608"/>
              <a:gd name="T10" fmla="*/ 2147483647 w 176"/>
              <a:gd name="T11" fmla="*/ 2147483647 h 608"/>
              <a:gd name="T12" fmla="*/ 0 w 176"/>
              <a:gd name="T13" fmla="*/ 2147483647 h 608"/>
              <a:gd name="T14" fmla="*/ 0 w 176"/>
              <a:gd name="T15" fmla="*/ 2147483647 h 608"/>
              <a:gd name="T16" fmla="*/ 2147483647 w 176"/>
              <a:gd name="T17" fmla="*/ 2147483647 h 608"/>
              <a:gd name="T18" fmla="*/ 2147483647 w 176"/>
              <a:gd name="T19" fmla="*/ 2147483647 h 608"/>
              <a:gd name="T20" fmla="*/ 2147483647 w 176"/>
              <a:gd name="T21" fmla="*/ 2147483647 h 608"/>
              <a:gd name="T22" fmla="*/ 2147483647 w 176"/>
              <a:gd name="T23" fmla="*/ 2147483647 h 608"/>
              <a:gd name="T24" fmla="*/ 2147483647 w 176"/>
              <a:gd name="T25" fmla="*/ 2147483647 h 608"/>
              <a:gd name="T26" fmla="*/ 2147483647 w 176"/>
              <a:gd name="T27" fmla="*/ 2147483647 h 608"/>
              <a:gd name="T28" fmla="*/ 2147483647 w 176"/>
              <a:gd name="T29" fmla="*/ 0 h 608"/>
              <a:gd name="T30" fmla="*/ 2147483647 w 176"/>
              <a:gd name="T31" fmla="*/ 0 h 608"/>
              <a:gd name="T32" fmla="*/ 0 60000 65536"/>
              <a:gd name="T33" fmla="*/ 0 60000 65536"/>
              <a:gd name="T34" fmla="*/ 0 60000 65536"/>
              <a:gd name="T35" fmla="*/ 0 60000 65536"/>
              <a:gd name="T36" fmla="*/ 0 60000 65536"/>
              <a:gd name="T37" fmla="*/ 0 60000 655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</a:gdLst>
            <a:ahLst/>
            <a:cxnLst>
              <a:cxn ang="T32">
                <a:pos x="T0" y="T1"/>
              </a:cxn>
              <a:cxn ang="T33">
                <a:pos x="T2" y="T3"/>
              </a:cxn>
              <a:cxn ang="T34">
                <a:pos x="T4" y="T5"/>
              </a:cxn>
              <a:cxn ang="T35">
                <a:pos x="T6" y="T7"/>
              </a:cxn>
              <a:cxn ang="T36">
                <a:pos x="T8" y="T9"/>
              </a:cxn>
              <a:cxn ang="T37">
                <a:pos x="T10" y="T11"/>
              </a:cxn>
              <a:cxn ang="T38">
                <a:pos x="T12" y="T13"/>
              </a:cxn>
              <a:cxn ang="T39">
                <a:pos x="T14" y="T15"/>
              </a:cxn>
              <a:cxn ang="T40">
                <a:pos x="T16" y="T17"/>
              </a:cxn>
              <a:cxn ang="T41">
                <a:pos x="T18" y="T19"/>
              </a:cxn>
              <a:cxn ang="T42">
                <a:pos x="T20" y="T21"/>
              </a:cxn>
              <a:cxn ang="T43">
                <a:pos x="T22" y="T23"/>
              </a:cxn>
              <a:cxn ang="T44">
                <a:pos x="T24" y="T25"/>
              </a:cxn>
              <a:cxn ang="T45">
                <a:pos x="T26" y="T27"/>
              </a:cxn>
              <a:cxn ang="T46">
                <a:pos x="T28" y="T29"/>
              </a:cxn>
              <a:cxn ang="T47">
                <a:pos x="T30" y="T31"/>
              </a:cxn>
            </a:cxnLst>
            <a:rect l="0" t="0" r="r" b="b"/>
            <a:pathLst>
              <a:path w="176" h="608">
                <a:moveTo>
                  <a:pt x="72" y="0"/>
                </a:moveTo>
                <a:lnTo>
                  <a:pt x="0" y="232"/>
                </a:lnTo>
                <a:lnTo>
                  <a:pt x="48" y="232"/>
                </a:lnTo>
                <a:lnTo>
                  <a:pt x="0" y="376"/>
                </a:lnTo>
                <a:lnTo>
                  <a:pt x="72" y="376"/>
                </a:lnTo>
                <a:lnTo>
                  <a:pt x="32" y="504"/>
                </a:lnTo>
                <a:lnTo>
                  <a:pt x="0" y="504"/>
                </a:lnTo>
                <a:lnTo>
                  <a:pt x="0" y="608"/>
                </a:lnTo>
                <a:lnTo>
                  <a:pt x="96" y="496"/>
                </a:lnTo>
                <a:lnTo>
                  <a:pt x="48" y="504"/>
                </a:lnTo>
                <a:lnTo>
                  <a:pt x="144" y="336"/>
                </a:lnTo>
                <a:lnTo>
                  <a:pt x="72" y="336"/>
                </a:lnTo>
                <a:lnTo>
                  <a:pt x="144" y="192"/>
                </a:lnTo>
                <a:lnTo>
                  <a:pt x="88" y="192"/>
                </a:lnTo>
                <a:lnTo>
                  <a:pt x="176" y="0"/>
                </a:lnTo>
                <a:lnTo>
                  <a:pt x="72" y="0"/>
                </a:lnTo>
                <a:close/>
              </a:path>
            </a:pathLst>
          </a:custGeom>
          <a:solidFill>
            <a:srgbClr val="B01C2E"/>
          </a:solidFill>
          <a:ln w="6350" cap="flat" cmpd="sng">
            <a:solidFill>
              <a:srgbClr val="B01C2E"/>
            </a:solidFill>
            <a:prstDash val="solid"/>
            <a:round/>
            <a:headEnd/>
            <a:tailEnd/>
          </a:ln>
        </p:spPr>
        <p:txBody>
          <a:bodyPr lIns="72000" tIns="72000" rIns="72000" bIns="72000" anchor="ctr"/>
          <a:lstStyle/>
          <a:p>
            <a:endParaRPr lang="en-US" sz="1800" dirty="0"/>
          </a:p>
        </p:txBody>
      </p:sp>
      <p:sp>
        <p:nvSpPr>
          <p:cNvPr id="18" name="Text Placeholder 17"/>
          <p:cNvSpPr>
            <a:spLocks noGrp="1"/>
          </p:cNvSpPr>
          <p:nvPr>
            <p:ph type="body" sz="quarter" idx="21"/>
          </p:nvPr>
        </p:nvSpPr>
        <p:spPr>
          <a:xfrm>
            <a:off x="1113536" y="1417320"/>
            <a:ext cx="4047744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 baseline="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7"/>
          <p:cNvSpPr>
            <a:spLocks noGrp="1"/>
          </p:cNvSpPr>
          <p:nvPr>
            <p:ph type="body" sz="quarter" idx="23"/>
          </p:nvPr>
        </p:nvSpPr>
        <p:spPr>
          <a:xfrm>
            <a:off x="7022169" y="1417320"/>
            <a:ext cx="4072128" cy="457200"/>
          </a:xfrm>
          <a:prstGeom prst="rect">
            <a:avLst/>
          </a:prstGeom>
          <a:solidFill>
            <a:srgbClr val="B01C2E"/>
          </a:solidFill>
          <a:ln>
            <a:solidFill>
              <a:srgbClr val="C0C0C0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Content Placeholder 10"/>
          <p:cNvSpPr>
            <a:spLocks noGrp="1"/>
          </p:cNvSpPr>
          <p:nvPr>
            <p:ph sz="quarter" idx="20"/>
          </p:nvPr>
        </p:nvSpPr>
        <p:spPr>
          <a:xfrm>
            <a:off x="1113536" y="1874520"/>
            <a:ext cx="4389120" cy="4343400"/>
          </a:xfrm>
          <a:prstGeom prst="homePlate">
            <a:avLst>
              <a:gd name="adj" fmla="val 7684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Content Placeholder 10"/>
          <p:cNvSpPr>
            <a:spLocks noGrp="1"/>
          </p:cNvSpPr>
          <p:nvPr>
            <p:ph sz="quarter" idx="24"/>
          </p:nvPr>
        </p:nvSpPr>
        <p:spPr>
          <a:xfrm flipH="1">
            <a:off x="6705177" y="1874520"/>
            <a:ext cx="4389120" cy="4343400"/>
          </a:xfrm>
          <a:prstGeom prst="homePlate">
            <a:avLst>
              <a:gd name="adj" fmla="val 7343"/>
            </a:avLst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2286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5"/>
          </p:nvPr>
        </p:nvSpPr>
        <p:spPr/>
        <p:txBody>
          <a:bodyPr/>
          <a:lstStyle>
            <a:lvl1pPr>
              <a:defRPr/>
            </a:lvl1pPr>
          </a:lstStyle>
          <a:p>
            <a:fld id="{6C637242-61C1-4C47-AFEF-079B86936FE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" name="Footer Placeholder 12"/>
          <p:cNvSpPr>
            <a:spLocks noGrp="1"/>
          </p:cNvSpPr>
          <p:nvPr>
            <p:ph type="ftr" sz="quarter" idx="2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94056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sequences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Content Placeholder 10"/>
          <p:cNvSpPr>
            <a:spLocks noGrp="1"/>
          </p:cNvSpPr>
          <p:nvPr>
            <p:ph sz="quarter" idx="35"/>
          </p:nvPr>
        </p:nvSpPr>
        <p:spPr>
          <a:xfrm>
            <a:off x="8242300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0" rIns="9144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Content Placeholder 10"/>
          <p:cNvSpPr>
            <a:spLocks noGrp="1"/>
          </p:cNvSpPr>
          <p:nvPr>
            <p:ph sz="quarter" idx="20"/>
          </p:nvPr>
        </p:nvSpPr>
        <p:spPr>
          <a:xfrm>
            <a:off x="646176" y="1577977"/>
            <a:ext cx="3316224" cy="393192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0"/>
          </p:nvPr>
        </p:nvSpPr>
        <p:spPr>
          <a:xfrm>
            <a:off x="3556000" y="18288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3"/>
          <p:cNvSpPr>
            <a:spLocks noGrp="1"/>
          </p:cNvSpPr>
          <p:nvPr>
            <p:ph type="body" sz="quarter" idx="21"/>
          </p:nvPr>
        </p:nvSpPr>
        <p:spPr>
          <a:xfrm>
            <a:off x="3556000" y="242316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22"/>
          </p:nvPr>
        </p:nvSpPr>
        <p:spPr>
          <a:xfrm>
            <a:off x="3556000" y="301752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3"/>
          <p:cNvSpPr>
            <a:spLocks noGrp="1"/>
          </p:cNvSpPr>
          <p:nvPr>
            <p:ph type="body" sz="quarter" idx="23"/>
          </p:nvPr>
        </p:nvSpPr>
        <p:spPr>
          <a:xfrm>
            <a:off x="3556000" y="361188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4"/>
          </p:nvPr>
        </p:nvSpPr>
        <p:spPr>
          <a:xfrm>
            <a:off x="3556000" y="420624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3"/>
          <p:cNvSpPr>
            <a:spLocks noGrp="1"/>
          </p:cNvSpPr>
          <p:nvPr>
            <p:ph type="body" sz="quarter" idx="25"/>
          </p:nvPr>
        </p:nvSpPr>
        <p:spPr>
          <a:xfrm>
            <a:off x="3556000" y="4800600"/>
            <a:ext cx="5242560" cy="484632"/>
          </a:xfrm>
          <a:prstGeom prst="homePlate">
            <a:avLst>
              <a:gd name="adj" fmla="val 162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177800" indent="0">
              <a:spcBef>
                <a:spcPts val="0"/>
              </a:spcBef>
              <a:buNone/>
              <a:defRPr sz="12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22"/>
          <p:cNvSpPr>
            <a:spLocks noGrp="1"/>
          </p:cNvSpPr>
          <p:nvPr>
            <p:ph type="body" sz="quarter" idx="29"/>
          </p:nvPr>
        </p:nvSpPr>
        <p:spPr>
          <a:xfrm>
            <a:off x="3352800" y="1981200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22"/>
          <p:cNvSpPr>
            <a:spLocks noGrp="1"/>
          </p:cNvSpPr>
          <p:nvPr>
            <p:ph type="body" sz="quarter" idx="30"/>
          </p:nvPr>
        </p:nvSpPr>
        <p:spPr>
          <a:xfrm>
            <a:off x="3352800" y="2570074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22"/>
          <p:cNvSpPr>
            <a:spLocks noGrp="1"/>
          </p:cNvSpPr>
          <p:nvPr>
            <p:ph type="body" sz="quarter" idx="31"/>
          </p:nvPr>
        </p:nvSpPr>
        <p:spPr>
          <a:xfrm>
            <a:off x="3352800" y="315894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22"/>
          <p:cNvSpPr>
            <a:spLocks noGrp="1"/>
          </p:cNvSpPr>
          <p:nvPr>
            <p:ph type="body" sz="quarter" idx="32"/>
          </p:nvPr>
        </p:nvSpPr>
        <p:spPr>
          <a:xfrm>
            <a:off x="3352800" y="3747822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22"/>
          <p:cNvSpPr>
            <a:spLocks noGrp="1"/>
          </p:cNvSpPr>
          <p:nvPr>
            <p:ph type="body" sz="quarter" idx="33"/>
          </p:nvPr>
        </p:nvSpPr>
        <p:spPr>
          <a:xfrm>
            <a:off x="3352800" y="4336696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22"/>
          <p:cNvSpPr>
            <a:spLocks noGrp="1"/>
          </p:cNvSpPr>
          <p:nvPr>
            <p:ph type="body" sz="quarter" idx="34"/>
          </p:nvPr>
        </p:nvSpPr>
        <p:spPr>
          <a:xfrm>
            <a:off x="3352800" y="4925568"/>
            <a:ext cx="316992" cy="256032"/>
          </a:xfrm>
          <a:prstGeom prst="rect">
            <a:avLst/>
          </a:prstGeom>
          <a:solidFill>
            <a:srgbClr val="B01C2E"/>
          </a:solidFill>
          <a:ln>
            <a:solidFill>
              <a:srgbClr val="999999"/>
            </a:solidFill>
          </a:ln>
        </p:spPr>
        <p:txBody>
          <a:bodyPr lIns="0" tIns="0" rIns="0" bIns="0" anchor="ctr"/>
          <a:lstStyle>
            <a:lvl1pPr marL="0" indent="0" algn="ctr">
              <a:spcBef>
                <a:spcPts val="0"/>
              </a:spcBef>
              <a:buNone/>
              <a:defRPr sz="16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6F716D94-026E-1240-A247-91A0127FD88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775436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Horizont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19"/>
          <p:cNvSpPr>
            <a:spLocks noGrp="1"/>
          </p:cNvSpPr>
          <p:nvPr>
            <p:ph type="body" sz="quarter" idx="10"/>
          </p:nvPr>
        </p:nvSpPr>
        <p:spPr>
          <a:xfrm>
            <a:off x="528320" y="160020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495040" y="160020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528320" y="274828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495040" y="274828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528320" y="389636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3495040" y="389636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536355" y="5044440"/>
            <a:ext cx="2438400" cy="1051560"/>
          </a:xfrm>
          <a:prstGeom prst="homePlate">
            <a:avLst>
              <a:gd name="adj" fmla="val 24892"/>
            </a:avLst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marL="0" indent="0"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35"/>
          </p:nvPr>
        </p:nvSpPr>
        <p:spPr>
          <a:xfrm>
            <a:off x="3503075" y="5044440"/>
            <a:ext cx="816864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DDD5FA0E-3EAB-CB47-B428-C2E5915BFD6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4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570538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Vertical chevrons wit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 Placeholder 13"/>
          <p:cNvSpPr>
            <a:spLocks noGrp="1"/>
          </p:cNvSpPr>
          <p:nvPr>
            <p:ph type="body" sz="quarter" idx="17"/>
          </p:nvPr>
        </p:nvSpPr>
        <p:spPr>
          <a:xfrm rot="5400000">
            <a:off x="1187196" y="794005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3149600" y="1371600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30"/>
          </p:nvPr>
        </p:nvSpPr>
        <p:spPr>
          <a:xfrm>
            <a:off x="3149600" y="2474977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31"/>
          </p:nvPr>
        </p:nvSpPr>
        <p:spPr>
          <a:xfrm>
            <a:off x="3149600" y="3578353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3149600" y="4681728"/>
            <a:ext cx="8290560" cy="10515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13"/>
          <p:cNvSpPr>
            <a:spLocks noGrp="1"/>
          </p:cNvSpPr>
          <p:nvPr>
            <p:ph type="body" sz="quarter" idx="33"/>
          </p:nvPr>
        </p:nvSpPr>
        <p:spPr>
          <a:xfrm rot="5400000">
            <a:off x="1187196" y="1897381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3"/>
          <p:cNvSpPr>
            <a:spLocks noGrp="1"/>
          </p:cNvSpPr>
          <p:nvPr>
            <p:ph type="body" sz="quarter" idx="34"/>
          </p:nvPr>
        </p:nvSpPr>
        <p:spPr>
          <a:xfrm rot="5400000">
            <a:off x="1187196" y="3000757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3"/>
          <p:cNvSpPr>
            <a:spLocks noGrp="1"/>
          </p:cNvSpPr>
          <p:nvPr>
            <p:ph type="body" sz="quarter" idx="35"/>
          </p:nvPr>
        </p:nvSpPr>
        <p:spPr>
          <a:xfrm rot="5400000">
            <a:off x="1187196" y="4104132"/>
            <a:ext cx="1271016" cy="2426208"/>
          </a:xfrm>
          <a:prstGeom prst="chevron">
            <a:avLst>
              <a:gd name="adj" fmla="val 18344"/>
            </a:avLst>
          </a:prstGeom>
          <a:solidFill>
            <a:srgbClr val="B01C2E"/>
          </a:solidFill>
        </p:spPr>
        <p:txBody>
          <a:bodyPr vert="vert270"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Slide Number Placeholder 9"/>
          <p:cNvSpPr>
            <a:spLocks noGrp="1"/>
          </p:cNvSpPr>
          <p:nvPr>
            <p:ph type="sldNum" sz="quarter" idx="36"/>
          </p:nvPr>
        </p:nvSpPr>
        <p:spPr/>
        <p:txBody>
          <a:bodyPr/>
          <a:lstStyle>
            <a:lvl1pPr>
              <a:defRPr/>
            </a:lvl1pPr>
          </a:lstStyle>
          <a:p>
            <a:fld id="{4835DA82-056E-9542-8819-BE1B86DFF07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12"/>
          <p:cNvSpPr>
            <a:spLocks noGrp="1"/>
          </p:cNvSpPr>
          <p:nvPr>
            <p:ph type="ftr" sz="quarter" idx="37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312797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tri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AutoShape 8"/>
          <p:cNvSpPr>
            <a:spLocks noChangeArrowheads="1"/>
          </p:cNvSpPr>
          <p:nvPr userDrawn="1"/>
        </p:nvSpPr>
        <p:spPr bwMode="auto">
          <a:xfrm rot="5400000">
            <a:off x="7797801" y="3117850"/>
            <a:ext cx="4406900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2" name="AutoShape 4"/>
          <p:cNvSpPr>
            <a:spLocks noChangeArrowheads="1"/>
          </p:cNvSpPr>
          <p:nvPr userDrawn="1"/>
        </p:nvSpPr>
        <p:spPr bwMode="auto">
          <a:xfrm rot="5400000">
            <a:off x="-277813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3" name="AutoShape 5"/>
          <p:cNvSpPr>
            <a:spLocks noChangeArrowheads="1"/>
          </p:cNvSpPr>
          <p:nvPr userDrawn="1"/>
        </p:nvSpPr>
        <p:spPr bwMode="auto">
          <a:xfrm rot="5400000">
            <a:off x="1741488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AutoShape 6"/>
          <p:cNvSpPr>
            <a:spLocks noChangeArrowheads="1"/>
          </p:cNvSpPr>
          <p:nvPr userDrawn="1"/>
        </p:nvSpPr>
        <p:spPr bwMode="auto">
          <a:xfrm rot="5400000">
            <a:off x="3758672" y="3122613"/>
            <a:ext cx="4416425" cy="1828800"/>
          </a:xfrm>
          <a:prstGeom prst="homePlate">
            <a:avLst>
              <a:gd name="adj" fmla="val 19772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AutoShape 7"/>
          <p:cNvSpPr>
            <a:spLocks noChangeArrowheads="1"/>
          </p:cNvSpPr>
          <p:nvPr userDrawn="1"/>
        </p:nvSpPr>
        <p:spPr bwMode="auto">
          <a:xfrm rot="5400000">
            <a:off x="5777972" y="3122613"/>
            <a:ext cx="4416425" cy="1828800"/>
          </a:xfrm>
          <a:prstGeom prst="homePlate">
            <a:avLst>
              <a:gd name="adj" fmla="val 19749"/>
            </a:avLst>
          </a:prstGeom>
          <a:gradFill flip="none" rotWithShape="1">
            <a:gsLst>
              <a:gs pos="0">
                <a:schemeClr val="tx1">
                  <a:tint val="66000"/>
                  <a:satMod val="160000"/>
                </a:schemeClr>
              </a:gs>
              <a:gs pos="50000">
                <a:schemeClr val="tx1">
                  <a:tint val="44500"/>
                  <a:satMod val="160000"/>
                </a:schemeClr>
              </a:gs>
              <a:gs pos="100000">
                <a:schemeClr val="tx1">
                  <a:tint val="23500"/>
                  <a:satMod val="160000"/>
                </a:schemeClr>
              </a:gs>
            </a:gsLst>
            <a:lin ang="0" scaled="1"/>
            <a:tileRect/>
          </a:gradFill>
          <a:ln w="6350">
            <a:noFill/>
            <a:miter lim="800000"/>
            <a:headEnd/>
            <a:tailEnd/>
          </a:ln>
          <a:effectLst/>
        </p:spPr>
        <p:txBody>
          <a:bodyPr lIns="72000" tIns="72000" rIns="72000" bIns="72000" anchor="ctr"/>
          <a:lstStyle/>
          <a:p>
            <a:pPr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0"/>
          </p:nvPr>
        </p:nvSpPr>
        <p:spPr>
          <a:xfrm>
            <a:off x="10160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6"/>
          <p:cNvSpPr>
            <a:spLocks noGrp="1"/>
          </p:cNvSpPr>
          <p:nvPr>
            <p:ph type="body" sz="quarter" idx="11"/>
          </p:nvPr>
        </p:nvSpPr>
        <p:spPr>
          <a:xfrm>
            <a:off x="3035300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6"/>
          <p:cNvSpPr>
            <a:spLocks noGrp="1"/>
          </p:cNvSpPr>
          <p:nvPr>
            <p:ph type="body" sz="quarter" idx="12"/>
          </p:nvPr>
        </p:nvSpPr>
        <p:spPr>
          <a:xfrm>
            <a:off x="50524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6"/>
          <p:cNvSpPr>
            <a:spLocks noGrp="1"/>
          </p:cNvSpPr>
          <p:nvPr>
            <p:ph type="body" sz="quarter" idx="13"/>
          </p:nvPr>
        </p:nvSpPr>
        <p:spPr>
          <a:xfrm>
            <a:off x="7071784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6"/>
          <p:cNvSpPr>
            <a:spLocks noGrp="1"/>
          </p:cNvSpPr>
          <p:nvPr>
            <p:ph type="body" sz="quarter" idx="14"/>
          </p:nvPr>
        </p:nvSpPr>
        <p:spPr>
          <a:xfrm>
            <a:off x="9086851" y="1417320"/>
            <a:ext cx="1828800" cy="457200"/>
          </a:xfrm>
          <a:prstGeom prst="rect">
            <a:avLst/>
          </a:prstGeom>
          <a:solidFill>
            <a:srgbClr val="4D4D4D"/>
          </a:solidFill>
        </p:spPr>
        <p:txBody>
          <a:bodyPr anchor="ctr"/>
          <a:lstStyle>
            <a:lvl1pPr marL="0" indent="0" algn="ctr">
              <a:spcBef>
                <a:spcPts val="0"/>
              </a:spcBef>
              <a:buNone/>
              <a:defRPr lang="en-US" sz="1200" b="1" kern="1200" dirty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812800" y="21336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 marL="685800">
              <a:buClr>
                <a:srgbClr val="B01C2E"/>
              </a:buClr>
              <a:buFont typeface="Arial" pitchFamily="34" charset="0"/>
              <a:buChar char="–"/>
              <a:defRPr sz="1200"/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812800" y="3390901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812800" y="4648200"/>
            <a:ext cx="10521696" cy="114300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  <a:lvl4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23"/>
          </p:nvPr>
        </p:nvSpPr>
        <p:spPr/>
        <p:txBody>
          <a:bodyPr/>
          <a:lstStyle>
            <a:lvl1pPr>
              <a:defRPr/>
            </a:lvl1pPr>
          </a:lstStyle>
          <a:p>
            <a:fld id="{4755A724-3117-D848-90FF-6F79FEC20653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24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194213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resulting Fr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4364736" y="1444752"/>
            <a:ext cx="3462528" cy="3968496"/>
          </a:xfrm>
          <a:prstGeom prst="rect">
            <a:avLst/>
          </a:prstGeom>
        </p:spPr>
        <p:txBody>
          <a:bodyPr wrap="square" lIns="640080" rIns="640080" anchor="ctr" anchorCtr="1">
            <a:noAutofit/>
          </a:bodyPr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7160768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31"/>
          </p:nvPr>
        </p:nvSpPr>
        <p:spPr>
          <a:xfrm flipH="1">
            <a:off x="812800" y="152400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32"/>
          </p:nvPr>
        </p:nvSpPr>
        <p:spPr>
          <a:xfrm>
            <a:off x="7160768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33"/>
          </p:nvPr>
        </p:nvSpPr>
        <p:spPr>
          <a:xfrm flipH="1">
            <a:off x="812800" y="255016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7160768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2" name="Text Placeholder 19"/>
          <p:cNvSpPr>
            <a:spLocks noGrp="1"/>
          </p:cNvSpPr>
          <p:nvPr>
            <p:ph type="body" sz="quarter" idx="35"/>
          </p:nvPr>
        </p:nvSpPr>
        <p:spPr>
          <a:xfrm flipH="1">
            <a:off x="812800" y="357632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6"/>
          </p:nvPr>
        </p:nvSpPr>
        <p:spPr>
          <a:xfrm>
            <a:off x="7160768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91440" tIns="45720" rIns="18288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34" name="Text Placeholder 19"/>
          <p:cNvSpPr>
            <a:spLocks noGrp="1"/>
          </p:cNvSpPr>
          <p:nvPr>
            <p:ph type="body" sz="quarter" idx="37"/>
          </p:nvPr>
        </p:nvSpPr>
        <p:spPr>
          <a:xfrm flipH="1">
            <a:off x="812800" y="4602480"/>
            <a:ext cx="4218432" cy="731520"/>
          </a:xfrm>
          <a:prstGeom prst="homePlate">
            <a:avLst>
              <a:gd name="adj" fmla="val 33249"/>
            </a:avLst>
          </a:prstGeom>
          <a:noFill/>
          <a:ln>
            <a:solidFill>
              <a:srgbClr val="B01C2E"/>
            </a:solidFill>
          </a:ln>
        </p:spPr>
        <p:txBody>
          <a:bodyPr wrap="square" lIns="182880" tIns="45720" rIns="91440" bIns="45720" anchor="ctr">
            <a:noAutofit/>
          </a:bodyPr>
          <a:lstStyle>
            <a:lvl1pPr marL="118872" indent="-118872">
              <a:spcBef>
                <a:spcPts val="20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lide Number Placeholder 9"/>
          <p:cNvSpPr>
            <a:spLocks noGrp="1"/>
          </p:cNvSpPr>
          <p:nvPr>
            <p:ph type="sldNum" sz="quarter" idx="38"/>
          </p:nvPr>
        </p:nvSpPr>
        <p:spPr/>
        <p:txBody>
          <a:bodyPr/>
          <a:lstStyle>
            <a:lvl1pPr>
              <a:defRPr/>
            </a:lvl1pPr>
          </a:lstStyle>
          <a:p>
            <a:fld id="{BA6B416F-5AE6-D74C-AE38-5D34E63DFA9A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5" name="Footer Placeholder 12"/>
          <p:cNvSpPr>
            <a:spLocks noGrp="1"/>
          </p:cNvSpPr>
          <p:nvPr>
            <p:ph type="ftr" sz="quarter" idx="39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541069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Chevron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331200" y="1420504"/>
            <a:ext cx="3450336" cy="48006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 marL="1115568">
              <a:buClr>
                <a:srgbClr val="B01C1A"/>
              </a:buClr>
              <a:buFont typeface="Arial" pitchFamily="34" charset="0"/>
              <a:buChar char="–"/>
              <a:defRPr sz="1200"/>
            </a:lvl6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670560" y="15544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21"/>
          </p:nvPr>
        </p:nvSpPr>
        <p:spPr>
          <a:xfrm>
            <a:off x="670560" y="27482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22"/>
          </p:nvPr>
        </p:nvSpPr>
        <p:spPr>
          <a:xfrm>
            <a:off x="670560" y="39420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23"/>
          </p:nvPr>
        </p:nvSpPr>
        <p:spPr>
          <a:xfrm>
            <a:off x="670560" y="5135880"/>
            <a:ext cx="7376160" cy="960120"/>
          </a:xfrm>
          <a:prstGeom prst="homePlate">
            <a:avLst>
              <a:gd name="adj" fmla="val 15807"/>
            </a:avLst>
          </a:prstGeom>
          <a:solidFill>
            <a:srgbClr val="FFFFFF"/>
          </a:solidFill>
          <a:ln>
            <a:solidFill>
              <a:srgbClr val="B01C2E"/>
            </a:solidFill>
          </a:ln>
        </p:spPr>
        <p:txBody>
          <a:bodyPr wrap="square" lIns="91440" tIns="45720" rIns="45720" bIns="45720" anchor="ctr">
            <a:noAutofit/>
          </a:bodyPr>
          <a:lstStyle>
            <a:lvl1pPr marL="118872" indent="-118872">
              <a:spcBef>
                <a:spcPts val="0"/>
              </a:spcBef>
              <a:buClr>
                <a:schemeClr val="accent1"/>
              </a:buClr>
              <a:buFont typeface="Wingdings 2" pitchFamily="18" charset="2"/>
              <a:buChar char=""/>
              <a:defRPr sz="1200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24"/>
          </p:nvPr>
        </p:nvSpPr>
        <p:spPr/>
        <p:txBody>
          <a:bodyPr/>
          <a:lstStyle>
            <a:lvl1pPr>
              <a:defRPr/>
            </a:lvl1pPr>
          </a:lstStyle>
          <a:p>
            <a:fld id="{12EFD6B5-614C-464C-AC16-8E45A0815BB5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2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695512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arro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ext Placeholder 19"/>
          <p:cNvSpPr>
            <a:spLocks noGrp="1"/>
          </p:cNvSpPr>
          <p:nvPr>
            <p:ph type="body" sz="quarter" idx="15"/>
          </p:nvPr>
        </p:nvSpPr>
        <p:spPr>
          <a:xfrm>
            <a:off x="406400" y="2362200"/>
            <a:ext cx="8156448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9"/>
          <p:cNvSpPr>
            <a:spLocks noGrp="1"/>
          </p:cNvSpPr>
          <p:nvPr>
            <p:ph type="body" sz="quarter" idx="33"/>
          </p:nvPr>
        </p:nvSpPr>
        <p:spPr>
          <a:xfrm>
            <a:off x="406400" y="3491484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9"/>
          <p:cNvSpPr>
            <a:spLocks noGrp="1"/>
          </p:cNvSpPr>
          <p:nvPr>
            <p:ph type="body" sz="quarter" idx="34"/>
          </p:nvPr>
        </p:nvSpPr>
        <p:spPr>
          <a:xfrm>
            <a:off x="406400" y="4620768"/>
            <a:ext cx="8128000" cy="941832"/>
          </a:xfrm>
          <a:prstGeom prst="homePlate">
            <a:avLst>
              <a:gd name="adj" fmla="val 50223"/>
            </a:avLst>
          </a:prstGeom>
          <a:gradFill flip="none" rotWithShape="1">
            <a:gsLst>
              <a:gs pos="0">
                <a:srgbClr val="000000">
                  <a:tint val="66000"/>
                  <a:satMod val="160000"/>
                </a:srgbClr>
              </a:gs>
              <a:gs pos="50000">
                <a:srgbClr val="000000">
                  <a:tint val="44500"/>
                  <a:satMod val="160000"/>
                </a:srgbClr>
              </a:gs>
              <a:gs pos="100000">
                <a:srgbClr val="000000">
                  <a:tint val="23500"/>
                  <a:satMod val="160000"/>
                </a:srgbClr>
              </a:gs>
            </a:gsLst>
            <a:lin ang="10800000" scaled="1"/>
            <a:tileRect/>
          </a:gradFill>
          <a:ln>
            <a:noFill/>
          </a:ln>
        </p:spPr>
        <p:txBody>
          <a:bodyPr wrap="square" lIns="91440" tIns="45720" rIns="5029200" bIns="45720" anchor="ctr">
            <a:noAutofit/>
          </a:bodyPr>
          <a:lstStyle>
            <a:lvl1pPr marL="0" indent="0">
              <a:spcBef>
                <a:spcPts val="0"/>
              </a:spcBef>
              <a:buClr>
                <a:schemeClr val="accent1"/>
              </a:buClr>
              <a:buFont typeface="Wingdings" pitchFamily="2" charset="2"/>
              <a:buNone/>
              <a:defRPr sz="1000" b="1" baseline="0">
                <a:solidFill>
                  <a:schemeClr val="tx1"/>
                </a:solidFill>
              </a:defRPr>
            </a:lvl1pPr>
            <a:lvl2pPr marL="347472" indent="-164592">
              <a:spcBef>
                <a:spcPts val="300"/>
              </a:spcBef>
              <a:buClr>
                <a:srgbClr val="B01C2E"/>
              </a:buClr>
              <a:buFont typeface="Arial" pitchFamily="34" charset="0"/>
              <a:buChar char="•"/>
              <a:defRPr sz="1200" baseline="0"/>
            </a:lvl2pPr>
            <a:lvl3pPr marL="530352" indent="-173736">
              <a:buClr>
                <a:srgbClr val="B01C2E"/>
              </a:buClr>
              <a:buFont typeface="Arial" pitchFamily="34" charset="0"/>
              <a:buChar char="‒"/>
              <a:defRPr sz="12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5"/>
          <p:cNvSpPr>
            <a:spLocks noGrp="1"/>
          </p:cNvSpPr>
          <p:nvPr>
            <p:ph type="body" sz="quarter" idx="21"/>
          </p:nvPr>
        </p:nvSpPr>
        <p:spPr>
          <a:xfrm>
            <a:off x="8548577" y="1417320"/>
            <a:ext cx="2804160" cy="429768"/>
          </a:xfrm>
          <a:prstGeom prst="re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 anchor="ctr"/>
          <a:lstStyle>
            <a:lvl1pPr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2"/>
          <p:cNvSpPr>
            <a:spLocks noGrp="1"/>
          </p:cNvSpPr>
          <p:nvPr>
            <p:ph type="body" sz="quarter" idx="27"/>
          </p:nvPr>
        </p:nvSpPr>
        <p:spPr>
          <a:xfrm>
            <a:off x="5854700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3698748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12"/>
          <p:cNvSpPr>
            <a:spLocks noGrp="1"/>
          </p:cNvSpPr>
          <p:nvPr>
            <p:ph type="body" sz="quarter" idx="29"/>
          </p:nvPr>
        </p:nvSpPr>
        <p:spPr>
          <a:xfrm>
            <a:off x="1542796" y="2136788"/>
            <a:ext cx="1975104" cy="365760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0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0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0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5"/>
          <p:cNvSpPr>
            <a:spLocks noGrp="1"/>
          </p:cNvSpPr>
          <p:nvPr>
            <p:ph type="body" sz="quarter" idx="30"/>
          </p:nvPr>
        </p:nvSpPr>
        <p:spPr>
          <a:xfrm>
            <a:off x="1542796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5"/>
          <p:cNvSpPr>
            <a:spLocks noGrp="1"/>
          </p:cNvSpPr>
          <p:nvPr>
            <p:ph type="body" sz="quarter" idx="31"/>
          </p:nvPr>
        </p:nvSpPr>
        <p:spPr>
          <a:xfrm>
            <a:off x="3698748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5"/>
          <p:cNvSpPr>
            <a:spLocks noGrp="1"/>
          </p:cNvSpPr>
          <p:nvPr>
            <p:ph type="body" sz="quarter" idx="32"/>
          </p:nvPr>
        </p:nvSpPr>
        <p:spPr>
          <a:xfrm>
            <a:off x="5854700" y="1738919"/>
            <a:ext cx="1975104" cy="384048"/>
          </a:xfrm>
          <a:prstGeom prst="rect">
            <a:avLst/>
          </a:prstGeom>
          <a:solidFill>
            <a:srgbClr val="4D4D4D"/>
          </a:solidFill>
          <a:ln>
            <a:solidFill>
              <a:srgbClr val="4D4D4D"/>
            </a:solidFill>
          </a:ln>
        </p:spPr>
        <p:txBody>
          <a:bodyPr anchor="ctr"/>
          <a:lstStyle>
            <a:lvl1pPr algn="ctr">
              <a:buNone/>
              <a:defRPr sz="10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Content Placeholder 10"/>
          <p:cNvSpPr>
            <a:spLocks noGrp="1"/>
          </p:cNvSpPr>
          <p:nvPr>
            <p:ph sz="quarter" idx="20"/>
          </p:nvPr>
        </p:nvSpPr>
        <p:spPr>
          <a:xfrm>
            <a:off x="8548577" y="1861185"/>
            <a:ext cx="2804160" cy="4206240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rIns="457200"/>
          <a:lstStyle>
            <a:lvl1pPr marL="228600" indent="-228600">
              <a:spcBef>
                <a:spcPts val="24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685800"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08AE5534-AA48-F74E-87DE-645A72BA9DD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2" name="Footer Placeholder 12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18878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Phas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 11"/>
          <p:cNvSpPr>
            <a:spLocks/>
          </p:cNvSpPr>
          <p:nvPr userDrawn="1"/>
        </p:nvSpPr>
        <p:spPr bwMode="auto">
          <a:xfrm>
            <a:off x="4091518" y="1981201"/>
            <a:ext cx="3382433" cy="339725"/>
          </a:xfrm>
          <a:custGeom>
            <a:avLst/>
            <a:gdLst>
              <a:gd name="T0" fmla="*/ 0 w 2536891"/>
              <a:gd name="T1" fmla="*/ 0 h 488372"/>
              <a:gd name="T2" fmla="*/ 1942613 w 2536891"/>
              <a:gd name="T3" fmla="*/ 0 h 488372"/>
              <a:gd name="T4" fmla="*/ 2455867 w 2536891"/>
              <a:gd name="T5" fmla="*/ 200 h 488372"/>
              <a:gd name="T6" fmla="*/ 2536627 w 2536891"/>
              <a:gd name="T7" fmla="*/ 114356 h 488372"/>
              <a:gd name="T8" fmla="*/ 131751 w 2536891"/>
              <a:gd name="T9" fmla="*/ 114356 h 488372"/>
              <a:gd name="T10" fmla="*/ 81090 w 2536891"/>
              <a:gd name="T11" fmla="*/ 113442 h 488372"/>
              <a:gd name="T12" fmla="*/ 0 w 2536891"/>
              <a:gd name="T13" fmla="*/ 0 h 48837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0" t="0" r="r" b="b"/>
            <a:pathLst>
              <a:path w="2536891" h="488372">
                <a:moveTo>
                  <a:pt x="0" y="0"/>
                </a:moveTo>
                <a:lnTo>
                  <a:pt x="1942817" y="0"/>
                </a:lnTo>
                <a:lnTo>
                  <a:pt x="2456123" y="856"/>
                </a:lnTo>
                <a:lnTo>
                  <a:pt x="2536891" y="488372"/>
                </a:lnTo>
                <a:lnTo>
                  <a:pt x="131763" y="488372"/>
                </a:lnTo>
                <a:lnTo>
                  <a:pt x="81098" y="484467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17" name="Freeform 13"/>
          <p:cNvSpPr>
            <a:spLocks/>
          </p:cNvSpPr>
          <p:nvPr userDrawn="1"/>
        </p:nvSpPr>
        <p:spPr bwMode="auto">
          <a:xfrm>
            <a:off x="609601" y="1982789"/>
            <a:ext cx="3373967" cy="339725"/>
          </a:xfrm>
          <a:custGeom>
            <a:avLst/>
            <a:gdLst>
              <a:gd name="T0" fmla="*/ 0 w 2529680"/>
              <a:gd name="T1" fmla="*/ 0 h 488372"/>
              <a:gd name="T2" fmla="*/ 1945261 w 2529680"/>
              <a:gd name="T3" fmla="*/ 0 h 488372"/>
              <a:gd name="T4" fmla="*/ 2463980 w 2529680"/>
              <a:gd name="T5" fmla="*/ 200 h 488372"/>
              <a:gd name="T6" fmla="*/ 2532861 w 2529680"/>
              <a:gd name="T7" fmla="*/ 113442 h 488372"/>
              <a:gd name="T8" fmla="*/ 0 w 2529680"/>
              <a:gd name="T9" fmla="*/ 114356 h 488372"/>
              <a:gd name="T10" fmla="*/ 0 w 2529680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529680" h="488372">
                <a:moveTo>
                  <a:pt x="0" y="0"/>
                </a:moveTo>
                <a:lnTo>
                  <a:pt x="1942817" y="0"/>
                </a:lnTo>
                <a:lnTo>
                  <a:pt x="2460885" y="856"/>
                </a:lnTo>
                <a:lnTo>
                  <a:pt x="2529680" y="484467"/>
                </a:lnTo>
                <a:lnTo>
                  <a:pt x="0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1" name="Freeform 14"/>
          <p:cNvSpPr>
            <a:spLocks/>
          </p:cNvSpPr>
          <p:nvPr userDrawn="1"/>
        </p:nvSpPr>
        <p:spPr bwMode="auto">
          <a:xfrm>
            <a:off x="7579785" y="1981201"/>
            <a:ext cx="3829049" cy="339725"/>
          </a:xfrm>
          <a:custGeom>
            <a:avLst/>
            <a:gdLst>
              <a:gd name="T0" fmla="*/ 0 w 2996886"/>
              <a:gd name="T1" fmla="*/ 0 h 488372"/>
              <a:gd name="T2" fmla="*/ 1638173 w 2996886"/>
              <a:gd name="T3" fmla="*/ 0 h 488372"/>
              <a:gd name="T4" fmla="*/ 2526959 w 2996886"/>
              <a:gd name="T5" fmla="*/ 200 h 488372"/>
              <a:gd name="T6" fmla="*/ 2525539 w 2996886"/>
              <a:gd name="T7" fmla="*/ 114356 h 488372"/>
              <a:gd name="T8" fmla="*/ 60236 w 2996886"/>
              <a:gd name="T9" fmla="*/ 114356 h 488372"/>
              <a:gd name="T10" fmla="*/ 0 w 2996886"/>
              <a:gd name="T11" fmla="*/ 0 h 488372"/>
              <a:gd name="T12" fmla="*/ 0 60000 65536"/>
              <a:gd name="T13" fmla="*/ 0 60000 65536"/>
              <a:gd name="T14" fmla="*/ 0 60000 65536"/>
              <a:gd name="T15" fmla="*/ 0 60000 65536"/>
              <a:gd name="T16" fmla="*/ 0 60000 65536"/>
              <a:gd name="T17" fmla="*/ 0 60000 65536"/>
            </a:gdLst>
            <a:ahLst/>
            <a:cxnLst>
              <a:cxn ang="T12">
                <a:pos x="T0" y="T1"/>
              </a:cxn>
              <a:cxn ang="T13">
                <a:pos x="T2" y="T3"/>
              </a:cxn>
              <a:cxn ang="T14">
                <a:pos x="T4" y="T5"/>
              </a:cxn>
              <a:cxn ang="T15">
                <a:pos x="T6" y="T7"/>
              </a:cxn>
              <a:cxn ang="T16">
                <a:pos x="T8" y="T9"/>
              </a:cxn>
              <a:cxn ang="T17">
                <a:pos x="T10" y="T11"/>
              </a:cxn>
            </a:cxnLst>
            <a:rect l="0" t="0" r="r" b="b"/>
            <a:pathLst>
              <a:path w="2996886" h="488372">
                <a:moveTo>
                  <a:pt x="0" y="0"/>
                </a:moveTo>
                <a:lnTo>
                  <a:pt x="1942817" y="0"/>
                </a:lnTo>
                <a:lnTo>
                  <a:pt x="2996886" y="855"/>
                </a:lnTo>
                <a:cubicBezTo>
                  <a:pt x="2996325" y="163361"/>
                  <a:pt x="2995763" y="325866"/>
                  <a:pt x="2995202" y="488372"/>
                </a:cubicBezTo>
                <a:lnTo>
                  <a:pt x="71438" y="488372"/>
                </a:lnTo>
                <a:lnTo>
                  <a:pt x="0" y="0"/>
                </a:lnTo>
                <a:close/>
              </a:path>
            </a:pathLst>
          </a:custGeom>
          <a:solidFill>
            <a:srgbClr val="4D4D4D"/>
          </a:solidFill>
          <a:ln w="6350" cap="flat" cmpd="sng">
            <a:solidFill>
              <a:srgbClr val="A9A9A9"/>
            </a:solidFill>
            <a:prstDash val="solid"/>
            <a:round/>
            <a:headEnd type="none" w="med" len="med"/>
            <a:tailEnd type="none" w="med" len="med"/>
          </a:ln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16"/>
          </p:nvPr>
        </p:nvSpPr>
        <p:spPr bwMode="gray">
          <a:xfrm>
            <a:off x="7574514" y="1983087"/>
            <a:ext cx="3834321" cy="1903112"/>
          </a:xfrm>
          <a:custGeom>
            <a:avLst/>
            <a:gdLst>
              <a:gd name="connsiteX0" fmla="*/ 0 w 2674468"/>
              <a:gd name="connsiteY0" fmla="*/ 0 h 1724992"/>
              <a:gd name="connsiteX1" fmla="*/ 2472747 w 2674468"/>
              <a:gd name="connsiteY1" fmla="*/ 0 h 1724992"/>
              <a:gd name="connsiteX2" fmla="*/ 2674468 w 2674468"/>
              <a:gd name="connsiteY2" fmla="*/ 862496 h 1724992"/>
              <a:gd name="connsiteX3" fmla="*/ 2472747 w 2674468"/>
              <a:gd name="connsiteY3" fmla="*/ 1724992 h 1724992"/>
              <a:gd name="connsiteX4" fmla="*/ 0 w 2674468"/>
              <a:gd name="connsiteY4" fmla="*/ 1724992 h 1724992"/>
              <a:gd name="connsiteX5" fmla="*/ 201721 w 2674468"/>
              <a:gd name="connsiteY5" fmla="*/ 862496 h 1724992"/>
              <a:gd name="connsiteX6" fmla="*/ 0 w 2674468"/>
              <a:gd name="connsiteY6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201721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  <a:gd name="connsiteX0" fmla="*/ 0 w 2472747"/>
              <a:gd name="connsiteY0" fmla="*/ 0 h 1724992"/>
              <a:gd name="connsiteX1" fmla="*/ 2472747 w 2472747"/>
              <a:gd name="connsiteY1" fmla="*/ 0 h 1724992"/>
              <a:gd name="connsiteX2" fmla="*/ 2472747 w 2472747"/>
              <a:gd name="connsiteY2" fmla="*/ 1724992 h 1724992"/>
              <a:gd name="connsiteX3" fmla="*/ 0 w 2472747"/>
              <a:gd name="connsiteY3" fmla="*/ 1724992 h 1724992"/>
              <a:gd name="connsiteX4" fmla="*/ 169327 w 2472747"/>
              <a:gd name="connsiteY4" fmla="*/ 862496 h 1724992"/>
              <a:gd name="connsiteX5" fmla="*/ 0 w 2472747"/>
              <a:gd name="connsiteY5" fmla="*/ 0 h 172499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472747" h="1724992">
                <a:moveTo>
                  <a:pt x="0" y="0"/>
                </a:moveTo>
                <a:lnTo>
                  <a:pt x="2472747" y="0"/>
                </a:lnTo>
                <a:lnTo>
                  <a:pt x="2472747" y="1724992"/>
                </a:lnTo>
                <a:lnTo>
                  <a:pt x="0" y="1724992"/>
                </a:lnTo>
                <a:lnTo>
                  <a:pt x="169327" y="862496"/>
                </a:lnTo>
                <a:lnTo>
                  <a:pt x="0" y="0"/>
                </a:lnTo>
                <a:close/>
              </a:path>
            </a:pathLst>
          </a:custGeom>
          <a:noFill/>
          <a:ln w="6350">
            <a:solidFill>
              <a:srgbClr val="A9A9A9"/>
            </a:solidFill>
            <a:miter lim="800000"/>
            <a:headEnd/>
            <a:tailEnd/>
          </a:ln>
        </p:spPr>
        <p:txBody>
          <a:bodyPr lIns="41148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2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4091412" y="1983087"/>
            <a:ext cx="3565957" cy="1903112"/>
          </a:xfrm>
          <a:prstGeom prst="chevron">
            <a:avLst>
              <a:gd name="adj" fmla="val 10431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15"/>
          <p:cNvSpPr>
            <a:spLocks noGrp="1"/>
          </p:cNvSpPr>
          <p:nvPr>
            <p:ph type="body" sz="quarter" idx="21"/>
          </p:nvPr>
        </p:nvSpPr>
        <p:spPr>
          <a:xfrm>
            <a:off x="609600" y="4038600"/>
            <a:ext cx="10769600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0" algn="ctr"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5"/>
          <p:cNvSpPr>
            <a:spLocks noGrp="1"/>
          </p:cNvSpPr>
          <p:nvPr>
            <p:ph type="body" sz="quarter" idx="23"/>
          </p:nvPr>
        </p:nvSpPr>
        <p:spPr>
          <a:xfrm>
            <a:off x="609600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5"/>
          <p:cNvSpPr>
            <a:spLocks noGrp="1"/>
          </p:cNvSpPr>
          <p:nvPr>
            <p:ph type="body" sz="quarter" idx="24"/>
          </p:nvPr>
        </p:nvSpPr>
        <p:spPr>
          <a:xfrm>
            <a:off x="6114371" y="5937504"/>
            <a:ext cx="5266944" cy="310896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="ctr" anchorCtr="1"/>
          <a:lstStyle>
            <a:lvl1pPr marL="0" indent="173736" algn="l">
              <a:buClr>
                <a:schemeClr val="accent1"/>
              </a:buClr>
              <a:buFont typeface="Wingdings" pitchFamily="2" charset="2"/>
              <a:buNone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609600" y="1417320"/>
            <a:ext cx="6925056" cy="457200"/>
          </a:xfrm>
          <a:prstGeom prst="homePlate">
            <a:avLst>
              <a:gd name="adj" fmla="val 33316"/>
            </a:avLst>
          </a:prstGeom>
          <a:solidFill>
            <a:srgbClr val="B01C2E"/>
          </a:solidFill>
          <a:ln w="6350">
            <a:solidFill>
              <a:srgbClr val="A9A9A9"/>
            </a:solidFill>
          </a:ln>
        </p:spPr>
        <p:txBody>
          <a:bodyPr lIns="137160" tIns="137160" rIns="27432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3"/>
          <p:cNvSpPr>
            <a:spLocks noGrp="1"/>
          </p:cNvSpPr>
          <p:nvPr>
            <p:ph type="body" sz="quarter" idx="17"/>
          </p:nvPr>
        </p:nvSpPr>
        <p:spPr>
          <a:xfrm>
            <a:off x="7541684" y="1417325"/>
            <a:ext cx="4047744" cy="461963"/>
          </a:xfrm>
          <a:prstGeom prst="chevron">
            <a:avLst>
              <a:gd name="adj" fmla="val 34831"/>
            </a:avLst>
          </a:prstGeom>
          <a:solidFill>
            <a:srgbClr val="B01C2E"/>
          </a:solidFill>
        </p:spPr>
        <p:txBody>
          <a:bodyPr anchor="ctr"/>
          <a:lstStyle>
            <a:lvl1pPr marL="342900" marR="0" indent="-34290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1983087"/>
            <a:ext cx="3565957" cy="1903112"/>
          </a:xfrm>
          <a:prstGeom prst="homePlate">
            <a:avLst>
              <a:gd name="adj" fmla="val 11448"/>
            </a:avLst>
          </a:prstGeom>
          <a:ln w="6350">
            <a:solidFill>
              <a:srgbClr val="A9A9A9"/>
            </a:solidFill>
          </a:ln>
        </p:spPr>
        <p:txBody>
          <a:bodyPr lIns="137160" tIns="457200" rIns="137160" bIns="13716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2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2625" indent="-169863">
              <a:buClr>
                <a:srgbClr val="B01C2E"/>
              </a:buClr>
              <a:defRPr sz="12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9"/>
          <p:cNvSpPr>
            <a:spLocks noGrp="1"/>
          </p:cNvSpPr>
          <p:nvPr>
            <p:ph type="body" sz="quarter" idx="13"/>
          </p:nvPr>
        </p:nvSpPr>
        <p:spPr>
          <a:xfrm>
            <a:off x="609600" y="1981200"/>
            <a:ext cx="3297573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29"/>
          <p:cNvSpPr>
            <a:spLocks noGrp="1"/>
          </p:cNvSpPr>
          <p:nvPr>
            <p:ph type="body" sz="quarter" idx="15"/>
          </p:nvPr>
        </p:nvSpPr>
        <p:spPr>
          <a:xfrm>
            <a:off x="4192430" y="1988239"/>
            <a:ext cx="3183381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Content Placeholder 10"/>
          <p:cNvSpPr>
            <a:spLocks noGrp="1"/>
          </p:cNvSpPr>
          <p:nvPr>
            <p:ph sz="quarter" idx="18"/>
          </p:nvPr>
        </p:nvSpPr>
        <p:spPr>
          <a:xfrm>
            <a:off x="609600" y="4343400"/>
            <a:ext cx="10769600" cy="148132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/>
          <a:lstStyle>
            <a:lvl1pPr marL="173736" indent="-173736">
              <a:lnSpc>
                <a:spcPct val="95000"/>
              </a:lnSpc>
              <a:spcBef>
                <a:spcPts val="720"/>
              </a:spcBef>
              <a:buClr>
                <a:schemeClr val="accent1"/>
              </a:buClr>
              <a:buFont typeface="Wingdings 2" pitchFamily="18" charset="2"/>
              <a:buChar char=""/>
              <a:defRPr sz="1200"/>
            </a:lvl1pPr>
            <a:lvl2pPr marL="347472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•"/>
              <a:defRPr sz="1200"/>
            </a:lvl2pPr>
            <a:lvl3pPr marL="521208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3pPr>
            <a:lvl4pPr marL="6858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4pPr>
            <a:lvl5pPr marL="914400" indent="-173736">
              <a:lnSpc>
                <a:spcPct val="95000"/>
              </a:lnSpc>
              <a:spcBef>
                <a:spcPts val="300"/>
              </a:spcBef>
              <a:buClr>
                <a:schemeClr val="accent1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29"/>
          <p:cNvSpPr>
            <a:spLocks noGrp="1"/>
          </p:cNvSpPr>
          <p:nvPr>
            <p:ph type="body" sz="quarter" idx="34"/>
          </p:nvPr>
        </p:nvSpPr>
        <p:spPr>
          <a:xfrm>
            <a:off x="7683241" y="1987175"/>
            <a:ext cx="3725596" cy="320988"/>
          </a:xfrm>
          <a:prstGeom prst="rect">
            <a:avLst/>
          </a:prstGeom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Slide Number Placeholder 9"/>
          <p:cNvSpPr>
            <a:spLocks noGrp="1"/>
          </p:cNvSpPr>
          <p:nvPr>
            <p:ph type="sldNum" sz="quarter" idx="35"/>
          </p:nvPr>
        </p:nvSpPr>
        <p:spPr/>
        <p:txBody>
          <a:bodyPr/>
          <a:lstStyle>
            <a:lvl1pPr>
              <a:defRPr/>
            </a:lvl1pPr>
          </a:lstStyle>
          <a:p>
            <a:fld id="{E70D8206-912D-3041-8A60-C5747B4B98E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4" name="Footer Placeholder 23"/>
          <p:cNvSpPr>
            <a:spLocks noGrp="1"/>
          </p:cNvSpPr>
          <p:nvPr>
            <p:ph type="ftr" sz="quarter" idx="36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2131041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Workstreams and outcom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entagon 32"/>
          <p:cNvSpPr/>
          <p:nvPr userDrawn="1"/>
        </p:nvSpPr>
        <p:spPr bwMode="auto">
          <a:xfrm>
            <a:off x="7342718" y="1755775"/>
            <a:ext cx="905933" cy="4343400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anchor="ctr"/>
          <a:lstStyle/>
          <a:p>
            <a:pPr indent="-117475" eaLnBrk="0" hangingPunct="0">
              <a:lnSpc>
                <a:spcPct val="95000"/>
              </a:lnSpc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6" name="Text Placeholder 2"/>
          <p:cNvSpPr>
            <a:spLocks noGrp="1"/>
          </p:cNvSpPr>
          <p:nvPr>
            <p:ph type="body" idx="38"/>
          </p:nvPr>
        </p:nvSpPr>
        <p:spPr>
          <a:xfrm>
            <a:off x="399164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2"/>
          <p:cNvSpPr>
            <a:spLocks noGrp="1"/>
          </p:cNvSpPr>
          <p:nvPr>
            <p:ph type="body" idx="39"/>
          </p:nvPr>
        </p:nvSpPr>
        <p:spPr>
          <a:xfrm>
            <a:off x="637117" y="1290639"/>
            <a:ext cx="3169920" cy="48085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2"/>
          <p:cNvSpPr>
            <a:spLocks noGrp="1"/>
          </p:cNvSpPr>
          <p:nvPr>
            <p:ph type="body" idx="15"/>
          </p:nvPr>
        </p:nvSpPr>
        <p:spPr>
          <a:xfrm>
            <a:off x="3991647" y="1290638"/>
            <a:ext cx="3169920" cy="380392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2"/>
          <p:cNvSpPr>
            <a:spLocks noGrp="1"/>
          </p:cNvSpPr>
          <p:nvPr>
            <p:ph type="body" idx="22"/>
          </p:nvPr>
        </p:nvSpPr>
        <p:spPr>
          <a:xfrm>
            <a:off x="8400511" y="1290638"/>
            <a:ext cx="3169920" cy="380392"/>
          </a:xfrm>
          <a:prstGeom prst="rect">
            <a:avLst/>
          </a:prstGeom>
          <a:solidFill>
            <a:schemeClr val="accent1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2"/>
          <p:cNvSpPr>
            <a:spLocks noGrp="1"/>
          </p:cNvSpPr>
          <p:nvPr>
            <p:ph type="body" idx="30"/>
          </p:nvPr>
        </p:nvSpPr>
        <p:spPr>
          <a:xfrm>
            <a:off x="637117" y="1290638"/>
            <a:ext cx="3169920" cy="380392"/>
          </a:xfrm>
          <a:prstGeom prst="rect">
            <a:avLst/>
          </a:prstGeom>
          <a:solidFill>
            <a:srgbClr val="4D4D4D"/>
          </a:solidFill>
          <a:ln w="6350" cmpd="sng">
            <a:solidFill>
              <a:srgbClr val="C0C0C0"/>
            </a:solidFill>
            <a:prstDash val="solid"/>
          </a:ln>
        </p:spPr>
        <p:txBody>
          <a:bodyPr lIns="91440" rIns="91440" anchor="ctr"/>
          <a:lstStyle>
            <a:lvl1pPr marL="0" indent="0" algn="ctr">
              <a:buNone/>
              <a:defRPr sz="1100" b="1">
                <a:solidFill>
                  <a:schemeClr val="bg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9"/>
          <p:cNvSpPr>
            <a:spLocks noGrp="1"/>
          </p:cNvSpPr>
          <p:nvPr>
            <p:ph type="body" sz="quarter" idx="40"/>
          </p:nvPr>
        </p:nvSpPr>
        <p:spPr>
          <a:xfrm>
            <a:off x="759037" y="173126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0" rIns="45720" bIns="0" anchor="ctr" anchorCtr="0"/>
          <a:lstStyle>
            <a:lvl1pPr marL="0" indent="-118872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9"/>
          <p:cNvSpPr>
            <a:spLocks noGrp="1"/>
          </p:cNvSpPr>
          <p:nvPr>
            <p:ph type="body" sz="quarter" idx="41"/>
          </p:nvPr>
        </p:nvSpPr>
        <p:spPr>
          <a:xfrm>
            <a:off x="759037" y="235712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9"/>
          <p:cNvSpPr>
            <a:spLocks noGrp="1"/>
          </p:cNvSpPr>
          <p:nvPr>
            <p:ph type="body" sz="quarter" idx="42"/>
          </p:nvPr>
        </p:nvSpPr>
        <p:spPr>
          <a:xfrm>
            <a:off x="759037" y="2982976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59037" y="3608832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9"/>
          <p:cNvSpPr>
            <a:spLocks noGrp="1"/>
          </p:cNvSpPr>
          <p:nvPr>
            <p:ph type="body" sz="quarter" idx="44"/>
          </p:nvPr>
        </p:nvSpPr>
        <p:spPr>
          <a:xfrm>
            <a:off x="759037" y="4234688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9"/>
          <p:cNvSpPr>
            <a:spLocks noGrp="1"/>
          </p:cNvSpPr>
          <p:nvPr>
            <p:ph type="body" sz="quarter" idx="45"/>
          </p:nvPr>
        </p:nvSpPr>
        <p:spPr>
          <a:xfrm>
            <a:off x="759037" y="5486400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9"/>
          <p:cNvSpPr>
            <a:spLocks noGrp="1"/>
          </p:cNvSpPr>
          <p:nvPr>
            <p:ph type="body" sz="quarter" idx="46"/>
          </p:nvPr>
        </p:nvSpPr>
        <p:spPr>
          <a:xfrm>
            <a:off x="759037" y="4860544"/>
            <a:ext cx="2926080" cy="521208"/>
          </a:xfrm>
          <a:prstGeom prst="flowChartAlternateProcess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19"/>
          <p:cNvSpPr>
            <a:spLocks noGrp="1"/>
          </p:cNvSpPr>
          <p:nvPr>
            <p:ph type="body" sz="quarter" idx="47"/>
          </p:nvPr>
        </p:nvSpPr>
        <p:spPr>
          <a:xfrm>
            <a:off x="4113567" y="174345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 Placeholder 19"/>
          <p:cNvSpPr>
            <a:spLocks noGrp="1"/>
          </p:cNvSpPr>
          <p:nvPr>
            <p:ph type="body" sz="quarter" idx="48"/>
          </p:nvPr>
        </p:nvSpPr>
        <p:spPr>
          <a:xfrm>
            <a:off x="4113567" y="236931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19"/>
          <p:cNvSpPr>
            <a:spLocks noGrp="1"/>
          </p:cNvSpPr>
          <p:nvPr>
            <p:ph type="body" sz="quarter" idx="49"/>
          </p:nvPr>
        </p:nvSpPr>
        <p:spPr>
          <a:xfrm>
            <a:off x="4113567" y="2995168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19"/>
          <p:cNvSpPr>
            <a:spLocks noGrp="1"/>
          </p:cNvSpPr>
          <p:nvPr>
            <p:ph type="body" sz="quarter" idx="50"/>
          </p:nvPr>
        </p:nvSpPr>
        <p:spPr>
          <a:xfrm>
            <a:off x="4113567" y="3621024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19"/>
          <p:cNvSpPr>
            <a:spLocks noGrp="1"/>
          </p:cNvSpPr>
          <p:nvPr>
            <p:ph type="body" sz="quarter" idx="51"/>
          </p:nvPr>
        </p:nvSpPr>
        <p:spPr>
          <a:xfrm>
            <a:off x="4113567" y="4246880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19"/>
          <p:cNvSpPr>
            <a:spLocks noGrp="1"/>
          </p:cNvSpPr>
          <p:nvPr>
            <p:ph type="body" sz="quarter" idx="52"/>
          </p:nvPr>
        </p:nvSpPr>
        <p:spPr>
          <a:xfrm>
            <a:off x="4113567" y="5498592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19"/>
          <p:cNvSpPr>
            <a:spLocks noGrp="1"/>
          </p:cNvSpPr>
          <p:nvPr>
            <p:ph type="body" sz="quarter" idx="53"/>
          </p:nvPr>
        </p:nvSpPr>
        <p:spPr>
          <a:xfrm>
            <a:off x="4113567" y="4872736"/>
            <a:ext cx="292608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19"/>
          <p:cNvSpPr>
            <a:spLocks noGrp="1"/>
          </p:cNvSpPr>
          <p:nvPr>
            <p:ph type="body" sz="quarter" idx="54"/>
          </p:nvPr>
        </p:nvSpPr>
        <p:spPr>
          <a:xfrm>
            <a:off x="8400511" y="174345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19"/>
          <p:cNvSpPr>
            <a:spLocks noGrp="1"/>
          </p:cNvSpPr>
          <p:nvPr>
            <p:ph type="body" sz="quarter" idx="55"/>
          </p:nvPr>
        </p:nvSpPr>
        <p:spPr>
          <a:xfrm>
            <a:off x="8400511" y="236931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9"/>
          <p:cNvSpPr>
            <a:spLocks noGrp="1"/>
          </p:cNvSpPr>
          <p:nvPr>
            <p:ph type="body" sz="quarter" idx="56"/>
          </p:nvPr>
        </p:nvSpPr>
        <p:spPr>
          <a:xfrm>
            <a:off x="8400511" y="2995168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9"/>
          <p:cNvSpPr>
            <a:spLocks noGrp="1"/>
          </p:cNvSpPr>
          <p:nvPr>
            <p:ph type="body" sz="quarter" idx="57"/>
          </p:nvPr>
        </p:nvSpPr>
        <p:spPr>
          <a:xfrm>
            <a:off x="8400511" y="3621024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9"/>
          <p:cNvSpPr>
            <a:spLocks noGrp="1"/>
          </p:cNvSpPr>
          <p:nvPr>
            <p:ph type="body" sz="quarter" idx="58"/>
          </p:nvPr>
        </p:nvSpPr>
        <p:spPr>
          <a:xfrm>
            <a:off x="8400511" y="4246880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9"/>
          <p:cNvSpPr>
            <a:spLocks noGrp="1"/>
          </p:cNvSpPr>
          <p:nvPr>
            <p:ph type="body" sz="quarter" idx="59"/>
          </p:nvPr>
        </p:nvSpPr>
        <p:spPr>
          <a:xfrm>
            <a:off x="8400511" y="5498592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9"/>
          <p:cNvSpPr>
            <a:spLocks noGrp="1"/>
          </p:cNvSpPr>
          <p:nvPr>
            <p:ph type="body" sz="quarter" idx="60"/>
          </p:nvPr>
        </p:nvSpPr>
        <p:spPr>
          <a:xfrm>
            <a:off x="8400511" y="4872736"/>
            <a:ext cx="3169920" cy="521208"/>
          </a:xfrm>
          <a:prstGeom prst="rect">
            <a:avLst/>
          </a:prstGeom>
          <a:solidFill>
            <a:srgbClr val="FFFFFF"/>
          </a:solidFill>
          <a:ln>
            <a:solidFill>
              <a:srgbClr val="C0C0C0"/>
            </a:solidFill>
          </a:ln>
        </p:spPr>
        <p:txBody>
          <a:bodyPr lIns="45720" tIns="45720" rIns="45720" bIns="45720" anchor="ctr" anchorCtr="0"/>
          <a:lstStyle>
            <a:lvl1pPr marL="118872" indent="-118872">
              <a:lnSpc>
                <a:spcPct val="95000"/>
              </a:lnSpc>
              <a:spcBef>
                <a:spcPts val="200"/>
              </a:spcBef>
              <a:buClr>
                <a:srgbClr val="B01C2E"/>
              </a:buClr>
              <a:buFont typeface="Wingdings 2" pitchFamily="18" charset="2"/>
              <a:buChar char=""/>
              <a:defRPr sz="1100" baseline="0">
                <a:solidFill>
                  <a:schemeClr val="tx1"/>
                </a:solidFill>
              </a:defRPr>
            </a:lvl1pPr>
            <a:lvl2pPr marL="118872" indent="0">
              <a:spcBef>
                <a:spcPts val="300"/>
              </a:spcBef>
              <a:buNone/>
              <a:defRPr sz="1200"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4" name="Slide Number Placeholder 9"/>
          <p:cNvSpPr>
            <a:spLocks noGrp="1"/>
          </p:cNvSpPr>
          <p:nvPr>
            <p:ph type="sldNum" sz="quarter" idx="61"/>
          </p:nvPr>
        </p:nvSpPr>
        <p:spPr/>
        <p:txBody>
          <a:bodyPr/>
          <a:lstStyle>
            <a:lvl1pPr>
              <a:defRPr/>
            </a:lvl1pPr>
          </a:lstStyle>
          <a:p>
            <a:fld id="{250D9D91-D592-1043-AF8D-0FC015913F1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5" name="Footer Placeholder 33"/>
          <p:cNvSpPr>
            <a:spLocks noGrp="1"/>
          </p:cNvSpPr>
          <p:nvPr>
            <p:ph type="ftr" sz="quarter" idx="6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37482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Blocks - Elements Leading 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entagon 14"/>
          <p:cNvSpPr/>
          <p:nvPr userDrawn="1"/>
        </p:nvSpPr>
        <p:spPr bwMode="auto">
          <a:xfrm>
            <a:off x="7133167" y="1497014"/>
            <a:ext cx="905933" cy="4352925"/>
          </a:xfrm>
          <a:prstGeom prst="homePlate">
            <a:avLst>
              <a:gd name="adj" fmla="val 98835"/>
            </a:avLst>
          </a:prstGeom>
          <a:gradFill flip="none" rotWithShape="1">
            <a:gsLst>
              <a:gs pos="100000">
                <a:schemeClr val="bg1">
                  <a:lumMod val="65000"/>
                </a:schemeClr>
              </a:gs>
              <a:gs pos="0">
                <a:schemeClr val="bg1">
                  <a:lumMod val="85000"/>
                </a:schemeClr>
              </a:gs>
            </a:gsLst>
            <a:lin ang="0" scaled="1"/>
            <a:tileRect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7" name="Text Placeholder 8"/>
          <p:cNvSpPr>
            <a:spLocks noGrp="1"/>
          </p:cNvSpPr>
          <p:nvPr>
            <p:ph type="body" sz="quarter" idx="21"/>
          </p:nvPr>
        </p:nvSpPr>
        <p:spPr>
          <a:xfrm rot="5400000">
            <a:off x="9549384" y="-97536"/>
            <a:ext cx="640080" cy="3425952"/>
          </a:xfrm>
          <a:prstGeom prst="homePlate">
            <a:avLst>
              <a:gd name="adj" fmla="val 32482"/>
            </a:avLst>
          </a:prstGeom>
          <a:solidFill>
            <a:srgbClr val="B01C2E"/>
          </a:solidFill>
        </p:spPr>
        <p:txBody>
          <a:bodyPr vert="vert270" anchor="ctr"/>
          <a:lstStyle>
            <a:lvl1pPr marL="0" indent="0" algn="ctr">
              <a:lnSpc>
                <a:spcPts val="14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indent="0" algn="ctr">
              <a:spcBef>
                <a:spcPts val="0"/>
              </a:spcBef>
              <a:buNone/>
              <a:defRPr sz="1200" b="1"/>
            </a:lvl2pPr>
            <a:lvl3pPr indent="0" algn="ctr">
              <a:spcBef>
                <a:spcPts val="0"/>
              </a:spcBef>
              <a:buNone/>
              <a:defRPr sz="1200" b="1"/>
            </a:lvl3pPr>
            <a:lvl4pPr indent="0" algn="ctr">
              <a:spcBef>
                <a:spcPts val="0"/>
              </a:spcBef>
              <a:buNone/>
              <a:defRPr sz="1200" b="1"/>
            </a:lvl4pPr>
            <a:lvl5pPr indent="0" algn="ctr">
              <a:spcBef>
                <a:spcPts val="0"/>
              </a:spcBef>
              <a:buNone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8156448" y="1981200"/>
            <a:ext cx="3425952" cy="4114800"/>
          </a:xfrm>
          <a:prstGeom prst="rect">
            <a:avLst/>
          </a:prstGeom>
          <a:noFill/>
          <a:ln>
            <a:solidFill>
              <a:srgbClr val="C0C0C0"/>
            </a:solidFill>
          </a:ln>
        </p:spPr>
        <p:txBody>
          <a:bodyPr wrap="square" lIns="91440" anchor="t" anchorCtr="0">
            <a:noAutofit/>
          </a:bodyPr>
          <a:lstStyle>
            <a:lvl1pPr marL="233363" indent="-233363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="1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="1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 b="1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="1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5080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22"/>
          </p:nvPr>
        </p:nvSpPr>
        <p:spPr>
          <a:xfrm>
            <a:off x="5080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23"/>
          </p:nvPr>
        </p:nvSpPr>
        <p:spPr>
          <a:xfrm>
            <a:off x="5080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24"/>
          </p:nvPr>
        </p:nvSpPr>
        <p:spPr>
          <a:xfrm>
            <a:off x="27432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Content Placeholder 3"/>
          <p:cNvSpPr>
            <a:spLocks noGrp="1"/>
          </p:cNvSpPr>
          <p:nvPr>
            <p:ph sz="half" idx="25"/>
          </p:nvPr>
        </p:nvSpPr>
        <p:spPr>
          <a:xfrm>
            <a:off x="27432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26"/>
          </p:nvPr>
        </p:nvSpPr>
        <p:spPr>
          <a:xfrm>
            <a:off x="27432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8" name="Content Placeholder 3"/>
          <p:cNvSpPr>
            <a:spLocks noGrp="1"/>
          </p:cNvSpPr>
          <p:nvPr>
            <p:ph sz="half" idx="27"/>
          </p:nvPr>
        </p:nvSpPr>
        <p:spPr>
          <a:xfrm>
            <a:off x="4978404" y="1497016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Content Placeholder 3"/>
          <p:cNvSpPr>
            <a:spLocks noGrp="1"/>
          </p:cNvSpPr>
          <p:nvPr>
            <p:ph sz="half" idx="28"/>
          </p:nvPr>
        </p:nvSpPr>
        <p:spPr>
          <a:xfrm>
            <a:off x="4978404" y="298543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0" name="Content Placeholder 3"/>
          <p:cNvSpPr>
            <a:spLocks noGrp="1"/>
          </p:cNvSpPr>
          <p:nvPr>
            <p:ph sz="half" idx="29"/>
          </p:nvPr>
        </p:nvSpPr>
        <p:spPr>
          <a:xfrm>
            <a:off x="4978404" y="4473858"/>
            <a:ext cx="2018337" cy="1376085"/>
          </a:xfrm>
          <a:prstGeom prst="rect">
            <a:avLst/>
          </a:prstGeom>
          <a:solidFill>
            <a:schemeClr val="bg1"/>
          </a:solidFill>
          <a:ln w="6350">
            <a:solidFill>
              <a:srgbClr val="C0C0C0"/>
            </a:solidFill>
          </a:ln>
        </p:spPr>
        <p:txBody>
          <a:bodyPr lIns="91440" tIns="91440" rIns="91440" bIns="91440" anchor="ctr"/>
          <a:lstStyle>
            <a:lvl1pPr marL="176213" indent="-176213">
              <a:lnSpc>
                <a:spcPct val="95000"/>
              </a:lnSpc>
              <a:spcBef>
                <a:spcPts val="0"/>
              </a:spcBef>
              <a:buClr>
                <a:srgbClr val="B01C2E"/>
              </a:buClr>
              <a:buFont typeface="Wingdings 2" pitchFamily="18" charset="2"/>
              <a:buChar char=""/>
              <a:defRPr sz="1200" baseline="0"/>
            </a:lvl1pPr>
            <a:lvl2pPr marL="342900" indent="-166688">
              <a:lnSpc>
                <a:spcPct val="95000"/>
              </a:lnSpc>
              <a:buClr>
                <a:srgbClr val="B01C2E"/>
              </a:buClr>
              <a:buSzPct val="125000"/>
              <a:buFont typeface="Arial" pitchFamily="34" charset="0"/>
              <a:buChar char="–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buClr>
                <a:srgbClr val="B01C2E"/>
              </a:buClr>
              <a:defRPr sz="1200"/>
            </a:lvl4pPr>
            <a:lvl5pPr marL="914400" indent="-166688">
              <a:defRPr sz="12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Slide Number Placeholder 9"/>
          <p:cNvSpPr>
            <a:spLocks noGrp="1"/>
          </p:cNvSpPr>
          <p:nvPr>
            <p:ph type="sldNum" sz="quarter" idx="30"/>
          </p:nvPr>
        </p:nvSpPr>
        <p:spPr/>
        <p:txBody>
          <a:bodyPr/>
          <a:lstStyle>
            <a:lvl1pPr>
              <a:defRPr/>
            </a:lvl1pPr>
          </a:lstStyle>
          <a:p>
            <a:fld id="{09CF501B-85A3-0748-9525-578425C4928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1" name="Footer Placeholder 20"/>
          <p:cNvSpPr>
            <a:spLocks noGrp="1"/>
          </p:cNvSpPr>
          <p:nvPr>
            <p:ph type="ftr" sz="quarter" idx="31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55464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lated Text Blocks - Sequ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Elbow Connector 24"/>
          <p:cNvCxnSpPr>
            <a:cxnSpLocks noChangeShapeType="1"/>
          </p:cNvCxnSpPr>
          <p:nvPr userDrawn="1"/>
        </p:nvCxnSpPr>
        <p:spPr bwMode="auto">
          <a:xfrm rot="16200000" flipH="1">
            <a:off x="1340909" y="2289175"/>
            <a:ext cx="768350" cy="850900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3" name="Elbow Connector 28"/>
          <p:cNvCxnSpPr>
            <a:cxnSpLocks noChangeShapeType="1"/>
          </p:cNvCxnSpPr>
          <p:nvPr userDrawn="1"/>
        </p:nvCxnSpPr>
        <p:spPr bwMode="auto">
          <a:xfrm rot="16200000" flipH="1">
            <a:off x="2881313" y="3486680"/>
            <a:ext cx="752475" cy="833967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4" name="Elbow Connector 39"/>
          <p:cNvCxnSpPr>
            <a:cxnSpLocks noChangeShapeType="1"/>
          </p:cNvCxnSpPr>
          <p:nvPr userDrawn="1"/>
        </p:nvCxnSpPr>
        <p:spPr bwMode="auto">
          <a:xfrm rot="16200000" flipH="1">
            <a:off x="4429126" y="4714875"/>
            <a:ext cx="698500" cy="793751"/>
          </a:xfrm>
          <a:prstGeom prst="bentConnector2">
            <a:avLst/>
          </a:prstGeom>
          <a:noFill/>
          <a:ln w="12700">
            <a:solidFill>
              <a:srgbClr val="4D4D4D"/>
            </a:solidFill>
            <a:round/>
            <a:headEnd/>
            <a:tailEnd type="triangle" w="lg" len="lg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8" name="Content Placeholder 3"/>
          <p:cNvSpPr>
            <a:spLocks noGrp="1"/>
          </p:cNvSpPr>
          <p:nvPr>
            <p:ph sz="half" idx="17"/>
          </p:nvPr>
        </p:nvSpPr>
        <p:spPr>
          <a:xfrm>
            <a:off x="5175608" y="4986243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/>
          </p:nvPr>
        </p:nvSpPr>
        <p:spPr>
          <a:xfrm>
            <a:off x="638822" y="1441358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5"/>
          </p:nvPr>
        </p:nvSpPr>
        <p:spPr>
          <a:xfrm>
            <a:off x="2150310" y="2622986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6"/>
          </p:nvPr>
        </p:nvSpPr>
        <p:spPr>
          <a:xfrm>
            <a:off x="3674314" y="3804614"/>
            <a:ext cx="6413145" cy="950976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txBody>
          <a:bodyPr lIns="137160" tIns="137160" rIns="137160" bIns="137160" anchor="ctr"/>
          <a:lstStyle>
            <a:lvl1pPr marL="176213" marR="0" indent="-176213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>
                <a:srgbClr val="B01C2E"/>
              </a:buClr>
              <a:buSzTx/>
              <a:buFont typeface="Wingdings 2" pitchFamily="18" charset="2"/>
              <a:buChar char=""/>
              <a:tabLst/>
              <a:defRPr sz="1200"/>
            </a:lvl1pPr>
            <a:lvl2pPr marL="342900" indent="-166688">
              <a:buClr>
                <a:srgbClr val="B01C2E"/>
              </a:buClr>
              <a:buSzPct val="125000"/>
              <a:defRPr sz="1200"/>
            </a:lvl2pPr>
            <a:lvl3pPr marL="519113" indent="-176213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2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18"/>
          </p:nvPr>
        </p:nvSpPr>
        <p:spPr/>
        <p:txBody>
          <a:bodyPr/>
          <a:lstStyle>
            <a:lvl1pPr>
              <a:defRPr/>
            </a:lvl1pPr>
          </a:lstStyle>
          <a:p>
            <a:fld id="{0C10D6D8-3B97-854D-B9A2-DD1E2B17F6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3"/>
          <p:cNvSpPr>
            <a:spLocks noGrp="1"/>
          </p:cNvSpPr>
          <p:nvPr>
            <p:ph type="ftr" sz="quarter" idx="1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1958301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li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arallelogram 6"/>
          <p:cNvSpPr/>
          <p:nvPr userDrawn="1"/>
        </p:nvSpPr>
        <p:spPr bwMode="auto">
          <a:xfrm>
            <a:off x="950384" y="1782764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8" name="Parallelogram 7"/>
          <p:cNvSpPr/>
          <p:nvPr userDrawn="1"/>
        </p:nvSpPr>
        <p:spPr bwMode="auto">
          <a:xfrm>
            <a:off x="950384" y="5300664"/>
            <a:ext cx="10625667" cy="530225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4" name="Parallelogram 13"/>
          <p:cNvSpPr/>
          <p:nvPr userDrawn="1"/>
        </p:nvSpPr>
        <p:spPr bwMode="auto">
          <a:xfrm>
            <a:off x="950384" y="4129089"/>
            <a:ext cx="10625667" cy="528637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15" name="Parallelogram 14"/>
          <p:cNvSpPr/>
          <p:nvPr userDrawn="1"/>
        </p:nvSpPr>
        <p:spPr bwMode="auto">
          <a:xfrm>
            <a:off x="950384" y="2955925"/>
            <a:ext cx="10625667" cy="528638"/>
          </a:xfrm>
          <a:prstGeom prst="parallelogram">
            <a:avLst>
              <a:gd name="adj" fmla="val 135335"/>
            </a:avLst>
          </a:prstGeom>
          <a:gradFill>
            <a:gsLst>
              <a:gs pos="100000">
                <a:srgbClr val="666666"/>
              </a:gs>
              <a:gs pos="0">
                <a:schemeClr val="bg1">
                  <a:lumMod val="85000"/>
                </a:schemeClr>
              </a:gs>
            </a:gsLst>
            <a:lin ang="5400000" scaled="0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/>
          <a:lstStyle/>
          <a:p>
            <a:pPr eaLnBrk="0" hangingPunct="0">
              <a:defRPr/>
            </a:pPr>
            <a:endParaRPr lang="en-US" sz="1800" dirty="0">
              <a:latin typeface="Arial" charset="0"/>
              <a:ea typeface="+mn-ea"/>
            </a:endParaRPr>
          </a:p>
        </p:txBody>
      </p:sp>
      <p:sp>
        <p:nvSpPr>
          <p:cNvPr id="9" name="Content Placeholder 3"/>
          <p:cNvSpPr>
            <a:spLocks noGrp="1"/>
          </p:cNvSpPr>
          <p:nvPr>
            <p:ph sz="half" idx="12"/>
          </p:nvPr>
        </p:nvSpPr>
        <p:spPr>
          <a:xfrm>
            <a:off x="944921" y="1501649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Content Placeholder 3"/>
          <p:cNvSpPr>
            <a:spLocks noGrp="1"/>
          </p:cNvSpPr>
          <p:nvPr>
            <p:ph sz="half" idx="13"/>
          </p:nvPr>
        </p:nvSpPr>
        <p:spPr>
          <a:xfrm>
            <a:off x="944921" y="5019703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marR="0" indent="-176213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Content Placeholder 3"/>
          <p:cNvSpPr>
            <a:spLocks noGrp="1"/>
          </p:cNvSpPr>
          <p:nvPr>
            <p:ph sz="half" idx="14"/>
          </p:nvPr>
        </p:nvSpPr>
        <p:spPr>
          <a:xfrm>
            <a:off x="944921" y="3847016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half" idx="15"/>
          </p:nvPr>
        </p:nvSpPr>
        <p:spPr>
          <a:xfrm>
            <a:off x="944921" y="2674335"/>
            <a:ext cx="9934099" cy="789371"/>
          </a:xfrm>
          <a:prstGeom prst="parallelogram">
            <a:avLst/>
          </a:prstGeom>
          <a:solidFill>
            <a:schemeClr val="accent1"/>
          </a:solidFill>
          <a:ln w="6350">
            <a:noFill/>
          </a:ln>
        </p:spPr>
        <p:txBody>
          <a:bodyPr lIns="137160" tIns="137160" rIns="137160" bIns="137160" anchor="ctr"/>
          <a:lstStyle>
            <a:lvl1pPr marL="176213" indent="-176213" algn="ctr">
              <a:buNone/>
              <a:defRPr sz="1200" b="1">
                <a:solidFill>
                  <a:schemeClr val="bg1"/>
                </a:solidFill>
              </a:defRPr>
            </a:lvl1pPr>
            <a:lvl2pPr marL="342900" indent="-166688">
              <a:buSzPct val="125000"/>
              <a:defRPr sz="1400"/>
            </a:lvl2pPr>
            <a:lvl3pPr marL="519113" indent="-176213">
              <a:defRPr sz="1400"/>
            </a:lvl3pPr>
            <a:lvl4pPr marL="685800" indent="-166688">
              <a:defRPr sz="1400"/>
            </a:lvl4pPr>
            <a:lvl5pPr marL="914400" indent="-166688">
              <a:defRPr sz="14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6"/>
          </p:nvPr>
        </p:nvSpPr>
        <p:spPr/>
        <p:txBody>
          <a:bodyPr/>
          <a:lstStyle>
            <a:lvl1pPr>
              <a:defRPr/>
            </a:lvl1pPr>
          </a:lstStyle>
          <a:p>
            <a:fld id="{97E92AD8-7AD1-8240-8596-9839AB315E2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4"/>
          <p:cNvSpPr>
            <a:spLocks noGrp="1"/>
          </p:cNvSpPr>
          <p:nvPr>
            <p:ph type="ftr" sz="quarter" idx="1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9582873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ases and threads with chevr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" name="Straight Connector 8"/>
          <p:cNvCxnSpPr>
            <a:cxnSpLocks noChangeShapeType="1"/>
          </p:cNvCxnSpPr>
          <p:nvPr userDrawn="1"/>
        </p:nvCxnSpPr>
        <p:spPr bwMode="auto">
          <a:xfrm>
            <a:off x="637117" y="3294064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637117" y="4670425"/>
            <a:ext cx="10651067" cy="1588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>
            <a:off x="637117" y="6046789"/>
            <a:ext cx="10651067" cy="1587"/>
          </a:xfrm>
          <a:prstGeom prst="line">
            <a:avLst/>
          </a:prstGeom>
          <a:noFill/>
          <a:ln w="12700">
            <a:solidFill>
              <a:srgbClr val="A9A9A9"/>
            </a:solidFill>
            <a:prstDash val="dash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" name="Text Placeholder 12"/>
          <p:cNvSpPr>
            <a:spLocks noGrp="1"/>
          </p:cNvSpPr>
          <p:nvPr>
            <p:ph type="body" sz="quarter" idx="12"/>
          </p:nvPr>
        </p:nvSpPr>
        <p:spPr>
          <a:xfrm>
            <a:off x="2110661" y="1290643"/>
            <a:ext cx="2494291" cy="600507"/>
          </a:xfrm>
          <a:prstGeom prst="homePlate">
            <a:avLst>
              <a:gd name="adj" fmla="val 31973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Text Placeholder 12"/>
          <p:cNvSpPr>
            <a:spLocks noGrp="1"/>
          </p:cNvSpPr>
          <p:nvPr>
            <p:ph type="body" sz="quarter" idx="15"/>
          </p:nvPr>
        </p:nvSpPr>
        <p:spPr>
          <a:xfrm>
            <a:off x="9195340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Text Placeholder 12"/>
          <p:cNvSpPr>
            <a:spLocks noGrp="1"/>
          </p:cNvSpPr>
          <p:nvPr>
            <p:ph type="body" sz="quarter" idx="30"/>
          </p:nvPr>
        </p:nvSpPr>
        <p:spPr>
          <a:xfrm>
            <a:off x="6819046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442752" y="1290643"/>
            <a:ext cx="2538493" cy="600507"/>
          </a:xfrm>
          <a:prstGeom prst="chevron">
            <a:avLst>
              <a:gd name="adj" fmla="val 31246"/>
            </a:avLst>
          </a:prstGeom>
          <a:solidFill>
            <a:schemeClr val="accent1"/>
          </a:solidFill>
          <a:ln w="6350">
            <a:solidFill>
              <a:srgbClr val="A9A9A9"/>
            </a:solidFill>
          </a:ln>
        </p:spPr>
        <p:txBody>
          <a:bodyPr lIns="91440" tIns="137160" rIns="91440" bIns="137160" anchor="ctr"/>
          <a:lstStyle>
            <a:lvl1pPr marL="0" indent="0" algn="ctr"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200"/>
            </a:lvl2pPr>
            <a:lvl3pPr marL="512763" indent="-171450">
              <a:defRPr sz="1200"/>
            </a:lvl3pPr>
            <a:lvl4pPr marL="682625" indent="-169863">
              <a:defRPr sz="1200"/>
            </a:lvl4pPr>
            <a:lvl5pPr marL="854075" indent="-171450"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2"/>
          <p:cNvSpPr>
            <a:spLocks noGrp="1"/>
          </p:cNvSpPr>
          <p:nvPr>
            <p:ph type="body" sz="quarter" idx="11"/>
          </p:nvPr>
        </p:nvSpPr>
        <p:spPr>
          <a:xfrm>
            <a:off x="609600" y="2068960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609600" y="343666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609600" y="4802487"/>
            <a:ext cx="1341120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110661" y="2068960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2110661" y="344150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2110661" y="4807328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4442752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4442752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4442752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6819045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6819045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6819045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195340" y="2066925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9195340" y="343947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9195340" y="4805293"/>
            <a:ext cx="2206752" cy="1124712"/>
          </a:xfrm>
          <a:prstGeom prst="rect">
            <a:avLst/>
          </a:prstGeom>
          <a:ln w="6350">
            <a:solidFill>
              <a:srgbClr val="A9A9A9"/>
            </a:solidFill>
          </a:ln>
        </p:spPr>
        <p:txBody>
          <a:bodyPr lIns="45720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Char char=""/>
              <a:defRPr sz="1100" baseline="0"/>
            </a:lvl1pPr>
            <a:lvl2pPr marL="341313" indent="-169863">
              <a:buClr>
                <a:srgbClr val="B01C2E"/>
              </a:buClr>
              <a:buFont typeface="Arial" pitchFamily="34" charset="0"/>
              <a:buChar char="•"/>
              <a:defRPr sz="1000"/>
            </a:lvl2pPr>
            <a:lvl3pPr marL="512763" indent="-171450">
              <a:buClr>
                <a:srgbClr val="B01C2E"/>
              </a:buClr>
              <a:buFont typeface="Arial" pitchFamily="34" charset="0"/>
              <a:buChar char="–"/>
              <a:defRPr sz="1000"/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Slide Number Placeholder 9"/>
          <p:cNvSpPr>
            <a:spLocks noGrp="1"/>
          </p:cNvSpPr>
          <p:nvPr>
            <p:ph type="sldNum" sz="quarter" idx="46"/>
          </p:nvPr>
        </p:nvSpPr>
        <p:spPr/>
        <p:txBody>
          <a:bodyPr/>
          <a:lstStyle>
            <a:lvl1pPr>
              <a:defRPr/>
            </a:lvl1pPr>
          </a:lstStyle>
          <a:p>
            <a:fld id="{BC9105C1-E9DE-DA45-BFF7-4F496C07EBD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6" name="Footer Placeholder 37"/>
          <p:cNvSpPr>
            <a:spLocks noGrp="1"/>
          </p:cNvSpPr>
          <p:nvPr>
            <p:ph type="ftr" sz="quarter" idx="47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277555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entagon 11"/>
          <p:cNvSpPr>
            <a:spLocks noChangeArrowheads="1"/>
          </p:cNvSpPr>
          <p:nvPr userDrawn="1"/>
        </p:nvSpPr>
        <p:spPr bwMode="auto">
          <a:xfrm>
            <a:off x="2868085" y="1277938"/>
            <a:ext cx="8824383" cy="582612"/>
          </a:xfrm>
          <a:prstGeom prst="homePlate">
            <a:avLst>
              <a:gd name="adj" fmla="val 39286"/>
            </a:avLst>
          </a:prstGeom>
          <a:solidFill>
            <a:schemeClr val="accent1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23" name="Straight Connector 9"/>
          <p:cNvCxnSpPr>
            <a:cxnSpLocks noChangeShapeType="1"/>
          </p:cNvCxnSpPr>
          <p:nvPr userDrawn="1"/>
        </p:nvCxnSpPr>
        <p:spPr bwMode="auto">
          <a:xfrm>
            <a:off x="2880784" y="1568450"/>
            <a:ext cx="8811683" cy="0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4" name="Straight Connector 10"/>
          <p:cNvCxnSpPr>
            <a:cxnSpLocks noChangeShapeType="1"/>
          </p:cNvCxnSpPr>
          <p:nvPr userDrawn="1"/>
        </p:nvCxnSpPr>
        <p:spPr bwMode="auto">
          <a:xfrm rot="16200000" flipH="1">
            <a:off x="554302" y="3602303"/>
            <a:ext cx="4665662" cy="16933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grpSp>
        <p:nvGrpSpPr>
          <p:cNvPr id="25" name="Group 115"/>
          <p:cNvGrpSpPr>
            <a:grpSpLocks/>
          </p:cNvGrpSpPr>
          <p:nvPr userDrawn="1"/>
        </p:nvGrpSpPr>
        <p:grpSpPr bwMode="auto">
          <a:xfrm>
            <a:off x="3445933" y="1576388"/>
            <a:ext cx="7374467" cy="4367212"/>
            <a:chOff x="2585007" y="1576462"/>
            <a:chExt cx="5530617" cy="4041195"/>
          </a:xfrm>
        </p:grpSpPr>
        <p:cxnSp>
          <p:nvCxnSpPr>
            <p:cNvPr id="42" name="Straight Connector 12"/>
            <p:cNvCxnSpPr>
              <a:cxnSpLocks noChangeShapeType="1"/>
            </p:cNvCxnSpPr>
            <p:nvPr userDrawn="1"/>
          </p:nvCxnSpPr>
          <p:spPr bwMode="auto">
            <a:xfrm rot="5400000">
              <a:off x="564416" y="3597053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6" name="Straight Connector 13"/>
            <p:cNvCxnSpPr>
              <a:cxnSpLocks noChangeShapeType="1"/>
            </p:cNvCxnSpPr>
            <p:nvPr userDrawn="1"/>
          </p:nvCxnSpPr>
          <p:spPr bwMode="auto">
            <a:xfrm rot="5400000">
              <a:off x="1415280" y="359705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8" name="Straight Connector 14"/>
            <p:cNvCxnSpPr>
              <a:cxnSpLocks noChangeShapeType="1"/>
            </p:cNvCxnSpPr>
            <p:nvPr userDrawn="1"/>
          </p:nvCxnSpPr>
          <p:spPr bwMode="auto">
            <a:xfrm rot="5400000">
              <a:off x="989848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49" name="Straight Connector 15"/>
            <p:cNvCxnSpPr>
              <a:cxnSpLocks noChangeShapeType="1"/>
            </p:cNvCxnSpPr>
            <p:nvPr userDrawn="1"/>
          </p:nvCxnSpPr>
          <p:spPr bwMode="auto">
            <a:xfrm rot="5400000">
              <a:off x="2266144" y="3597056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0" name="Straight Connector 16"/>
            <p:cNvCxnSpPr>
              <a:cxnSpLocks noChangeShapeType="1"/>
            </p:cNvCxnSpPr>
            <p:nvPr userDrawn="1"/>
          </p:nvCxnSpPr>
          <p:spPr bwMode="auto">
            <a:xfrm rot="5400000">
              <a:off x="1840712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1" name="Straight Connector 17"/>
            <p:cNvCxnSpPr>
              <a:cxnSpLocks noChangeShapeType="1"/>
            </p:cNvCxnSpPr>
            <p:nvPr userDrawn="1"/>
          </p:nvCxnSpPr>
          <p:spPr bwMode="auto">
            <a:xfrm rot="5400000">
              <a:off x="3117008" y="3597058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2" name="Straight Connector 18"/>
            <p:cNvCxnSpPr>
              <a:cxnSpLocks noChangeShapeType="1"/>
            </p:cNvCxnSpPr>
            <p:nvPr userDrawn="1"/>
          </p:nvCxnSpPr>
          <p:spPr bwMode="auto">
            <a:xfrm rot="5400000">
              <a:off x="2691576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3" name="Straight Connector 19"/>
            <p:cNvCxnSpPr>
              <a:cxnSpLocks noChangeShapeType="1"/>
            </p:cNvCxnSpPr>
            <p:nvPr userDrawn="1"/>
          </p:nvCxnSpPr>
          <p:spPr bwMode="auto">
            <a:xfrm rot="5400000">
              <a:off x="3967872" y="3597059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4" name="Straight Connector 20"/>
            <p:cNvCxnSpPr>
              <a:cxnSpLocks noChangeShapeType="1"/>
            </p:cNvCxnSpPr>
            <p:nvPr userDrawn="1"/>
          </p:nvCxnSpPr>
          <p:spPr bwMode="auto">
            <a:xfrm rot="5400000">
              <a:off x="3542440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5" name="Straight Connector 21"/>
            <p:cNvCxnSpPr>
              <a:cxnSpLocks noChangeShapeType="1"/>
            </p:cNvCxnSpPr>
            <p:nvPr userDrawn="1"/>
          </p:nvCxnSpPr>
          <p:spPr bwMode="auto">
            <a:xfrm rot="5400000">
              <a:off x="4818736" y="3597061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6" name="Straight Connector 22"/>
            <p:cNvCxnSpPr>
              <a:cxnSpLocks noChangeShapeType="1"/>
            </p:cNvCxnSpPr>
            <p:nvPr userDrawn="1"/>
          </p:nvCxnSpPr>
          <p:spPr bwMode="auto">
            <a:xfrm rot="5400000">
              <a:off x="4393304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7" name="Straight Connector 23"/>
            <p:cNvCxnSpPr>
              <a:cxnSpLocks noChangeShapeType="1"/>
            </p:cNvCxnSpPr>
            <p:nvPr userDrawn="1"/>
          </p:nvCxnSpPr>
          <p:spPr bwMode="auto">
            <a:xfrm rot="5400000">
              <a:off x="5669600" y="3597062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8" name="Straight Connector 24"/>
            <p:cNvCxnSpPr>
              <a:cxnSpLocks noChangeShapeType="1"/>
            </p:cNvCxnSpPr>
            <p:nvPr userDrawn="1"/>
          </p:nvCxnSpPr>
          <p:spPr bwMode="auto">
            <a:xfrm rot="5400000">
              <a:off x="5244168" y="3597064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59" name="Straight Connector 25"/>
            <p:cNvCxnSpPr>
              <a:cxnSpLocks noChangeShapeType="1"/>
            </p:cNvCxnSpPr>
            <p:nvPr userDrawn="1"/>
          </p:nvCxnSpPr>
          <p:spPr bwMode="auto">
            <a:xfrm rot="5400000">
              <a:off x="6095032" y="3597065"/>
              <a:ext cx="4041183" cy="1"/>
            </a:xfrm>
            <a:prstGeom prst="line">
              <a:avLst/>
            </a:prstGeom>
            <a:noFill/>
            <a:ln w="6350">
              <a:solidFill>
                <a:srgbClr val="A9A9A9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sp>
        <p:nvSpPr>
          <p:cNvPr id="60" name="Rectangle 30"/>
          <p:cNvSpPr>
            <a:spLocks noChangeArrowheads="1"/>
          </p:cNvSpPr>
          <p:nvPr userDrawn="1"/>
        </p:nvSpPr>
        <p:spPr bwMode="auto">
          <a:xfrm>
            <a:off x="624417" y="1860550"/>
            <a:ext cx="10759016" cy="4083050"/>
          </a:xfrm>
          <a:prstGeom prst="rect">
            <a:avLst/>
          </a:prstGeom>
          <a:noFill/>
          <a:ln w="12700">
            <a:solidFill>
              <a:srgbClr val="A9A9A9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sp>
        <p:nvSpPr>
          <p:cNvPr id="61" name="Rectangle 31"/>
          <p:cNvSpPr>
            <a:spLocks noChangeArrowheads="1"/>
          </p:cNvSpPr>
          <p:nvPr userDrawn="1"/>
        </p:nvSpPr>
        <p:spPr bwMode="auto">
          <a:xfrm>
            <a:off x="624418" y="1277938"/>
            <a:ext cx="2256367" cy="582612"/>
          </a:xfrm>
          <a:prstGeom prst="rect">
            <a:avLst/>
          </a:prstGeom>
          <a:solidFill>
            <a:srgbClr val="4D4D4D"/>
          </a:solidFill>
          <a:ln w="12700">
            <a:solidFill>
              <a:srgbClr val="A9A9A9"/>
            </a:solidFill>
            <a:miter lim="800000"/>
            <a:headEnd/>
            <a:tailEnd/>
          </a:ln>
        </p:spPr>
        <p:txBody>
          <a:bodyPr lIns="137160" tIns="137160" rIns="228600" bIns="137160" anchor="ctr"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ctr">
              <a:lnSpc>
                <a:spcPct val="95000"/>
              </a:lnSpc>
              <a:spcBef>
                <a:spcPct val="50000"/>
              </a:spcBef>
              <a:buClr>
                <a:schemeClr val="accent1"/>
              </a:buClr>
              <a:buFont typeface="Wingdings 2" charset="2"/>
              <a:buNone/>
            </a:pPr>
            <a:endParaRPr lang="en-US" altLang="en-US" sz="1800" b="1" dirty="0">
              <a:solidFill>
                <a:schemeClr val="bg1"/>
              </a:solidFill>
              <a:latin typeface="Arial" charset="0"/>
            </a:endParaRPr>
          </a:p>
        </p:txBody>
      </p:sp>
      <p:cxnSp>
        <p:nvCxnSpPr>
          <p:cNvPr id="62" name="Straight Connector 28"/>
          <p:cNvCxnSpPr>
            <a:cxnSpLocks noChangeShapeType="1"/>
          </p:cNvCxnSpPr>
          <p:nvPr userDrawn="1"/>
        </p:nvCxnSpPr>
        <p:spPr bwMode="auto">
          <a:xfrm>
            <a:off x="630767" y="1277938"/>
            <a:ext cx="2235200" cy="582612"/>
          </a:xfrm>
          <a:prstGeom prst="line">
            <a:avLst/>
          </a:prstGeom>
          <a:noFill/>
          <a:ln w="12700">
            <a:solidFill>
              <a:srgbClr val="A9A9A9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6" name="Text Placeholder 12"/>
          <p:cNvSpPr>
            <a:spLocks noGrp="1"/>
          </p:cNvSpPr>
          <p:nvPr>
            <p:ph type="body" sz="quarter" idx="28"/>
          </p:nvPr>
        </p:nvSpPr>
        <p:spPr>
          <a:xfrm>
            <a:off x="2879952" y="1282930"/>
            <a:ext cx="8496387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>
              <a:lnSpc>
                <a:spcPct val="100000"/>
              </a:lnSpc>
              <a:spcBef>
                <a:spcPts val="0"/>
              </a:spcBef>
              <a:buFontTx/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12"/>
          <p:cNvSpPr>
            <a:spLocks noGrp="1"/>
          </p:cNvSpPr>
          <p:nvPr>
            <p:ph type="body" sz="quarter" idx="31"/>
          </p:nvPr>
        </p:nvSpPr>
        <p:spPr>
          <a:xfrm>
            <a:off x="402149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12"/>
          <p:cNvSpPr>
            <a:spLocks noGrp="1"/>
          </p:cNvSpPr>
          <p:nvPr>
            <p:ph type="body" sz="quarter" idx="32"/>
          </p:nvPr>
        </p:nvSpPr>
        <p:spPr>
          <a:xfrm>
            <a:off x="4588796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886892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345419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6290700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685800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15609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572339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8559905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9127207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7425303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7992604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9694508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44"/>
          </p:nvPr>
        </p:nvSpPr>
        <p:spPr>
          <a:xfrm>
            <a:off x="10261809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10829111" y="1574557"/>
            <a:ext cx="552995" cy="294737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730741" y="1548247"/>
            <a:ext cx="860776" cy="280554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1868569" y="1278088"/>
            <a:ext cx="860776" cy="561107"/>
          </a:xfrm>
          <a:prstGeom prst="rect">
            <a:avLst/>
          </a:prstGeom>
          <a:ln w="6350">
            <a:noFill/>
          </a:ln>
        </p:spPr>
        <p:txBody>
          <a:bodyPr lIns="0" tIns="0" rIns="0" bIns="0" anchor="ctr"/>
          <a:lstStyle>
            <a:lvl1pPr marL="0" marR="0" indent="0" algn="r" defTabSz="914400" rtl="0" eaLnBrk="1" fontAlgn="auto" latinLnBrk="0" hangingPunct="1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200" b="1">
                <a:solidFill>
                  <a:schemeClr val="bg1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18"/>
          </p:nvPr>
        </p:nvSpPr>
        <p:spPr>
          <a:xfrm>
            <a:off x="711200" y="1905000"/>
            <a:ext cx="2072640" cy="3977640"/>
          </a:xfrm>
          <a:prstGeom prst="rect">
            <a:avLst/>
          </a:prstGeom>
          <a:noFill/>
          <a:ln>
            <a:noFill/>
          </a:ln>
        </p:spPr>
        <p:txBody>
          <a:bodyPr wrap="square" lIns="91440" anchor="t" anchorCtr="0">
            <a:noAutofit/>
          </a:bodyPr>
          <a:lstStyle>
            <a:lvl1pPr marL="173736" indent="-173736" algn="l">
              <a:spcBef>
                <a:spcPts val="200"/>
              </a:spcBef>
              <a:buClr>
                <a:srgbClr val="B01C2E"/>
              </a:buClr>
              <a:buFont typeface="Wingdings" pitchFamily="2" charset="2"/>
              <a:buChar char="§"/>
              <a:defRPr sz="1200" baseline="0"/>
            </a:lvl1pPr>
            <a:lvl2pPr marL="338138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•"/>
              <a:tabLst/>
              <a:defRPr sz="1200" baseline="0"/>
            </a:lvl2pPr>
            <a:lvl3pPr marL="502920" indent="-173038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 baseline="0"/>
            </a:lvl3pPr>
            <a:lvl4pPr marL="685800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tabLst/>
              <a:defRPr sz="1200"/>
            </a:lvl4pPr>
            <a:lvl5pPr marL="850392" indent="-173736">
              <a:spcBef>
                <a:spcPts val="200"/>
              </a:spcBef>
              <a:buClr>
                <a:srgbClr val="B01C2E"/>
              </a:buClr>
              <a:buFont typeface="Arial" pitchFamily="34" charset="0"/>
              <a:buChar char="–"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3" name="Slide Number Placeholder 9"/>
          <p:cNvSpPr>
            <a:spLocks noGrp="1"/>
          </p:cNvSpPr>
          <p:nvPr>
            <p:ph type="sldNum" sz="quarter" idx="48"/>
          </p:nvPr>
        </p:nvSpPr>
        <p:spPr/>
        <p:txBody>
          <a:bodyPr/>
          <a:lstStyle>
            <a:lvl1pPr>
              <a:defRPr/>
            </a:lvl1pPr>
          </a:lstStyle>
          <a:p>
            <a:fld id="{A2AEA599-6C77-BA4A-9F89-7B2425581CA4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4" name="Footer Placeholder 47"/>
          <p:cNvSpPr>
            <a:spLocks noGrp="1"/>
          </p:cNvSpPr>
          <p:nvPr>
            <p:ph type="ftr" sz="quarter" idx="49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598318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nt chart or Timeline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Rectangle 11"/>
          <p:cNvSpPr>
            <a:spLocks noChangeArrowheads="1"/>
          </p:cNvSpPr>
          <p:nvPr userDrawn="1"/>
        </p:nvSpPr>
        <p:spPr bwMode="auto">
          <a:xfrm>
            <a:off x="2074333" y="1828801"/>
            <a:ext cx="9508067" cy="379413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sp>
        <p:nvSpPr>
          <p:cNvPr id="71" name="Rectangle 13"/>
          <p:cNvSpPr>
            <a:spLocks noChangeArrowheads="1"/>
          </p:cNvSpPr>
          <p:nvPr userDrawn="1"/>
        </p:nvSpPr>
        <p:spPr bwMode="auto">
          <a:xfrm>
            <a:off x="596900" y="2189163"/>
            <a:ext cx="1464733" cy="3287712"/>
          </a:xfrm>
          <a:prstGeom prst="rect">
            <a:avLst/>
          </a:prstGeom>
          <a:solidFill>
            <a:srgbClr val="D9D9D9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endParaRPr lang="en-US" altLang="en-US" sz="1800" dirty="0">
              <a:latin typeface="Arial" charset="0"/>
            </a:endParaRPr>
          </a:p>
        </p:txBody>
      </p:sp>
      <p:grpSp>
        <p:nvGrpSpPr>
          <p:cNvPr id="72" name="Group 84"/>
          <p:cNvGrpSpPr>
            <a:grpSpLocks/>
          </p:cNvGrpSpPr>
          <p:nvPr userDrawn="1"/>
        </p:nvGrpSpPr>
        <p:grpSpPr bwMode="auto">
          <a:xfrm>
            <a:off x="590551" y="1819275"/>
            <a:ext cx="10979149" cy="3657600"/>
            <a:chOff x="443344" y="1819866"/>
            <a:chExt cx="8234523" cy="3657600"/>
          </a:xfrm>
        </p:grpSpPr>
        <p:grpSp>
          <p:nvGrpSpPr>
            <p:cNvPr id="73" name="Group 83"/>
            <p:cNvGrpSpPr>
              <a:grpSpLocks/>
            </p:cNvGrpSpPr>
            <p:nvPr userDrawn="1"/>
          </p:nvGrpSpPr>
          <p:grpSpPr bwMode="auto">
            <a:xfrm>
              <a:off x="443344" y="2565862"/>
              <a:ext cx="8229600" cy="2556366"/>
              <a:chOff x="443344" y="2565862"/>
              <a:chExt cx="8229600" cy="2556366"/>
            </a:xfrm>
          </p:grpSpPr>
          <p:cxnSp>
            <p:nvCxnSpPr>
              <p:cNvPr id="87" name="Straight Connector 27"/>
              <p:cNvCxnSpPr>
                <a:cxnSpLocks noChangeShapeType="1"/>
              </p:cNvCxnSpPr>
              <p:nvPr userDrawn="1"/>
            </p:nvCxnSpPr>
            <p:spPr bwMode="auto">
              <a:xfrm>
                <a:off x="443344" y="512064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8" name="Straight Connector 28"/>
              <p:cNvCxnSpPr>
                <a:cxnSpLocks noChangeShapeType="1"/>
              </p:cNvCxnSpPr>
              <p:nvPr userDrawn="1"/>
            </p:nvCxnSpPr>
            <p:spPr bwMode="auto">
              <a:xfrm>
                <a:off x="443344" y="47548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9" name="Straight Connector 29"/>
              <p:cNvCxnSpPr>
                <a:cxnSpLocks noChangeShapeType="1"/>
              </p:cNvCxnSpPr>
              <p:nvPr userDrawn="1"/>
            </p:nvCxnSpPr>
            <p:spPr bwMode="auto">
              <a:xfrm>
                <a:off x="443344" y="438912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0" name="Straight Connector 30"/>
              <p:cNvCxnSpPr>
                <a:cxnSpLocks noChangeShapeType="1"/>
              </p:cNvCxnSpPr>
              <p:nvPr userDrawn="1"/>
            </p:nvCxnSpPr>
            <p:spPr bwMode="auto">
              <a:xfrm>
                <a:off x="443344" y="402890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1" name="Straight Connector 31"/>
              <p:cNvCxnSpPr>
                <a:cxnSpLocks noChangeShapeType="1"/>
              </p:cNvCxnSpPr>
              <p:nvPr userDrawn="1"/>
            </p:nvCxnSpPr>
            <p:spPr bwMode="auto">
              <a:xfrm>
                <a:off x="443344" y="366314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2" name="Straight Connector 32"/>
              <p:cNvCxnSpPr>
                <a:cxnSpLocks noChangeShapeType="1"/>
              </p:cNvCxnSpPr>
              <p:nvPr userDrawn="1"/>
            </p:nvCxnSpPr>
            <p:spPr bwMode="auto">
              <a:xfrm>
                <a:off x="443344" y="3302924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3" name="Straight Connector 33"/>
              <p:cNvCxnSpPr>
                <a:cxnSpLocks noChangeShapeType="1"/>
              </p:cNvCxnSpPr>
              <p:nvPr userDrawn="1"/>
            </p:nvCxnSpPr>
            <p:spPr bwMode="auto">
              <a:xfrm>
                <a:off x="443344" y="2926080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94" name="Straight Connector 34"/>
              <p:cNvCxnSpPr>
                <a:cxnSpLocks noChangeShapeType="1"/>
              </p:cNvCxnSpPr>
              <p:nvPr userDrawn="1"/>
            </p:nvCxnSpPr>
            <p:spPr bwMode="auto">
              <a:xfrm>
                <a:off x="443344" y="2565862"/>
                <a:ext cx="8229600" cy="1588"/>
              </a:xfrm>
              <a:prstGeom prst="line">
                <a:avLst/>
              </a:prstGeom>
              <a:noFill/>
              <a:ln w="6350">
                <a:solidFill>
                  <a:srgbClr val="666666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  <p:grpSp>
          <p:nvGrpSpPr>
            <p:cNvPr id="74" name="Group 82"/>
            <p:cNvGrpSpPr>
              <a:grpSpLocks/>
            </p:cNvGrpSpPr>
            <p:nvPr userDrawn="1"/>
          </p:nvGrpSpPr>
          <p:grpSpPr bwMode="auto">
            <a:xfrm>
              <a:off x="2202964" y="1819866"/>
              <a:ext cx="6474903" cy="3657600"/>
              <a:chOff x="2202964" y="1819866"/>
              <a:chExt cx="6474903" cy="3657600"/>
            </a:xfrm>
          </p:grpSpPr>
          <p:cxnSp>
            <p:nvCxnSpPr>
              <p:cNvPr id="75" name="Straight Connector 1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7495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6" name="Straight Connector 17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02229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7" name="Straight Connector 18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166962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79" name="Straight Connector 19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31695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0" name="Straight Connector 20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296428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1" name="Straight Connector 21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3611618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2" name="Straight Connector 22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258950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3" name="Straight Connector 23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4906282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4" name="Straight Connector 24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5553614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5" name="Straight Connector 25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200946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  <p:cxnSp>
            <p:nvCxnSpPr>
              <p:cNvPr id="86" name="Straight Connector 26"/>
              <p:cNvCxnSpPr>
                <a:cxnSpLocks noChangeShapeType="1"/>
              </p:cNvCxnSpPr>
              <p:nvPr userDrawn="1"/>
            </p:nvCxnSpPr>
            <p:spPr bwMode="auto">
              <a:xfrm rot="5400000">
                <a:off x="6848273" y="3647872"/>
                <a:ext cx="3657600" cy="1588"/>
              </a:xfrm>
              <a:prstGeom prst="line">
                <a:avLst/>
              </a:prstGeom>
              <a:noFill/>
              <a:ln w="6350">
                <a:solidFill>
                  <a:srgbClr val="A9A9A9"/>
                </a:solidFill>
                <a:round/>
                <a:headEnd/>
                <a:tailE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</p:cxnSp>
        </p:grpSp>
      </p:grpSp>
      <p:sp>
        <p:nvSpPr>
          <p:cNvPr id="95" name="TextBox 36"/>
          <p:cNvSpPr txBox="1">
            <a:spLocks noChangeArrowheads="1"/>
          </p:cNvSpPr>
          <p:nvPr userDrawn="1"/>
        </p:nvSpPr>
        <p:spPr bwMode="auto">
          <a:xfrm>
            <a:off x="683685" y="1566864"/>
            <a:ext cx="1178983" cy="1809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WEEK NUMBER</a:t>
            </a:r>
          </a:p>
        </p:txBody>
      </p:sp>
      <p:sp>
        <p:nvSpPr>
          <p:cNvPr id="96" name="TextBox 37"/>
          <p:cNvSpPr txBox="1">
            <a:spLocks noChangeArrowheads="1"/>
          </p:cNvSpPr>
          <p:nvPr userDrawn="1"/>
        </p:nvSpPr>
        <p:spPr bwMode="auto">
          <a:xfrm>
            <a:off x="683685" y="1939925"/>
            <a:ext cx="1178983" cy="179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/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ts val="1400"/>
              </a:lnSpc>
              <a:spcBef>
                <a:spcPts val="1500"/>
              </a:spcBef>
              <a:buClr>
                <a:schemeClr val="accent1"/>
              </a:buClr>
              <a:buFont typeface="Wingdings 2" pitchFamily="18" charset="2"/>
              <a:buNone/>
              <a:defRPr/>
            </a:pPr>
            <a:r>
              <a:rPr lang="en-US" sz="800" b="1" dirty="0">
                <a:solidFill>
                  <a:srgbClr val="000000"/>
                </a:solidFill>
                <a:latin typeface="Arial" charset="0"/>
                <a:ea typeface="+mn-ea"/>
              </a:rPr>
              <a:t>STARTS ON</a:t>
            </a:r>
          </a:p>
        </p:txBody>
      </p:sp>
      <p:cxnSp>
        <p:nvCxnSpPr>
          <p:cNvPr id="97" name="Straight Connector 39"/>
          <p:cNvCxnSpPr>
            <a:cxnSpLocks noChangeShapeType="1"/>
          </p:cNvCxnSpPr>
          <p:nvPr userDrawn="1"/>
        </p:nvCxnSpPr>
        <p:spPr bwMode="auto">
          <a:xfrm>
            <a:off x="590551" y="2200275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98" name="Straight Connector 40"/>
          <p:cNvCxnSpPr>
            <a:cxnSpLocks noChangeShapeType="1"/>
          </p:cNvCxnSpPr>
          <p:nvPr userDrawn="1"/>
        </p:nvCxnSpPr>
        <p:spPr bwMode="auto">
          <a:xfrm>
            <a:off x="590551" y="5486400"/>
            <a:ext cx="10972800" cy="1588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99" name="Freeform 40"/>
          <p:cNvSpPr>
            <a:spLocks/>
          </p:cNvSpPr>
          <p:nvPr userDrawn="1"/>
        </p:nvSpPr>
        <p:spPr bwMode="auto">
          <a:xfrm>
            <a:off x="2074334" y="1468439"/>
            <a:ext cx="9469967" cy="4027487"/>
          </a:xfrm>
          <a:custGeom>
            <a:avLst/>
            <a:gdLst>
              <a:gd name="T0" fmla="*/ 0 w 7101191"/>
              <a:gd name="T1" fmla="*/ 4028195 h 4027251"/>
              <a:gd name="T2" fmla="*/ 0 w 7101191"/>
              <a:gd name="T3" fmla="*/ 0 h 4027251"/>
              <a:gd name="T4" fmla="*/ 7106328 w 7101191"/>
              <a:gd name="T5" fmla="*/ 0 h 4027251"/>
              <a:gd name="T6" fmla="*/ 0 60000 65536"/>
              <a:gd name="T7" fmla="*/ 0 60000 65536"/>
              <a:gd name="T8" fmla="*/ 0 60000 6553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0" t="0" r="r" b="b"/>
            <a:pathLst>
              <a:path w="7101191" h="4027251">
                <a:moveTo>
                  <a:pt x="0" y="4027251"/>
                </a:moveTo>
                <a:lnTo>
                  <a:pt x="0" y="0"/>
                </a:lnTo>
                <a:lnTo>
                  <a:pt x="7101191" y="0"/>
                </a:lnTo>
              </a:path>
            </a:pathLst>
          </a:custGeom>
          <a:noFill/>
          <a:ln w="19050" cap="flat" cmpd="sng">
            <a:solidFill>
              <a:srgbClr val="666666"/>
            </a:solidFill>
            <a:prstDash val="solid"/>
            <a:round/>
            <a:headEnd type="non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cxnSp>
        <p:nvCxnSpPr>
          <p:cNvPr id="100" name="Straight Connector 42"/>
          <p:cNvCxnSpPr>
            <a:cxnSpLocks noChangeShapeType="1"/>
          </p:cNvCxnSpPr>
          <p:nvPr userDrawn="1"/>
        </p:nvCxnSpPr>
        <p:spPr bwMode="auto">
          <a:xfrm>
            <a:off x="2061634" y="1828800"/>
            <a:ext cx="865717" cy="228600"/>
          </a:xfrm>
          <a:prstGeom prst="line">
            <a:avLst/>
          </a:prstGeom>
          <a:noFill/>
          <a:ln w="19050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9" name="Text Placeholder 12"/>
          <p:cNvSpPr>
            <a:spLocks noGrp="1"/>
          </p:cNvSpPr>
          <p:nvPr>
            <p:ph type="body" sz="quarter" idx="33"/>
          </p:nvPr>
        </p:nvSpPr>
        <p:spPr>
          <a:xfrm>
            <a:off x="2061633" y="1835813"/>
            <a:ext cx="861216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4"/>
          </p:nvPr>
        </p:nvSpPr>
        <p:spPr>
          <a:xfrm>
            <a:off x="2937751" y="1835813"/>
            <a:ext cx="862519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1" name="Text Placeholder 12"/>
          <p:cNvSpPr>
            <a:spLocks noGrp="1"/>
          </p:cNvSpPr>
          <p:nvPr>
            <p:ph type="body" sz="quarter" idx="35"/>
          </p:nvPr>
        </p:nvSpPr>
        <p:spPr>
          <a:xfrm>
            <a:off x="3800274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6"/>
          </p:nvPr>
        </p:nvSpPr>
        <p:spPr>
          <a:xfrm>
            <a:off x="4662791" y="1835813"/>
            <a:ext cx="85603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3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5518824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2"/>
          <p:cNvSpPr>
            <a:spLocks noGrp="1"/>
          </p:cNvSpPr>
          <p:nvPr>
            <p:ph type="body" sz="quarter" idx="38"/>
          </p:nvPr>
        </p:nvSpPr>
        <p:spPr>
          <a:xfrm>
            <a:off x="6394315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5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7250347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2"/>
          <p:cNvSpPr>
            <a:spLocks noGrp="1"/>
          </p:cNvSpPr>
          <p:nvPr>
            <p:ph type="body" sz="quarter" idx="40"/>
          </p:nvPr>
        </p:nvSpPr>
        <p:spPr>
          <a:xfrm>
            <a:off x="8112867" y="1835813"/>
            <a:ext cx="869005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2"/>
          <p:cNvSpPr>
            <a:spLocks noGrp="1"/>
          </p:cNvSpPr>
          <p:nvPr>
            <p:ph type="body" sz="quarter" idx="41"/>
          </p:nvPr>
        </p:nvSpPr>
        <p:spPr>
          <a:xfrm>
            <a:off x="8975387" y="1835813"/>
            <a:ext cx="862520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2"/>
          <p:cNvSpPr>
            <a:spLocks noGrp="1"/>
          </p:cNvSpPr>
          <p:nvPr>
            <p:ph type="body" sz="quarter" idx="42"/>
          </p:nvPr>
        </p:nvSpPr>
        <p:spPr>
          <a:xfrm>
            <a:off x="9844389" y="1835813"/>
            <a:ext cx="86563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9" name="Text Placeholder 12"/>
          <p:cNvSpPr>
            <a:spLocks noGrp="1"/>
          </p:cNvSpPr>
          <p:nvPr>
            <p:ph type="body" sz="quarter" idx="43"/>
          </p:nvPr>
        </p:nvSpPr>
        <p:spPr>
          <a:xfrm>
            <a:off x="10700427" y="1835813"/>
            <a:ext cx="870892" cy="354728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12"/>
          <p:cNvSpPr>
            <a:spLocks noGrp="1"/>
          </p:cNvSpPr>
          <p:nvPr>
            <p:ph type="body" sz="quarter" idx="45"/>
          </p:nvPr>
        </p:nvSpPr>
        <p:spPr>
          <a:xfrm>
            <a:off x="625653" y="223026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1" name="Text Placeholder 12"/>
          <p:cNvSpPr>
            <a:spLocks noGrp="1"/>
          </p:cNvSpPr>
          <p:nvPr>
            <p:ph type="body" sz="quarter" idx="46"/>
          </p:nvPr>
        </p:nvSpPr>
        <p:spPr>
          <a:xfrm>
            <a:off x="625653" y="259557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12"/>
          <p:cNvSpPr>
            <a:spLocks noGrp="1"/>
          </p:cNvSpPr>
          <p:nvPr>
            <p:ph type="body" sz="quarter" idx="47"/>
          </p:nvPr>
        </p:nvSpPr>
        <p:spPr>
          <a:xfrm>
            <a:off x="625653" y="296088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3" name="Text Placeholder 12"/>
          <p:cNvSpPr>
            <a:spLocks noGrp="1"/>
          </p:cNvSpPr>
          <p:nvPr>
            <p:ph type="body" sz="quarter" idx="48"/>
          </p:nvPr>
        </p:nvSpPr>
        <p:spPr>
          <a:xfrm>
            <a:off x="625653" y="332619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12"/>
          <p:cNvSpPr>
            <a:spLocks noGrp="1"/>
          </p:cNvSpPr>
          <p:nvPr>
            <p:ph type="body" sz="quarter" idx="49"/>
          </p:nvPr>
        </p:nvSpPr>
        <p:spPr>
          <a:xfrm>
            <a:off x="625653" y="369150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Text Placeholder 12"/>
          <p:cNvSpPr>
            <a:spLocks noGrp="1"/>
          </p:cNvSpPr>
          <p:nvPr>
            <p:ph type="body" sz="quarter" idx="50"/>
          </p:nvPr>
        </p:nvSpPr>
        <p:spPr>
          <a:xfrm>
            <a:off x="625653" y="405681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12"/>
          <p:cNvSpPr>
            <a:spLocks noGrp="1"/>
          </p:cNvSpPr>
          <p:nvPr>
            <p:ph type="body" sz="quarter" idx="51"/>
          </p:nvPr>
        </p:nvSpPr>
        <p:spPr>
          <a:xfrm>
            <a:off x="625653" y="5152742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7" name="Text Placeholder 12"/>
          <p:cNvSpPr>
            <a:spLocks noGrp="1"/>
          </p:cNvSpPr>
          <p:nvPr>
            <p:ph type="body" sz="quarter" idx="52"/>
          </p:nvPr>
        </p:nvSpPr>
        <p:spPr>
          <a:xfrm>
            <a:off x="625653" y="442212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12"/>
          <p:cNvSpPr>
            <a:spLocks noGrp="1"/>
          </p:cNvSpPr>
          <p:nvPr>
            <p:ph type="body" sz="quarter" idx="53"/>
          </p:nvPr>
        </p:nvSpPr>
        <p:spPr>
          <a:xfrm>
            <a:off x="625653" y="4787430"/>
            <a:ext cx="1407236" cy="32004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9" name="Text Placeholder 12"/>
          <p:cNvSpPr>
            <a:spLocks noGrp="1"/>
          </p:cNvSpPr>
          <p:nvPr>
            <p:ph type="body" sz="quarter" idx="54"/>
          </p:nvPr>
        </p:nvSpPr>
        <p:spPr>
          <a:xfrm>
            <a:off x="2083023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94301C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0" name="Text Placeholder 12"/>
          <p:cNvSpPr>
            <a:spLocks noGrp="1"/>
          </p:cNvSpPr>
          <p:nvPr>
            <p:ph type="body" sz="quarter" idx="55"/>
          </p:nvPr>
        </p:nvSpPr>
        <p:spPr>
          <a:xfrm>
            <a:off x="293775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1" name="Text Placeholder 12"/>
          <p:cNvSpPr>
            <a:spLocks noGrp="1"/>
          </p:cNvSpPr>
          <p:nvPr>
            <p:ph type="body" sz="quarter" idx="56"/>
          </p:nvPr>
        </p:nvSpPr>
        <p:spPr>
          <a:xfrm>
            <a:off x="380027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2" name="Text Placeholder 12"/>
          <p:cNvSpPr>
            <a:spLocks noGrp="1"/>
          </p:cNvSpPr>
          <p:nvPr>
            <p:ph type="body" sz="quarter" idx="57"/>
          </p:nvPr>
        </p:nvSpPr>
        <p:spPr>
          <a:xfrm>
            <a:off x="4662791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3" name="Text Placeholder 12"/>
          <p:cNvSpPr>
            <a:spLocks noGrp="1"/>
          </p:cNvSpPr>
          <p:nvPr>
            <p:ph type="body" sz="quarter" idx="58"/>
          </p:nvPr>
        </p:nvSpPr>
        <p:spPr>
          <a:xfrm>
            <a:off x="55188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Text Placeholder 12"/>
          <p:cNvSpPr>
            <a:spLocks noGrp="1"/>
          </p:cNvSpPr>
          <p:nvPr>
            <p:ph type="body" sz="quarter" idx="59"/>
          </p:nvPr>
        </p:nvSpPr>
        <p:spPr>
          <a:xfrm>
            <a:off x="6394315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5" name="Text Placeholder 12"/>
          <p:cNvSpPr>
            <a:spLocks noGrp="1"/>
          </p:cNvSpPr>
          <p:nvPr>
            <p:ph type="body" sz="quarter" idx="60"/>
          </p:nvPr>
        </p:nvSpPr>
        <p:spPr>
          <a:xfrm>
            <a:off x="725034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6" name="Text Placeholder 12"/>
          <p:cNvSpPr>
            <a:spLocks noGrp="1"/>
          </p:cNvSpPr>
          <p:nvPr>
            <p:ph type="body" sz="quarter" idx="61"/>
          </p:nvPr>
        </p:nvSpPr>
        <p:spPr>
          <a:xfrm>
            <a:off x="811286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7" name="Text Placeholder 12"/>
          <p:cNvSpPr>
            <a:spLocks noGrp="1"/>
          </p:cNvSpPr>
          <p:nvPr>
            <p:ph type="body" sz="quarter" idx="62"/>
          </p:nvPr>
        </p:nvSpPr>
        <p:spPr>
          <a:xfrm>
            <a:off x="8975387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8" name="Text Placeholder 12"/>
          <p:cNvSpPr>
            <a:spLocks noGrp="1"/>
          </p:cNvSpPr>
          <p:nvPr>
            <p:ph type="body" sz="quarter" idx="63"/>
          </p:nvPr>
        </p:nvSpPr>
        <p:spPr>
          <a:xfrm>
            <a:off x="9844389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12"/>
          <p:cNvSpPr>
            <a:spLocks noGrp="1"/>
          </p:cNvSpPr>
          <p:nvPr>
            <p:ph type="body" sz="quarter" idx="64"/>
          </p:nvPr>
        </p:nvSpPr>
        <p:spPr>
          <a:xfrm>
            <a:off x="10700424" y="1531015"/>
            <a:ext cx="865632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B01C2E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9" name="Text Placeholder 178"/>
          <p:cNvSpPr>
            <a:spLocks noGrp="1"/>
          </p:cNvSpPr>
          <p:nvPr>
            <p:ph type="body" sz="quarter" idx="65"/>
          </p:nvPr>
        </p:nvSpPr>
        <p:spPr>
          <a:xfrm>
            <a:off x="2061633" y="232170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0" name="Text Placeholder 178"/>
          <p:cNvSpPr>
            <a:spLocks noGrp="1"/>
          </p:cNvSpPr>
          <p:nvPr>
            <p:ph type="body" sz="quarter" idx="66"/>
          </p:nvPr>
        </p:nvSpPr>
        <p:spPr>
          <a:xfrm>
            <a:off x="2061633" y="268701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1" name="Text Placeholder 178"/>
          <p:cNvSpPr>
            <a:spLocks noGrp="1"/>
          </p:cNvSpPr>
          <p:nvPr>
            <p:ph type="body" sz="quarter" idx="67"/>
          </p:nvPr>
        </p:nvSpPr>
        <p:spPr>
          <a:xfrm>
            <a:off x="2061633" y="305232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2" name="Text Placeholder 178"/>
          <p:cNvSpPr>
            <a:spLocks noGrp="1"/>
          </p:cNvSpPr>
          <p:nvPr>
            <p:ph type="body" sz="quarter" idx="68"/>
          </p:nvPr>
        </p:nvSpPr>
        <p:spPr>
          <a:xfrm>
            <a:off x="2061633" y="3417630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3" name="Text Placeholder 178"/>
          <p:cNvSpPr>
            <a:spLocks noGrp="1"/>
          </p:cNvSpPr>
          <p:nvPr>
            <p:ph type="body" sz="quarter" idx="69"/>
          </p:nvPr>
        </p:nvSpPr>
        <p:spPr>
          <a:xfrm>
            <a:off x="2061633" y="3782940"/>
            <a:ext cx="60960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4" name="Text Placeholder 178"/>
          <p:cNvSpPr>
            <a:spLocks noGrp="1"/>
          </p:cNvSpPr>
          <p:nvPr>
            <p:ph type="body" sz="quarter" idx="70"/>
          </p:nvPr>
        </p:nvSpPr>
        <p:spPr>
          <a:xfrm>
            <a:off x="2061633" y="4148250"/>
            <a:ext cx="12192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5" name="Text Placeholder 178"/>
          <p:cNvSpPr>
            <a:spLocks noGrp="1"/>
          </p:cNvSpPr>
          <p:nvPr>
            <p:ph type="body" sz="quarter" idx="71"/>
          </p:nvPr>
        </p:nvSpPr>
        <p:spPr>
          <a:xfrm>
            <a:off x="2061633" y="4513560"/>
            <a:ext cx="24384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6" name="Text Placeholder 178"/>
          <p:cNvSpPr>
            <a:spLocks noGrp="1"/>
          </p:cNvSpPr>
          <p:nvPr>
            <p:ph type="body" sz="quarter" idx="72"/>
          </p:nvPr>
        </p:nvSpPr>
        <p:spPr>
          <a:xfrm>
            <a:off x="2061633" y="4878870"/>
            <a:ext cx="36576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7" name="Text Placeholder 178"/>
          <p:cNvSpPr>
            <a:spLocks noGrp="1"/>
          </p:cNvSpPr>
          <p:nvPr>
            <p:ph type="body" sz="quarter" idx="73"/>
          </p:nvPr>
        </p:nvSpPr>
        <p:spPr>
          <a:xfrm>
            <a:off x="2061633" y="5244182"/>
            <a:ext cx="4876800" cy="137160"/>
          </a:xfrm>
          <a:prstGeom prst="rect">
            <a:avLst/>
          </a:prstGeom>
          <a:solidFill>
            <a:srgbClr val="B01C2E"/>
          </a:solidFill>
        </p:spPr>
        <p:txBody>
          <a:bodyPr lIns="0" tIns="0" rIns="0" bIns="0" anchor="ctr" anchorCtr="0"/>
          <a:lstStyle>
            <a:lvl1pPr>
              <a:buNone/>
              <a:defRPr sz="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8" name="Text Placeholder 178"/>
          <p:cNvSpPr>
            <a:spLocks noGrp="1"/>
          </p:cNvSpPr>
          <p:nvPr>
            <p:ph type="body" sz="quarter" idx="74"/>
          </p:nvPr>
        </p:nvSpPr>
        <p:spPr>
          <a:xfrm>
            <a:off x="4582160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0" name="Text Placeholder 12"/>
          <p:cNvSpPr>
            <a:spLocks noGrp="1"/>
          </p:cNvSpPr>
          <p:nvPr>
            <p:ph type="body" sz="quarter" idx="76"/>
          </p:nvPr>
        </p:nvSpPr>
        <p:spPr>
          <a:xfrm>
            <a:off x="4064000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1" name="Text Placeholder 178"/>
          <p:cNvSpPr>
            <a:spLocks noGrp="1"/>
          </p:cNvSpPr>
          <p:nvPr>
            <p:ph type="body" sz="quarter" idx="77"/>
          </p:nvPr>
        </p:nvSpPr>
        <p:spPr>
          <a:xfrm>
            <a:off x="7140089" y="5562600"/>
            <a:ext cx="182880" cy="137160"/>
          </a:xfrm>
          <a:prstGeom prst="flowChartExtract">
            <a:avLst/>
          </a:prstGeom>
          <a:solidFill>
            <a:srgbClr val="B01C2E"/>
          </a:solidFill>
          <a:ln>
            <a:solidFill>
              <a:srgbClr val="B01C2E"/>
            </a:solidFill>
          </a:ln>
        </p:spPr>
        <p:txBody>
          <a:bodyPr/>
          <a:lstStyle>
            <a:lvl1pPr>
              <a:buNone/>
              <a:defRPr sz="8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2" name="Text Placeholder 12"/>
          <p:cNvSpPr>
            <a:spLocks noGrp="1"/>
          </p:cNvSpPr>
          <p:nvPr>
            <p:ph type="body" sz="quarter" idx="78"/>
          </p:nvPr>
        </p:nvSpPr>
        <p:spPr>
          <a:xfrm>
            <a:off x="6621929" y="5817472"/>
            <a:ext cx="1219200" cy="228600"/>
          </a:xfrm>
          <a:prstGeom prst="rect">
            <a:avLst/>
          </a:prstGeom>
          <a:ln w="6350">
            <a:noFill/>
          </a:ln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900" b="1" cap="all" baseline="0">
                <a:solidFill>
                  <a:srgbClr val="4D4D4D"/>
                </a:solidFill>
              </a:defRPr>
            </a:lvl1pPr>
            <a:lvl2pPr marL="341313" indent="-169863">
              <a:defRPr sz="1000"/>
            </a:lvl2pPr>
            <a:lvl3pPr marL="512763" indent="-171450">
              <a:defRPr sz="1000"/>
            </a:lvl3pPr>
            <a:lvl4pPr marL="682625" indent="-169863">
              <a:defRPr sz="1000"/>
            </a:lvl4pPr>
            <a:lvl5pPr marL="854075" indent="-171450"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1" name="Slide Number Placeholder 9"/>
          <p:cNvSpPr>
            <a:spLocks noGrp="1"/>
          </p:cNvSpPr>
          <p:nvPr>
            <p:ph type="sldNum" sz="quarter" idx="79"/>
          </p:nvPr>
        </p:nvSpPr>
        <p:spPr/>
        <p:txBody>
          <a:bodyPr/>
          <a:lstStyle>
            <a:lvl1pPr>
              <a:defRPr/>
            </a:lvl1pPr>
          </a:lstStyle>
          <a:p>
            <a:fld id="{D003C6ED-C4A5-154D-A951-DFA096D6467B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02" name="Footer Placeholder 79"/>
          <p:cNvSpPr>
            <a:spLocks noGrp="1"/>
          </p:cNvSpPr>
          <p:nvPr>
            <p:ph type="ftr" sz="quarter" idx="8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06443883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7"/>
          <p:cNvCxnSpPr>
            <a:cxnSpLocks noChangeShapeType="1"/>
          </p:cNvCxnSpPr>
          <p:nvPr userDrawn="1"/>
        </p:nvCxnSpPr>
        <p:spPr bwMode="auto">
          <a:xfrm>
            <a:off x="2372785" y="5981700"/>
            <a:ext cx="7327900" cy="1588"/>
          </a:xfrm>
          <a:prstGeom prst="line">
            <a:avLst/>
          </a:prstGeom>
          <a:noFill/>
          <a:ln w="9525">
            <a:solidFill>
              <a:srgbClr val="666666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6" name="Title 1"/>
          <p:cNvSpPr>
            <a:spLocks noGrp="1"/>
          </p:cNvSpPr>
          <p:nvPr>
            <p:ph type="title"/>
          </p:nvPr>
        </p:nvSpPr>
        <p:spPr>
          <a:xfrm>
            <a:off x="2389717" y="5453936"/>
            <a:ext cx="7315200" cy="474325"/>
          </a:xfrm>
          <a:prstGeom prst="rect">
            <a:avLst/>
          </a:prstGeom>
        </p:spPr>
        <p:txBody>
          <a:bodyPr/>
          <a:lstStyle>
            <a:lvl1pPr algn="l">
              <a:defRPr sz="1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1166755"/>
            <a:ext cx="7315200" cy="4192689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6042020"/>
            <a:ext cx="7315200" cy="31128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000" i="1">
                <a:solidFill>
                  <a:srgbClr val="4D4D4D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0"/>
          <p:cNvSpPr>
            <a:spLocks noGrp="1"/>
          </p:cNvSpPr>
          <p:nvPr>
            <p:ph type="body" sz="quarter" idx="10"/>
          </p:nvPr>
        </p:nvSpPr>
        <p:spPr>
          <a:xfrm>
            <a:off x="1026004" y="0"/>
            <a:ext cx="10139992" cy="896112"/>
          </a:xfrm>
          <a:prstGeom prst="rect">
            <a:avLst/>
          </a:prstGeom>
        </p:spPr>
        <p:txBody>
          <a:bodyPr anchor="b"/>
          <a:lstStyle>
            <a:lvl1pPr>
              <a:buNone/>
              <a:defRPr sz="220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fld id="{614CE4E3-D3DE-AB41-A281-30813EB547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2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5934799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11"/>
          <p:cNvSpPr>
            <a:spLocks noGrp="1"/>
          </p:cNvSpPr>
          <p:nvPr>
            <p:ph type="body" sz="quarter" idx="11"/>
          </p:nvPr>
        </p:nvSpPr>
        <p:spPr>
          <a:xfrm>
            <a:off x="603254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11"/>
          <p:cNvSpPr>
            <a:spLocks noGrp="1"/>
          </p:cNvSpPr>
          <p:nvPr>
            <p:ph type="body" sz="quarter" idx="12"/>
          </p:nvPr>
        </p:nvSpPr>
        <p:spPr>
          <a:xfrm>
            <a:off x="603254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11"/>
          <p:cNvSpPr>
            <a:spLocks noGrp="1"/>
          </p:cNvSpPr>
          <p:nvPr>
            <p:ph type="body" sz="quarter" idx="13"/>
          </p:nvPr>
        </p:nvSpPr>
        <p:spPr>
          <a:xfrm>
            <a:off x="603254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9337923" y="14478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11"/>
          <p:cNvSpPr>
            <a:spLocks noGrp="1"/>
          </p:cNvSpPr>
          <p:nvPr>
            <p:ph type="body" sz="quarter" idx="15"/>
          </p:nvPr>
        </p:nvSpPr>
        <p:spPr>
          <a:xfrm>
            <a:off x="9337923" y="26670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3" name="Text Placeholder 11"/>
          <p:cNvSpPr>
            <a:spLocks noGrp="1"/>
          </p:cNvSpPr>
          <p:nvPr>
            <p:ph type="body" sz="quarter" idx="16"/>
          </p:nvPr>
        </p:nvSpPr>
        <p:spPr>
          <a:xfrm>
            <a:off x="9337923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11"/>
          <p:cNvSpPr>
            <a:spLocks noGrp="1"/>
          </p:cNvSpPr>
          <p:nvPr>
            <p:ph type="body" sz="quarter" idx="17"/>
          </p:nvPr>
        </p:nvSpPr>
        <p:spPr>
          <a:xfrm>
            <a:off x="9337923" y="51054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1"/>
          <p:cNvSpPr>
            <a:spLocks noGrp="1"/>
          </p:cNvSpPr>
          <p:nvPr>
            <p:ph type="body" sz="quarter" idx="18"/>
          </p:nvPr>
        </p:nvSpPr>
        <p:spPr>
          <a:xfrm>
            <a:off x="603254" y="3886200"/>
            <a:ext cx="2250831" cy="914400"/>
          </a:xfrm>
          <a:prstGeom prst="rect">
            <a:avLst/>
          </a:prstGeom>
        </p:spPr>
        <p:txBody>
          <a:bodyPr/>
          <a:lstStyle>
            <a:lvl1pPr>
              <a:buNone/>
              <a:defRPr sz="10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Slide Number Placeholder 9"/>
          <p:cNvSpPr>
            <a:spLocks noGrp="1"/>
          </p:cNvSpPr>
          <p:nvPr>
            <p:ph type="sldNum" sz="quarter" idx="19"/>
          </p:nvPr>
        </p:nvSpPr>
        <p:spPr/>
        <p:txBody>
          <a:bodyPr/>
          <a:lstStyle>
            <a:lvl1pPr>
              <a:defRPr/>
            </a:lvl1pPr>
          </a:lstStyle>
          <a:p>
            <a:fld id="{1B28FF10-2575-714D-9D0B-AB6D45C94EAE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7" name="Footer Placeholder 12"/>
          <p:cNvSpPr>
            <a:spLocks noGrp="1"/>
          </p:cNvSpPr>
          <p:nvPr>
            <p:ph type="ftr" sz="quarter" idx="2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81634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p with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8212506" y="1419225"/>
            <a:ext cx="3376247" cy="4800600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1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1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1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1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1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3B598768-D1F4-594C-B51E-99B1ED06033F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6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46923664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f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4766735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219B113F-1BA8-CA4E-A6B3-92D1D8C0C887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0650468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ght Call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>
            <a:spLocks noGrp="1"/>
          </p:cNvSpPr>
          <p:nvPr>
            <p:ph idx="1"/>
          </p:nvPr>
        </p:nvSpPr>
        <p:spPr>
          <a:xfrm>
            <a:off x="609601" y="1419225"/>
            <a:ext cx="6815667" cy="4706938"/>
          </a:xfrm>
          <a:prstGeom prst="rect">
            <a:avLst/>
          </a:prstGeom>
        </p:spPr>
        <p:txBody>
          <a:bodyPr/>
          <a:lstStyle>
            <a:lvl1pPr marL="228600" indent="-228600">
              <a:buClr>
                <a:srgbClr val="B01C2E"/>
              </a:buClr>
              <a:buFont typeface="Wingdings 2" pitchFamily="18" charset="2"/>
              <a:buChar char=""/>
              <a:defRPr sz="1200"/>
            </a:lvl1pPr>
            <a:lvl2pPr marL="457200" indent="-228600">
              <a:buClr>
                <a:srgbClr val="B01C2E"/>
              </a:buClr>
              <a:buSzPct val="125000"/>
              <a:buFont typeface="Arial" pitchFamily="34" charset="0"/>
              <a:buChar char="•"/>
              <a:defRPr sz="1200"/>
            </a:lvl2pPr>
            <a:lvl3pPr marL="685800">
              <a:buClr>
                <a:srgbClr val="B01C2E"/>
              </a:buClr>
              <a:buFont typeface="Arial" pitchFamily="34" charset="0"/>
              <a:buChar char="–"/>
              <a:defRPr sz="1200"/>
            </a:lvl3pPr>
            <a:lvl4pPr marL="914400">
              <a:buClr>
                <a:srgbClr val="B01C2E"/>
              </a:buClr>
              <a:buFont typeface="Arial" pitchFamily="34" charset="0"/>
              <a:buChar char="–"/>
              <a:defRPr sz="1200"/>
            </a:lvl4pPr>
            <a:lvl5pPr marL="1143000">
              <a:buClr>
                <a:srgbClr val="B01C2E"/>
              </a:buClr>
              <a:buFont typeface="Arial" pitchFamily="34" charset="0"/>
              <a:buChar char="–"/>
              <a:defRPr sz="12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Text Placeholder 3"/>
          <p:cNvSpPr>
            <a:spLocks noGrp="1"/>
          </p:cNvSpPr>
          <p:nvPr>
            <p:ph type="body" sz="half" idx="2"/>
          </p:nvPr>
        </p:nvSpPr>
        <p:spPr>
          <a:xfrm>
            <a:off x="7697687" y="1419226"/>
            <a:ext cx="3891064" cy="470693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200" i="1">
                <a:solidFill>
                  <a:srgbClr val="666666"/>
                </a:solidFill>
                <a:latin typeface="Times New Roman" pitchFamily="18" charset="0"/>
                <a:cs typeface="Times New Roman" pitchFamily="18" charset="0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lide Number Placeholder 9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fld id="{524011BE-5C53-0E48-93A9-5E9857491FB1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9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282951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ttorney 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Line 22"/>
          <p:cNvSpPr>
            <a:spLocks noChangeShapeType="1"/>
          </p:cNvSpPr>
          <p:nvPr/>
        </p:nvSpPr>
        <p:spPr bwMode="auto">
          <a:xfrm>
            <a:off x="2768600" y="2667000"/>
            <a:ext cx="88392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3" name="TextBox 13"/>
          <p:cNvSpPr txBox="1">
            <a:spLocks noChangeArrowheads="1"/>
          </p:cNvSpPr>
          <p:nvPr userDrawn="1"/>
        </p:nvSpPr>
        <p:spPr bwMode="auto">
          <a:xfrm>
            <a:off x="27559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Specialization</a:t>
            </a:r>
          </a:p>
        </p:txBody>
      </p:sp>
      <p:sp>
        <p:nvSpPr>
          <p:cNvPr id="14" name="TextBox 14"/>
          <p:cNvSpPr txBox="1">
            <a:spLocks noChangeArrowheads="1"/>
          </p:cNvSpPr>
          <p:nvPr userDrawn="1"/>
        </p:nvSpPr>
        <p:spPr bwMode="auto">
          <a:xfrm>
            <a:off x="7340600" y="1108076"/>
            <a:ext cx="4267200" cy="2460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>
            <a:spAutoFit/>
          </a:bodyPr>
          <a:lstStyle>
            <a:lvl1pPr>
              <a:defRPr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>
              <a:defRPr/>
            </a:pPr>
            <a:r>
              <a:rPr lang="en-US" sz="1000" b="1" dirty="0">
                <a:solidFill>
                  <a:srgbClr val="B01C2E"/>
                </a:solidFill>
                <a:latin typeface="Arial" charset="0"/>
                <a:ea typeface="+mn-ea"/>
              </a:rPr>
              <a:t>Education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2756408" y="2743200"/>
            <a:ext cx="8851392" cy="3429000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ts val="1200"/>
              </a:lnSpc>
              <a:spcBef>
                <a:spcPts val="0"/>
              </a:spcBef>
              <a:spcAft>
                <a:spcPts val="600"/>
              </a:spcAft>
              <a:buFont typeface="Arial" pitchFamily="34" charset="0"/>
              <a:buChar char=" "/>
              <a:defRPr sz="1000" b="0" baseline="0">
                <a:latin typeface="+mn-lt"/>
              </a:defRPr>
            </a:lvl1pPr>
            <a:lvl2pPr marL="0" indent="0">
              <a:lnSpc>
                <a:spcPts val="1200"/>
              </a:lnSpc>
              <a:spcBef>
                <a:spcPts val="0"/>
              </a:spcBef>
              <a:spcAft>
                <a:spcPts val="1200"/>
              </a:spcAft>
              <a:buFont typeface="Arial" pitchFamily="34" charset="0"/>
              <a:buChar char=" "/>
              <a:defRPr sz="1000" b="1" baseline="0">
                <a:solidFill>
                  <a:srgbClr val="666666"/>
                </a:solidFill>
                <a:latin typeface="Arial" pitchFamily="34" charset="0"/>
              </a:defRPr>
            </a:lvl2pPr>
            <a:lvl3pPr marL="228600" indent="-228600">
              <a:buClr>
                <a:srgbClr val="B01C2E"/>
              </a:buClr>
              <a:buFont typeface="Wingdings 2" pitchFamily="18" charset="2"/>
              <a:buChar char="¡"/>
              <a:defRPr sz="1000" baseline="0">
                <a:latin typeface="Arial" pitchFamily="34" charset="0"/>
              </a:defRPr>
            </a:lvl3pPr>
            <a:lvl4pPr marL="4572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4pPr>
            <a:lvl5pPr marL="685800" indent="-228600">
              <a:buClr>
                <a:srgbClr val="B01C2E"/>
              </a:buClr>
              <a:buFont typeface="Arial" pitchFamily="34" charset="0"/>
              <a:buChar char="–"/>
              <a:defRPr sz="10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 baseline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607483" y="1108074"/>
            <a:ext cx="1560576" cy="1563624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607487" y="2722996"/>
            <a:ext cx="2034116" cy="553604"/>
          </a:xfrm>
          <a:prstGeom prst="rect">
            <a:avLst/>
          </a:prstGeom>
        </p:spPr>
        <p:txBody>
          <a:bodyPr lIns="0"/>
          <a:lstStyle>
            <a:lvl1pPr marL="0" indent="0">
              <a:lnSpc>
                <a:spcPts val="1000"/>
              </a:lnSpc>
              <a:buNone/>
              <a:defRPr sz="1000" b="0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12"/>
          <p:cNvSpPr>
            <a:spLocks noGrp="1"/>
          </p:cNvSpPr>
          <p:nvPr>
            <p:ph type="body" sz="quarter" idx="37"/>
          </p:nvPr>
        </p:nvSpPr>
        <p:spPr>
          <a:xfrm>
            <a:off x="7340600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12"/>
          <p:cNvSpPr>
            <a:spLocks noGrp="1"/>
          </p:cNvSpPr>
          <p:nvPr>
            <p:ph type="body" sz="quarter" idx="39"/>
          </p:nvPr>
        </p:nvSpPr>
        <p:spPr>
          <a:xfrm>
            <a:off x="2756408" y="2144554"/>
            <a:ext cx="4267200" cy="246888"/>
          </a:xfrm>
          <a:prstGeom prst="rect">
            <a:avLst/>
          </a:prstGeom>
          <a:ln w="6350">
            <a:noFill/>
          </a:ln>
        </p:spPr>
        <p:txBody>
          <a:bodyPr lIns="27432" tIns="45720" rIns="45720" bIns="45720" anchor="t" anchorCtr="0"/>
          <a:lstStyle>
            <a:lvl1pPr marL="171450" indent="-171450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1pPr>
            <a:lvl2pPr marL="118872" indent="-118872">
              <a:buClr>
                <a:srgbClr val="B01C2E"/>
              </a:buClr>
              <a:buFont typeface="Wingdings 2" pitchFamily="18" charset="2"/>
              <a:buNone/>
              <a:defRPr sz="1000" b="1" baseline="0">
                <a:solidFill>
                  <a:srgbClr val="B01C2E"/>
                </a:solidFill>
              </a:defRPr>
            </a:lvl2pPr>
            <a:lvl3pPr marL="0" indent="-118872" algn="l" defTabSz="914400" rtl="0" eaLnBrk="1" latinLnBrk="0" hangingPunct="1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Clr>
                <a:srgbClr val="B01C2E"/>
              </a:buClr>
              <a:buFont typeface="Wingdings 2" pitchFamily="18" charset="2"/>
              <a:buNone/>
              <a:defRPr lang="en-US" sz="1000" b="1" kern="1200" baseline="0" dirty="0" smtClean="0">
                <a:solidFill>
                  <a:srgbClr val="B01C2E"/>
                </a:solidFill>
                <a:latin typeface="+mn-lt"/>
                <a:ea typeface="+mn-ea"/>
                <a:cs typeface="+mn-cs"/>
              </a:defRPr>
            </a:lvl3pPr>
            <a:lvl4pPr marL="682625" indent="-169863">
              <a:buClr>
                <a:srgbClr val="B01C2E"/>
              </a:buClr>
              <a:defRPr sz="1000"/>
            </a:lvl4pPr>
            <a:lvl5pPr marL="854075" indent="-171450">
              <a:buClr>
                <a:srgbClr val="B01C2E"/>
              </a:buClr>
              <a:buFont typeface="Arial" pitchFamily="34" charset="0"/>
              <a:buChar char="–"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16"/>
          <p:cNvSpPr>
            <a:spLocks noGrp="1"/>
          </p:cNvSpPr>
          <p:nvPr>
            <p:ph type="body" sz="quarter" idx="41"/>
          </p:nvPr>
        </p:nvSpPr>
        <p:spPr>
          <a:xfrm>
            <a:off x="2756408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16"/>
          <p:cNvSpPr>
            <a:spLocks noGrp="1"/>
          </p:cNvSpPr>
          <p:nvPr>
            <p:ph type="body" sz="quarter" idx="42"/>
          </p:nvPr>
        </p:nvSpPr>
        <p:spPr>
          <a:xfrm>
            <a:off x="7340600" y="2308860"/>
            <a:ext cx="4267200" cy="347472"/>
          </a:xfrm>
          <a:prstGeom prst="rect">
            <a:avLst/>
          </a:prstGeom>
          <a:ln>
            <a:noFill/>
          </a:ln>
        </p:spPr>
        <p:txBody>
          <a:bodyPr lIns="27432" anchor="t"/>
          <a:lstStyle>
            <a:lvl1pPr marL="0" indent="0" algn="l">
              <a:lnSpc>
                <a:spcPct val="95000"/>
              </a:lnSpc>
              <a:spcBef>
                <a:spcPts val="0"/>
              </a:spcBef>
              <a:spcAft>
                <a:spcPts val="240"/>
              </a:spcAft>
              <a:buNone/>
              <a:defRPr sz="1000" b="0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Text Placeholder 19"/>
          <p:cNvSpPr>
            <a:spLocks noGrp="1"/>
          </p:cNvSpPr>
          <p:nvPr>
            <p:ph type="body" sz="quarter" idx="29"/>
          </p:nvPr>
        </p:nvSpPr>
        <p:spPr>
          <a:xfrm>
            <a:off x="2756408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NSimSun" pitchFamily="49" charset="-122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19"/>
          <p:cNvSpPr>
            <a:spLocks noGrp="1"/>
          </p:cNvSpPr>
          <p:nvPr>
            <p:ph type="body" sz="quarter" idx="43"/>
          </p:nvPr>
        </p:nvSpPr>
        <p:spPr>
          <a:xfrm>
            <a:off x="7340600" y="1295400"/>
            <a:ext cx="4267200" cy="822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27432" tIns="45720" rIns="45720" bIns="45720" anchor="t">
            <a:noAutofit/>
          </a:bodyPr>
          <a:lstStyle>
            <a:lvl1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chemeClr val="accent1"/>
              </a:buClr>
              <a:buFont typeface="Wingdings 2" pitchFamily="18" charset="2"/>
              <a:buChar char=""/>
              <a:defRPr sz="1000" baseline="0">
                <a:solidFill>
                  <a:schemeClr val="tx1"/>
                </a:solidFill>
              </a:defRPr>
            </a:lvl1pPr>
            <a:lvl2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Arial" pitchFamily="34" charset="0"/>
              <a:buChar char=" "/>
              <a:defRPr sz="1000" baseline="0"/>
            </a:lvl2pPr>
            <a:lvl3pPr marL="118872" indent="-118872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buClr>
                <a:srgbClr val="B01C2E"/>
              </a:buClr>
              <a:buFont typeface="Wingdings 2" pitchFamily="18" charset="2"/>
              <a:buChar char="¡"/>
              <a:defRPr sz="1000"/>
            </a:lvl3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Slide Number Placeholder 9"/>
          <p:cNvSpPr>
            <a:spLocks noGrp="1"/>
          </p:cNvSpPr>
          <p:nvPr>
            <p:ph type="sldNum" sz="quarter" idx="44"/>
          </p:nvPr>
        </p:nvSpPr>
        <p:spPr/>
        <p:txBody>
          <a:bodyPr/>
          <a:lstStyle>
            <a:lvl1pPr>
              <a:defRPr/>
            </a:lvl1pPr>
          </a:lstStyle>
          <a:p>
            <a:fld id="{3D17329F-BDC0-3444-A6CB-5CFB4AFF00F8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45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13669410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with Pictu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76931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 baseline="0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6" name="Picture Placeholder 9"/>
          <p:cNvSpPr>
            <a:spLocks noGrp="1"/>
          </p:cNvSpPr>
          <p:nvPr>
            <p:ph type="pic" sz="quarter" idx="13"/>
          </p:nvPr>
        </p:nvSpPr>
        <p:spPr>
          <a:xfrm>
            <a:off x="769313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7" name="Text Placeholder 11"/>
          <p:cNvSpPr>
            <a:spLocks noGrp="1"/>
          </p:cNvSpPr>
          <p:nvPr>
            <p:ph type="body" sz="quarter" idx="14"/>
          </p:nvPr>
        </p:nvSpPr>
        <p:spPr>
          <a:xfrm>
            <a:off x="623842" y="1246188"/>
            <a:ext cx="10917767" cy="228600"/>
          </a:xfrm>
          <a:prstGeom prst="rect">
            <a:avLst/>
          </a:prstGeom>
        </p:spPr>
        <p:txBody>
          <a:bodyPr/>
          <a:lstStyle>
            <a:lvl1pPr>
              <a:buFontTx/>
              <a:buNone/>
              <a:defRPr sz="1200" b="1" cap="all" baseline="0">
                <a:solidFill>
                  <a:srgbClr val="C00000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2930625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9" name="Picture Placeholder 9"/>
          <p:cNvSpPr>
            <a:spLocks noGrp="1"/>
          </p:cNvSpPr>
          <p:nvPr>
            <p:ph type="pic" sz="quarter" idx="16"/>
          </p:nvPr>
        </p:nvSpPr>
        <p:spPr>
          <a:xfrm>
            <a:off x="2930622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7"/>
          </p:nvPr>
        </p:nvSpPr>
        <p:spPr>
          <a:xfrm>
            <a:off x="5133498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1" name="Picture Placeholder 9"/>
          <p:cNvSpPr>
            <a:spLocks noGrp="1"/>
          </p:cNvSpPr>
          <p:nvPr>
            <p:ph type="pic" sz="quarter" idx="18"/>
          </p:nvPr>
        </p:nvSpPr>
        <p:spPr>
          <a:xfrm>
            <a:off x="5133498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buFont typeface="Wingdings 2" pitchFamily="18" charset="2"/>
              <a:buChar char=""/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2" name="Text Placeholder 7"/>
          <p:cNvSpPr>
            <a:spLocks noGrp="1"/>
          </p:cNvSpPr>
          <p:nvPr>
            <p:ph type="body" sz="quarter" idx="19"/>
          </p:nvPr>
        </p:nvSpPr>
        <p:spPr>
          <a:xfrm>
            <a:off x="7322517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3" name="Picture Placeholder 9"/>
          <p:cNvSpPr>
            <a:spLocks noGrp="1"/>
          </p:cNvSpPr>
          <p:nvPr>
            <p:ph type="pic" sz="quarter" idx="21"/>
          </p:nvPr>
        </p:nvSpPr>
        <p:spPr>
          <a:xfrm>
            <a:off x="7322514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4" name="Text Placeholder 7"/>
          <p:cNvSpPr>
            <a:spLocks noGrp="1"/>
          </p:cNvSpPr>
          <p:nvPr>
            <p:ph type="body" sz="quarter" idx="22"/>
          </p:nvPr>
        </p:nvSpPr>
        <p:spPr>
          <a:xfrm>
            <a:off x="9525389" y="2982769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5" name="Picture Placeholder 9"/>
          <p:cNvSpPr>
            <a:spLocks noGrp="1"/>
          </p:cNvSpPr>
          <p:nvPr>
            <p:ph type="pic" sz="quarter" idx="23"/>
          </p:nvPr>
        </p:nvSpPr>
        <p:spPr>
          <a:xfrm>
            <a:off x="9525389" y="1589234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6" name="Text Placeholder 7"/>
          <p:cNvSpPr>
            <a:spLocks noGrp="1"/>
          </p:cNvSpPr>
          <p:nvPr>
            <p:ph type="body" sz="quarter" idx="24"/>
          </p:nvPr>
        </p:nvSpPr>
        <p:spPr>
          <a:xfrm>
            <a:off x="76931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7" name="Picture Placeholder 9"/>
          <p:cNvSpPr>
            <a:spLocks noGrp="1"/>
          </p:cNvSpPr>
          <p:nvPr>
            <p:ph type="pic" sz="quarter" idx="25"/>
          </p:nvPr>
        </p:nvSpPr>
        <p:spPr>
          <a:xfrm>
            <a:off x="769313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18" name="Text Placeholder 7"/>
          <p:cNvSpPr>
            <a:spLocks noGrp="1"/>
          </p:cNvSpPr>
          <p:nvPr>
            <p:ph type="body" sz="quarter" idx="26"/>
          </p:nvPr>
        </p:nvSpPr>
        <p:spPr>
          <a:xfrm>
            <a:off x="2930625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spcBef>
                <a:spcPts val="0"/>
              </a:spcBef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19" name="Picture Placeholder 9"/>
          <p:cNvSpPr>
            <a:spLocks noGrp="1"/>
          </p:cNvSpPr>
          <p:nvPr>
            <p:ph type="pic" sz="quarter" idx="27"/>
          </p:nvPr>
        </p:nvSpPr>
        <p:spPr>
          <a:xfrm>
            <a:off x="2930622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0" name="Text Placeholder 7"/>
          <p:cNvSpPr>
            <a:spLocks noGrp="1"/>
          </p:cNvSpPr>
          <p:nvPr>
            <p:ph type="body" sz="quarter" idx="28"/>
          </p:nvPr>
        </p:nvSpPr>
        <p:spPr>
          <a:xfrm>
            <a:off x="5133498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1" name="Picture Placeholder 9"/>
          <p:cNvSpPr>
            <a:spLocks noGrp="1"/>
          </p:cNvSpPr>
          <p:nvPr>
            <p:ph type="pic" sz="quarter" idx="29"/>
          </p:nvPr>
        </p:nvSpPr>
        <p:spPr>
          <a:xfrm>
            <a:off x="5133498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2" name="Text Placeholder 7"/>
          <p:cNvSpPr>
            <a:spLocks noGrp="1"/>
          </p:cNvSpPr>
          <p:nvPr>
            <p:ph type="body" sz="quarter" idx="30"/>
          </p:nvPr>
        </p:nvSpPr>
        <p:spPr>
          <a:xfrm>
            <a:off x="7322517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3" name="Picture Placeholder 9"/>
          <p:cNvSpPr>
            <a:spLocks noGrp="1"/>
          </p:cNvSpPr>
          <p:nvPr>
            <p:ph type="pic" sz="quarter" idx="31"/>
          </p:nvPr>
        </p:nvSpPr>
        <p:spPr>
          <a:xfrm>
            <a:off x="7322514" y="3927187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4" name="Text Placeholder 7"/>
          <p:cNvSpPr>
            <a:spLocks noGrp="1"/>
          </p:cNvSpPr>
          <p:nvPr>
            <p:ph type="body" sz="quarter" idx="32"/>
          </p:nvPr>
        </p:nvSpPr>
        <p:spPr>
          <a:xfrm>
            <a:off x="9525389" y="5320723"/>
            <a:ext cx="1904615" cy="93460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ts val="1000"/>
              </a:lnSpc>
              <a:buNone/>
              <a:defRPr sz="1000" b="1"/>
            </a:lvl1pPr>
            <a:lvl2pPr marL="0" indent="0">
              <a:lnSpc>
                <a:spcPts val="1000"/>
              </a:lnSpc>
              <a:buNone/>
              <a:defRPr sz="1000" i="1"/>
            </a:lvl2pPr>
            <a:lvl3pPr marL="0" indent="0">
              <a:lnSpc>
                <a:spcPts val="1000"/>
              </a:lnSpc>
              <a:buFont typeface="Arial" pitchFamily="34" charset="0"/>
              <a:buNone/>
              <a:defRPr sz="1000"/>
            </a:lvl3pPr>
            <a:lvl4pPr marL="0" indent="0">
              <a:lnSpc>
                <a:spcPts val="1000"/>
              </a:lnSpc>
              <a:buNone/>
              <a:defRPr sz="1000"/>
            </a:lvl4pPr>
            <a:lvl5pPr marL="0" indent="0">
              <a:buNone/>
              <a:defRPr sz="1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</p:txBody>
      </p:sp>
      <p:sp>
        <p:nvSpPr>
          <p:cNvPr id="25" name="Picture Placeholder 9"/>
          <p:cNvSpPr>
            <a:spLocks noGrp="1"/>
          </p:cNvSpPr>
          <p:nvPr>
            <p:ph type="pic" sz="quarter" idx="33"/>
          </p:nvPr>
        </p:nvSpPr>
        <p:spPr>
          <a:xfrm>
            <a:off x="9525389" y="3962401"/>
            <a:ext cx="1426633" cy="1330325"/>
          </a:xfrm>
          <a:prstGeom prst="rect">
            <a:avLst/>
          </a:prstGeom>
        </p:spPr>
        <p:txBody>
          <a:bodyPr/>
          <a:lstStyle>
            <a:lvl1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>
              <a:defRPr lang="en-US" sz="1600" kern="1200" noProof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</a:lstStyle>
          <a:p>
            <a:pPr lvl="0"/>
            <a:r>
              <a:rPr lang="en-US" noProof="0" dirty="0"/>
              <a:t>Drag picture to placeholder or click icon to add</a:t>
            </a:r>
          </a:p>
        </p:txBody>
      </p:sp>
      <p:sp>
        <p:nvSpPr>
          <p:cNvPr id="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7" name="Slide Number Placeholder 9"/>
          <p:cNvSpPr>
            <a:spLocks noGrp="1"/>
          </p:cNvSpPr>
          <p:nvPr>
            <p:ph type="sldNum" sz="quarter" idx="34"/>
          </p:nvPr>
        </p:nvSpPr>
        <p:spPr/>
        <p:txBody>
          <a:bodyPr/>
          <a:lstStyle>
            <a:lvl1pPr>
              <a:defRPr/>
            </a:lvl1pPr>
          </a:lstStyle>
          <a:p>
            <a:fld id="{516D5A61-1BB2-3C40-A809-0A00CE29D5F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28" name="Footer Placeholder 12"/>
          <p:cNvSpPr>
            <a:spLocks noGrp="1"/>
          </p:cNvSpPr>
          <p:nvPr>
            <p:ph type="ftr" sz="quarter" idx="35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2988937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e Team -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Box 12"/>
          <p:cNvSpPr txBox="1">
            <a:spLocks noChangeArrowheads="1"/>
          </p:cNvSpPr>
          <p:nvPr/>
        </p:nvSpPr>
        <p:spPr bwMode="auto">
          <a:xfrm>
            <a:off x="588433" y="14398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PARTNERS</a:t>
            </a:r>
          </a:p>
        </p:txBody>
      </p:sp>
      <p:sp>
        <p:nvSpPr>
          <p:cNvPr id="11" name="Line 22"/>
          <p:cNvSpPr>
            <a:spLocks noChangeShapeType="1"/>
          </p:cNvSpPr>
          <p:nvPr/>
        </p:nvSpPr>
        <p:spPr bwMode="auto">
          <a:xfrm>
            <a:off x="584201" y="18970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2" name="Text Box 23"/>
          <p:cNvSpPr txBox="1">
            <a:spLocks noChangeArrowheads="1"/>
          </p:cNvSpPr>
          <p:nvPr/>
        </p:nvSpPr>
        <p:spPr bwMode="auto">
          <a:xfrm>
            <a:off x="588433" y="3268663"/>
            <a:ext cx="11133667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 lIns="0" tIns="0" rIns="0" bIns="0" anchor="b"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n-US" sz="1050" b="1" dirty="0">
                <a:solidFill>
                  <a:srgbClr val="C00000"/>
                </a:solidFill>
                <a:latin typeface="Arial" charset="0"/>
                <a:ea typeface="+mn-ea"/>
                <a:cs typeface="+mn-cs"/>
              </a:rPr>
              <a:t>ASSOCIATES</a:t>
            </a:r>
          </a:p>
        </p:txBody>
      </p:sp>
      <p:sp>
        <p:nvSpPr>
          <p:cNvPr id="13" name="Line 24"/>
          <p:cNvSpPr>
            <a:spLocks noChangeShapeType="1"/>
          </p:cNvSpPr>
          <p:nvPr/>
        </p:nvSpPr>
        <p:spPr bwMode="auto">
          <a:xfrm>
            <a:off x="584201" y="3725863"/>
            <a:ext cx="11137900" cy="0"/>
          </a:xfrm>
          <a:prstGeom prst="line">
            <a:avLst/>
          </a:prstGeom>
          <a:noFill/>
          <a:ln w="6350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28" name="Text Placeholder 27"/>
          <p:cNvSpPr>
            <a:spLocks noGrp="1"/>
          </p:cNvSpPr>
          <p:nvPr>
            <p:ph type="body" sz="quarter" idx="10"/>
          </p:nvPr>
        </p:nvSpPr>
        <p:spPr>
          <a:xfrm>
            <a:off x="3478108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1"/>
          <p:cNvSpPr>
            <a:spLocks noGrp="1"/>
          </p:cNvSpPr>
          <p:nvPr>
            <p:ph type="body" sz="quarter" idx="11"/>
          </p:nvPr>
        </p:nvSpPr>
        <p:spPr>
          <a:xfrm>
            <a:off x="6372015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3"/>
          <p:cNvSpPr>
            <a:spLocks noGrp="1"/>
          </p:cNvSpPr>
          <p:nvPr>
            <p:ph type="body" sz="quarter" idx="12"/>
          </p:nvPr>
        </p:nvSpPr>
        <p:spPr>
          <a:xfrm>
            <a:off x="9265920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7" name="Text Placeholder 16"/>
          <p:cNvSpPr>
            <a:spLocks noGrp="1"/>
          </p:cNvSpPr>
          <p:nvPr>
            <p:ph type="body" sz="quarter" idx="17"/>
          </p:nvPr>
        </p:nvSpPr>
        <p:spPr>
          <a:xfrm>
            <a:off x="1975104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5" name="Text Placeholder 14"/>
          <p:cNvSpPr>
            <a:spLocks noGrp="1"/>
          </p:cNvSpPr>
          <p:nvPr>
            <p:ph type="body" sz="quarter" idx="18"/>
          </p:nvPr>
        </p:nvSpPr>
        <p:spPr>
          <a:xfrm>
            <a:off x="6299200" y="3886200"/>
            <a:ext cx="3962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603254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0" name="Text Placeholder 14"/>
          <p:cNvSpPr>
            <a:spLocks noGrp="1"/>
          </p:cNvSpPr>
          <p:nvPr>
            <p:ph type="body" sz="quarter" idx="19"/>
          </p:nvPr>
        </p:nvSpPr>
        <p:spPr>
          <a:xfrm>
            <a:off x="1975104" y="4800600"/>
            <a:ext cx="8290560" cy="54864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 baseline="0">
                <a:latin typeface="+mn-lt"/>
              </a:defRPr>
            </a:lvl1pPr>
            <a:lvl2pPr>
              <a:defRPr sz="1200" baseline="0">
                <a:latin typeface="Arial" pitchFamily="34" charset="0"/>
              </a:defRPr>
            </a:lvl2pPr>
            <a:lvl3pPr>
              <a:defRPr sz="1200" baseline="0">
                <a:latin typeface="Arial" pitchFamily="34" charset="0"/>
              </a:defRPr>
            </a:lvl3pPr>
            <a:lvl4pPr>
              <a:defRPr sz="1200" baseline="0">
                <a:latin typeface="Arial" pitchFamily="34" charset="0"/>
              </a:defRPr>
            </a:lvl4pPr>
            <a:lvl5pPr>
              <a:defRPr sz="1200" baseline="0">
                <a:latin typeface="Arial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1" name="Text Placeholder 27"/>
          <p:cNvSpPr>
            <a:spLocks noGrp="1"/>
          </p:cNvSpPr>
          <p:nvPr>
            <p:ph type="body" sz="quarter" idx="20"/>
          </p:nvPr>
        </p:nvSpPr>
        <p:spPr>
          <a:xfrm>
            <a:off x="584201" y="2019300"/>
            <a:ext cx="2438400" cy="731520"/>
          </a:xfrm>
          <a:prstGeom prst="rect">
            <a:avLst/>
          </a:prstGeom>
          <a:ln>
            <a:solidFill>
              <a:srgbClr val="666666"/>
            </a:solidFill>
          </a:ln>
        </p:spPr>
        <p:txBody>
          <a:bodyPr anchor="ctr"/>
          <a:lstStyle>
            <a:lvl1pPr marL="0" indent="0" algn="ctr">
              <a:buNone/>
              <a:defRPr sz="12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Slide Number Placeholder 9"/>
          <p:cNvSpPr>
            <a:spLocks noGrp="1"/>
          </p:cNvSpPr>
          <p:nvPr>
            <p:ph type="sldNum" sz="quarter" idx="21"/>
          </p:nvPr>
        </p:nvSpPr>
        <p:spPr/>
        <p:txBody>
          <a:bodyPr/>
          <a:lstStyle>
            <a:lvl1pPr>
              <a:defRPr/>
            </a:lvl1pPr>
          </a:lstStyle>
          <a:p>
            <a:fld id="{B0AC1651-679E-F444-9932-326657929C56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16" name="Footer Placeholder 15"/>
          <p:cNvSpPr>
            <a:spLocks noGrp="1"/>
          </p:cNvSpPr>
          <p:nvPr>
            <p:ph type="ftr" sz="quarter" idx="22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711758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0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2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4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6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8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2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3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4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5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6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7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8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9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77461BCF-BBA5-5E4A-ABD5-3E5D9382F9D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6922422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HIGHLIGHT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36"/>
          <p:cNvSpPr>
            <a:spLocks noGrp="1"/>
          </p:cNvSpPr>
          <p:nvPr>
            <p:ph type="body" sz="quarter" idx="102"/>
          </p:nvPr>
        </p:nvSpPr>
        <p:spPr>
          <a:xfrm>
            <a:off x="601133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6"/>
          <p:cNvSpPr>
            <a:spLocks noGrp="1"/>
          </p:cNvSpPr>
          <p:nvPr>
            <p:ph type="body" sz="quarter" idx="103"/>
          </p:nvPr>
        </p:nvSpPr>
        <p:spPr>
          <a:xfrm>
            <a:off x="601133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6"/>
          <p:cNvSpPr>
            <a:spLocks noGrp="1"/>
          </p:cNvSpPr>
          <p:nvPr>
            <p:ph type="body" sz="quarter" idx="104"/>
          </p:nvPr>
        </p:nvSpPr>
        <p:spPr>
          <a:xfrm>
            <a:off x="2815275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36"/>
          <p:cNvSpPr>
            <a:spLocks noGrp="1"/>
          </p:cNvSpPr>
          <p:nvPr>
            <p:ph type="body" sz="quarter" idx="105"/>
          </p:nvPr>
        </p:nvSpPr>
        <p:spPr>
          <a:xfrm>
            <a:off x="2815275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6"/>
          <p:cNvSpPr>
            <a:spLocks noGrp="1"/>
          </p:cNvSpPr>
          <p:nvPr>
            <p:ph type="body" sz="quarter" idx="106"/>
          </p:nvPr>
        </p:nvSpPr>
        <p:spPr>
          <a:xfrm>
            <a:off x="5029416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36"/>
          <p:cNvSpPr>
            <a:spLocks noGrp="1"/>
          </p:cNvSpPr>
          <p:nvPr>
            <p:ph type="body" sz="quarter" idx="107"/>
          </p:nvPr>
        </p:nvSpPr>
        <p:spPr>
          <a:xfrm>
            <a:off x="5029416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6"/>
          <p:cNvSpPr>
            <a:spLocks noGrp="1"/>
          </p:cNvSpPr>
          <p:nvPr>
            <p:ph type="body" sz="quarter" idx="108"/>
          </p:nvPr>
        </p:nvSpPr>
        <p:spPr>
          <a:xfrm>
            <a:off x="7243557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36"/>
          <p:cNvSpPr>
            <a:spLocks noGrp="1"/>
          </p:cNvSpPr>
          <p:nvPr>
            <p:ph type="body" sz="quarter" idx="109"/>
          </p:nvPr>
        </p:nvSpPr>
        <p:spPr>
          <a:xfrm>
            <a:off x="7243557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4" name="Text Placeholder 36"/>
          <p:cNvSpPr>
            <a:spLocks noGrp="1"/>
          </p:cNvSpPr>
          <p:nvPr>
            <p:ph type="body" sz="quarter" idx="110"/>
          </p:nvPr>
        </p:nvSpPr>
        <p:spPr>
          <a:xfrm>
            <a:off x="9474200" y="121920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4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36"/>
          <p:cNvSpPr>
            <a:spLocks noGrp="1"/>
          </p:cNvSpPr>
          <p:nvPr>
            <p:ph type="body" sz="quarter" idx="111"/>
          </p:nvPr>
        </p:nvSpPr>
        <p:spPr>
          <a:xfrm>
            <a:off x="9474200" y="262032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36"/>
          <p:cNvSpPr>
            <a:spLocks noGrp="1"/>
          </p:cNvSpPr>
          <p:nvPr>
            <p:ph type="body" sz="quarter" idx="112"/>
          </p:nvPr>
        </p:nvSpPr>
        <p:spPr>
          <a:xfrm>
            <a:off x="601133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36"/>
          <p:cNvSpPr>
            <a:spLocks noGrp="1"/>
          </p:cNvSpPr>
          <p:nvPr>
            <p:ph type="body" sz="quarter" idx="113"/>
          </p:nvPr>
        </p:nvSpPr>
        <p:spPr>
          <a:xfrm>
            <a:off x="601133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8" name="Text Placeholder 36"/>
          <p:cNvSpPr>
            <a:spLocks noGrp="1"/>
          </p:cNvSpPr>
          <p:nvPr>
            <p:ph type="body" sz="quarter" idx="114"/>
          </p:nvPr>
        </p:nvSpPr>
        <p:spPr>
          <a:xfrm>
            <a:off x="601133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36"/>
          <p:cNvSpPr>
            <a:spLocks noGrp="1"/>
          </p:cNvSpPr>
          <p:nvPr>
            <p:ph type="body" sz="quarter" idx="115"/>
          </p:nvPr>
        </p:nvSpPr>
        <p:spPr>
          <a:xfrm>
            <a:off x="601133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Text Placeholder 36"/>
          <p:cNvSpPr>
            <a:spLocks noGrp="1"/>
          </p:cNvSpPr>
          <p:nvPr>
            <p:ph type="body" sz="quarter" idx="116"/>
          </p:nvPr>
        </p:nvSpPr>
        <p:spPr>
          <a:xfrm>
            <a:off x="2815275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36"/>
          <p:cNvSpPr>
            <a:spLocks noGrp="1"/>
          </p:cNvSpPr>
          <p:nvPr>
            <p:ph type="body" sz="quarter" idx="117"/>
          </p:nvPr>
        </p:nvSpPr>
        <p:spPr>
          <a:xfrm>
            <a:off x="281527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36"/>
          <p:cNvSpPr>
            <a:spLocks noGrp="1"/>
          </p:cNvSpPr>
          <p:nvPr>
            <p:ph type="body" sz="quarter" idx="118"/>
          </p:nvPr>
        </p:nvSpPr>
        <p:spPr>
          <a:xfrm>
            <a:off x="2815275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3" name="Text Placeholder 36"/>
          <p:cNvSpPr>
            <a:spLocks noGrp="1"/>
          </p:cNvSpPr>
          <p:nvPr>
            <p:ph type="body" sz="quarter" idx="119"/>
          </p:nvPr>
        </p:nvSpPr>
        <p:spPr>
          <a:xfrm>
            <a:off x="2815275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36"/>
          <p:cNvSpPr>
            <a:spLocks noGrp="1"/>
          </p:cNvSpPr>
          <p:nvPr>
            <p:ph type="body" sz="quarter" idx="120"/>
          </p:nvPr>
        </p:nvSpPr>
        <p:spPr>
          <a:xfrm>
            <a:off x="5029416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5" name="Text Placeholder 36"/>
          <p:cNvSpPr>
            <a:spLocks noGrp="1"/>
          </p:cNvSpPr>
          <p:nvPr>
            <p:ph type="body" sz="quarter" idx="121"/>
          </p:nvPr>
        </p:nvSpPr>
        <p:spPr>
          <a:xfrm>
            <a:off x="5029416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36"/>
          <p:cNvSpPr>
            <a:spLocks noGrp="1"/>
          </p:cNvSpPr>
          <p:nvPr>
            <p:ph type="body" sz="quarter" idx="122"/>
          </p:nvPr>
        </p:nvSpPr>
        <p:spPr>
          <a:xfrm>
            <a:off x="5029416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7" name="Text Placeholder 36"/>
          <p:cNvSpPr>
            <a:spLocks noGrp="1"/>
          </p:cNvSpPr>
          <p:nvPr>
            <p:ph type="body" sz="quarter" idx="123"/>
          </p:nvPr>
        </p:nvSpPr>
        <p:spPr>
          <a:xfrm>
            <a:off x="5029416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36"/>
          <p:cNvSpPr>
            <a:spLocks noGrp="1"/>
          </p:cNvSpPr>
          <p:nvPr>
            <p:ph type="body" sz="quarter" idx="124"/>
          </p:nvPr>
        </p:nvSpPr>
        <p:spPr>
          <a:xfrm>
            <a:off x="7243557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9" name="Text Placeholder 36"/>
          <p:cNvSpPr>
            <a:spLocks noGrp="1"/>
          </p:cNvSpPr>
          <p:nvPr>
            <p:ph type="body" sz="quarter" idx="125"/>
          </p:nvPr>
        </p:nvSpPr>
        <p:spPr>
          <a:xfrm>
            <a:off x="7243557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36"/>
          <p:cNvSpPr>
            <a:spLocks noGrp="1"/>
          </p:cNvSpPr>
          <p:nvPr>
            <p:ph type="body" sz="quarter" idx="126"/>
          </p:nvPr>
        </p:nvSpPr>
        <p:spPr>
          <a:xfrm>
            <a:off x="7243557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1" name="Text Placeholder 36"/>
          <p:cNvSpPr>
            <a:spLocks noGrp="1"/>
          </p:cNvSpPr>
          <p:nvPr>
            <p:ph type="body" sz="quarter" idx="127"/>
          </p:nvPr>
        </p:nvSpPr>
        <p:spPr>
          <a:xfrm>
            <a:off x="7243557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36"/>
          <p:cNvSpPr>
            <a:spLocks noGrp="1"/>
          </p:cNvSpPr>
          <p:nvPr>
            <p:ph type="body" sz="quarter" idx="128"/>
          </p:nvPr>
        </p:nvSpPr>
        <p:spPr>
          <a:xfrm>
            <a:off x="9474200" y="4623125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3" name="Text Placeholder 36"/>
          <p:cNvSpPr>
            <a:spLocks noGrp="1"/>
          </p:cNvSpPr>
          <p:nvPr>
            <p:ph type="body" sz="quarter" idx="129"/>
          </p:nvPr>
        </p:nvSpPr>
        <p:spPr>
          <a:xfrm>
            <a:off x="94742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36"/>
          <p:cNvSpPr>
            <a:spLocks noGrp="1"/>
          </p:cNvSpPr>
          <p:nvPr>
            <p:ph type="body" sz="quarter" idx="130"/>
          </p:nvPr>
        </p:nvSpPr>
        <p:spPr>
          <a:xfrm>
            <a:off x="9474200" y="2914650"/>
            <a:ext cx="2112000" cy="1584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457200" rIns="91440" bIns="45720" rtlCol="0" anchor="t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9E3039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200"/>
              </a:spcBef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5" name="Text Placeholder 36"/>
          <p:cNvSpPr>
            <a:spLocks noGrp="1"/>
          </p:cNvSpPr>
          <p:nvPr>
            <p:ph type="body" sz="quarter" idx="131"/>
          </p:nvPr>
        </p:nvSpPr>
        <p:spPr>
          <a:xfrm>
            <a:off x="9474200" y="4315770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vert="horz" lIns="91440" tIns="0" rIns="91440" bIns="0" rtlCol="0" anchor="ctr" anchorCtr="0">
            <a:normAutofit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None/>
              <a:defRPr kumimoji="0" lang="en-US" sz="700" b="1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1" i="0" u="none" strike="noStrike" kern="1200" cap="none" spc="0" normalizeH="0" baseline="0" noProof="0" dirty="0" smtClean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buNone/>
              <a:defRPr kumimoji="0" lang="en-US" sz="8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2"/>
          </p:nvPr>
        </p:nvSpPr>
        <p:spPr/>
        <p:txBody>
          <a:bodyPr/>
          <a:lstStyle>
            <a:lvl1pPr>
              <a:defRPr/>
            </a:lvl1pPr>
          </a:lstStyle>
          <a:p>
            <a:fld id="{31BEBA66-216E-7243-B012-B44CAA5F986C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3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0243485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9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0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1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2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3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4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5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 u="none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 u="none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 u="none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6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7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8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9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0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1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39903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 i="0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 i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 i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8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9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601133" y="6020181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0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601133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1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1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2818451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chemeClr val="tx1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2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5035768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3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7253085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4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9470400" y="261823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5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2818451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6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2818451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7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5035768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8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5035768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9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7253085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0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7253085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1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9470400" y="4313682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2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6024245"/>
            <a:ext cx="2112000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0" rIns="91440" bIns="0" anchor="ctr" anchorCtr="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700" b="1" i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00000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 i="1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3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4A3DAED-98CA-ED44-BD8D-010557C4E8AD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4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0796383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280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10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954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960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6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5123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51460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210050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919125"/>
            <a:ext cx="2112000" cy="28800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465CD288-24B3-4B48-8EA0-67784588A8A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665738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mbstone - AWARDS V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1"/>
          <p:cNvSpPr>
            <a:spLocks noGrp="1"/>
          </p:cNvSpPr>
          <p:nvPr>
            <p:ph type="body" sz="quarter" idx="106"/>
          </p:nvPr>
        </p:nvSpPr>
        <p:spPr>
          <a:xfrm>
            <a:off x="601133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21"/>
          <p:cNvSpPr>
            <a:spLocks noGrp="1"/>
          </p:cNvSpPr>
          <p:nvPr>
            <p:ph type="body" sz="quarter" idx="107"/>
          </p:nvPr>
        </p:nvSpPr>
        <p:spPr>
          <a:xfrm>
            <a:off x="601133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Text Placeholder 21"/>
          <p:cNvSpPr>
            <a:spLocks noGrp="1"/>
          </p:cNvSpPr>
          <p:nvPr>
            <p:ph type="body" sz="quarter" idx="101"/>
          </p:nvPr>
        </p:nvSpPr>
        <p:spPr>
          <a:xfrm>
            <a:off x="601133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 smtClean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buClr>
                <a:srgbClr val="9E3039"/>
              </a:buClr>
              <a:buFont typeface="Arial" pitchFamily="34" charset="0"/>
              <a:buNone/>
              <a:defRPr kumimoji="0" lang="en-US" sz="700" b="0" i="0" u="none" strike="noStrike" kern="1200" cap="none" spc="0" normalizeH="0" baseline="0" noProof="0" dirty="0">
                <a:ln>
                  <a:noFill/>
                </a:ln>
                <a:solidFill>
                  <a:srgbClr val="808080"/>
                </a:solidFill>
                <a:effectLst/>
                <a:uLnTx/>
                <a:uFillTx/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Text Placeholder 21"/>
          <p:cNvSpPr>
            <a:spLocks noGrp="1"/>
          </p:cNvSpPr>
          <p:nvPr>
            <p:ph type="body" sz="quarter" idx="102"/>
          </p:nvPr>
        </p:nvSpPr>
        <p:spPr>
          <a:xfrm>
            <a:off x="2818451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0" name="Text Placeholder 21"/>
          <p:cNvSpPr>
            <a:spLocks noGrp="1"/>
          </p:cNvSpPr>
          <p:nvPr>
            <p:ph type="body" sz="quarter" idx="103"/>
          </p:nvPr>
        </p:nvSpPr>
        <p:spPr>
          <a:xfrm>
            <a:off x="5035768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21"/>
          <p:cNvSpPr>
            <a:spLocks noGrp="1"/>
          </p:cNvSpPr>
          <p:nvPr>
            <p:ph type="body" sz="quarter" idx="104"/>
          </p:nvPr>
        </p:nvSpPr>
        <p:spPr>
          <a:xfrm>
            <a:off x="7253085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ext Placeholder 21"/>
          <p:cNvSpPr>
            <a:spLocks noGrp="1"/>
          </p:cNvSpPr>
          <p:nvPr>
            <p:ph type="body" sz="quarter" idx="105"/>
          </p:nvPr>
        </p:nvSpPr>
        <p:spPr>
          <a:xfrm>
            <a:off x="9470400" y="121920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Text Placeholder 21"/>
          <p:cNvSpPr>
            <a:spLocks noGrp="1"/>
          </p:cNvSpPr>
          <p:nvPr>
            <p:ph type="body" sz="quarter" idx="108"/>
          </p:nvPr>
        </p:nvSpPr>
        <p:spPr>
          <a:xfrm>
            <a:off x="2818451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4" name="Text Placeholder 21"/>
          <p:cNvSpPr>
            <a:spLocks noGrp="1"/>
          </p:cNvSpPr>
          <p:nvPr>
            <p:ph type="body" sz="quarter" idx="109"/>
          </p:nvPr>
        </p:nvSpPr>
        <p:spPr>
          <a:xfrm>
            <a:off x="2818451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5" name="Text Placeholder 21"/>
          <p:cNvSpPr>
            <a:spLocks noGrp="1"/>
          </p:cNvSpPr>
          <p:nvPr>
            <p:ph type="body" sz="quarter" idx="110"/>
          </p:nvPr>
        </p:nvSpPr>
        <p:spPr>
          <a:xfrm>
            <a:off x="5035768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6" name="Text Placeholder 21"/>
          <p:cNvSpPr>
            <a:spLocks noGrp="1"/>
          </p:cNvSpPr>
          <p:nvPr>
            <p:ph type="body" sz="quarter" idx="111"/>
          </p:nvPr>
        </p:nvSpPr>
        <p:spPr>
          <a:xfrm>
            <a:off x="5035768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7" name="Text Placeholder 21"/>
          <p:cNvSpPr>
            <a:spLocks noGrp="1"/>
          </p:cNvSpPr>
          <p:nvPr>
            <p:ph type="body" sz="quarter" idx="112"/>
          </p:nvPr>
        </p:nvSpPr>
        <p:spPr>
          <a:xfrm>
            <a:off x="7253085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8" name="Text Placeholder 21"/>
          <p:cNvSpPr>
            <a:spLocks noGrp="1"/>
          </p:cNvSpPr>
          <p:nvPr>
            <p:ph type="body" sz="quarter" idx="113"/>
          </p:nvPr>
        </p:nvSpPr>
        <p:spPr>
          <a:xfrm>
            <a:off x="7253085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9" name="Text Placeholder 21"/>
          <p:cNvSpPr>
            <a:spLocks noGrp="1"/>
          </p:cNvSpPr>
          <p:nvPr>
            <p:ph type="body" sz="quarter" idx="114"/>
          </p:nvPr>
        </p:nvSpPr>
        <p:spPr>
          <a:xfrm>
            <a:off x="9470400" y="2914650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0" name="Text Placeholder 21"/>
          <p:cNvSpPr>
            <a:spLocks noGrp="1"/>
          </p:cNvSpPr>
          <p:nvPr>
            <p:ph type="body" sz="quarter" idx="115"/>
          </p:nvPr>
        </p:nvSpPr>
        <p:spPr>
          <a:xfrm>
            <a:off x="9470400" y="4626864"/>
            <a:ext cx="2112000" cy="1216152"/>
          </a:xfrm>
          <a:prstGeom prst="rect">
            <a:avLst/>
          </a:prstGeom>
          <a:solidFill>
            <a:srgbClr val="FFFFFF"/>
          </a:solidFill>
          <a:ln w="9525">
            <a:solidFill>
              <a:srgbClr val="C0C0C0"/>
            </a:solidFill>
          </a:ln>
          <a:effectLst/>
        </p:spPr>
        <p:txBody>
          <a:bodyPr lIns="91440" tIns="93600" rIns="91440" bIns="504000">
            <a:noAutofit/>
          </a:bodyPr>
          <a:lstStyle>
            <a:lvl1pPr marL="0" indent="0">
              <a:lnSpc>
                <a:spcPct val="100000"/>
              </a:lnSpc>
              <a:spcBef>
                <a:spcPts val="300"/>
              </a:spcBef>
              <a:buNone/>
              <a:defRPr sz="800" b="1"/>
            </a:lvl1pPr>
            <a:lvl2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2pPr>
            <a:lvl3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3pPr>
            <a:lvl4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4pPr>
            <a:lvl5pPr marL="0" indent="0">
              <a:lnSpc>
                <a:spcPct val="100000"/>
              </a:lnSpc>
              <a:spcBef>
                <a:spcPts val="0"/>
              </a:spcBef>
              <a:buNone/>
              <a:defRPr sz="700" b="0">
                <a:solidFill>
                  <a:srgbClr val="808080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1" name="Text Placeholder 21"/>
          <p:cNvSpPr>
            <a:spLocks noGrp="1"/>
          </p:cNvSpPr>
          <p:nvPr>
            <p:ph type="body" sz="quarter" idx="116"/>
          </p:nvPr>
        </p:nvSpPr>
        <p:spPr>
          <a:xfrm>
            <a:off x="601133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17"/>
          </p:nvPr>
        </p:nvSpPr>
        <p:spPr>
          <a:xfrm>
            <a:off x="2818449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Text Placeholder 21"/>
          <p:cNvSpPr>
            <a:spLocks noGrp="1"/>
          </p:cNvSpPr>
          <p:nvPr>
            <p:ph type="body" sz="quarter" idx="118"/>
          </p:nvPr>
        </p:nvSpPr>
        <p:spPr>
          <a:xfrm>
            <a:off x="5035765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1"/>
          <p:cNvSpPr>
            <a:spLocks noGrp="1"/>
          </p:cNvSpPr>
          <p:nvPr>
            <p:ph type="body" sz="quarter" idx="119"/>
          </p:nvPr>
        </p:nvSpPr>
        <p:spPr>
          <a:xfrm>
            <a:off x="7253081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0"/>
          </p:nvPr>
        </p:nvSpPr>
        <p:spPr>
          <a:xfrm>
            <a:off x="9470400" y="2432304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Text Placeholder 21"/>
          <p:cNvSpPr>
            <a:spLocks noGrp="1"/>
          </p:cNvSpPr>
          <p:nvPr>
            <p:ph type="body" sz="quarter" idx="121"/>
          </p:nvPr>
        </p:nvSpPr>
        <p:spPr>
          <a:xfrm>
            <a:off x="601133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22"/>
          </p:nvPr>
        </p:nvSpPr>
        <p:spPr>
          <a:xfrm>
            <a:off x="2818449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1"/>
          <p:cNvSpPr>
            <a:spLocks noGrp="1"/>
          </p:cNvSpPr>
          <p:nvPr>
            <p:ph type="body" sz="quarter" idx="123"/>
          </p:nvPr>
        </p:nvSpPr>
        <p:spPr>
          <a:xfrm>
            <a:off x="5035765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24"/>
          </p:nvPr>
        </p:nvSpPr>
        <p:spPr>
          <a:xfrm>
            <a:off x="7253081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1"/>
          <p:cNvSpPr>
            <a:spLocks noGrp="1"/>
          </p:cNvSpPr>
          <p:nvPr>
            <p:ph type="body" sz="quarter" idx="125"/>
          </p:nvPr>
        </p:nvSpPr>
        <p:spPr>
          <a:xfrm>
            <a:off x="9470400" y="4133088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26"/>
          </p:nvPr>
        </p:nvSpPr>
        <p:spPr>
          <a:xfrm>
            <a:off x="601133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1"/>
          <p:cNvSpPr>
            <a:spLocks noGrp="1"/>
          </p:cNvSpPr>
          <p:nvPr>
            <p:ph type="body" sz="quarter" idx="127"/>
          </p:nvPr>
        </p:nvSpPr>
        <p:spPr>
          <a:xfrm>
            <a:off x="2818449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128"/>
          </p:nvPr>
        </p:nvSpPr>
        <p:spPr>
          <a:xfrm>
            <a:off x="5035765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1"/>
          <p:cNvSpPr>
            <a:spLocks noGrp="1"/>
          </p:cNvSpPr>
          <p:nvPr>
            <p:ph type="body" sz="quarter" idx="129"/>
          </p:nvPr>
        </p:nvSpPr>
        <p:spPr>
          <a:xfrm>
            <a:off x="7253081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5" name="Text Placeholder 21"/>
          <p:cNvSpPr>
            <a:spLocks noGrp="1"/>
          </p:cNvSpPr>
          <p:nvPr>
            <p:ph type="body" sz="quarter" idx="130"/>
          </p:nvPr>
        </p:nvSpPr>
        <p:spPr>
          <a:xfrm>
            <a:off x="9470400" y="5843016"/>
            <a:ext cx="2112000" cy="365760"/>
          </a:xfrm>
          <a:prstGeom prst="rect">
            <a:avLst/>
          </a:prstGeom>
          <a:solidFill>
            <a:schemeClr val="bg1"/>
          </a:solidFill>
          <a:ln w="9525">
            <a:solidFill>
              <a:srgbClr val="C0C0C0"/>
            </a:solidFill>
          </a:ln>
          <a:effectLst/>
        </p:spPr>
        <p:txBody>
          <a:bodyPr wrap="none" lIns="0" tIns="0" rIns="0" bIns="0">
            <a:noAutofit/>
          </a:bodyPr>
          <a:lstStyle>
            <a:lvl1pPr marL="0" indent="0">
              <a:lnSpc>
                <a:spcPct val="100000"/>
              </a:lnSpc>
              <a:spcBef>
                <a:spcPts val="400"/>
              </a:spcBef>
              <a:buNone/>
              <a:defRPr sz="1200" b="1">
                <a:solidFill>
                  <a:srgbClr val="FFFFFF"/>
                </a:solidFill>
              </a:defRPr>
            </a:lvl1pPr>
            <a:lvl2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2pPr>
            <a:lvl3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3pPr>
            <a:lvl4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4pPr>
            <a:lvl5pPr marL="0" indent="0">
              <a:lnSpc>
                <a:spcPct val="100000"/>
              </a:lnSpc>
              <a:spcBef>
                <a:spcPts val="100"/>
              </a:spcBef>
              <a:spcAft>
                <a:spcPts val="200"/>
              </a:spcAft>
              <a:buNone/>
              <a:defRPr sz="800" b="0">
                <a:solidFill>
                  <a:srgbClr val="D9D9D9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596901" y="2"/>
            <a:ext cx="10985500" cy="8985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0" tIns="0" rIns="0" bIns="0" numCol="1" anchor="b" anchorCtr="0" compatLnSpc="1">
            <a:prstTxWarp prst="textNoShape">
              <a:avLst/>
            </a:prstTxWarp>
          </a:bodyPr>
          <a:lstStyle>
            <a:lvl1pPr algn="l">
              <a:defRPr sz="220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Slide Number Placeholder 9"/>
          <p:cNvSpPr>
            <a:spLocks noGrp="1"/>
          </p:cNvSpPr>
          <p:nvPr>
            <p:ph type="sldNum" sz="quarter" idx="131"/>
          </p:nvPr>
        </p:nvSpPr>
        <p:spPr/>
        <p:txBody>
          <a:bodyPr/>
          <a:lstStyle>
            <a:lvl1pPr>
              <a:defRPr/>
            </a:lvl1pPr>
          </a:lstStyle>
          <a:p>
            <a:fld id="{90FE7E78-F63E-6945-90BC-87516667A720}" type="slidenum">
              <a:rPr lang="en-US" altLang="en-US"/>
              <a:pPr/>
              <a:t>‹#›</a:t>
            </a:fld>
            <a:endParaRPr lang="en-US" altLang="en-US" dirty="0"/>
          </a:p>
        </p:txBody>
      </p:sp>
      <p:sp>
        <p:nvSpPr>
          <p:cNvPr id="38" name="Footer Placeholder 12"/>
          <p:cNvSpPr>
            <a:spLocks noGrp="1"/>
          </p:cNvSpPr>
          <p:nvPr>
            <p:ph type="ftr" sz="quarter" idx="13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0063456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152400"/>
            <a:ext cx="103632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4400" y="914400"/>
            <a:ext cx="10363200" cy="5410200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Rectangle 3"/>
          <p:cNvSpPr>
            <a:spLocks noGrp="1" noChangeArrowheads="1"/>
          </p:cNvSpPr>
          <p:nvPr>
            <p:ph type="ftr" sz="quarter" idx="10"/>
          </p:nvPr>
        </p:nvSpPr>
        <p:spPr/>
        <p:txBody>
          <a:bodyPr/>
          <a:lstStyle>
            <a:lvl1pPr>
              <a:defRPr b="0"/>
            </a:lvl1pPr>
          </a:lstStyle>
          <a:p>
            <a:r>
              <a:rPr lang="en-US"/>
              <a:t>Stock Distributions</a:t>
            </a:r>
            <a:endParaRPr lang="en-US" dirty="0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dirty="0">
              <a:latin typeface="Calibri"/>
            </a:endParaRPr>
          </a:p>
          <a:p>
            <a:fld id="{32A47CA8-1D40-3C49-82CF-CF2201A41E4F}" type="slidenum">
              <a:rPr lang="en-US" smtClean="0">
                <a:latin typeface="Calibri"/>
              </a:rPr>
              <a:pPr/>
              <a:t>‹#›</a:t>
            </a:fld>
            <a:endParaRPr lang="en-US" dirty="0"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6546976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71596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371601"/>
            <a:ext cx="5384800" cy="47545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r>
              <a:rPr lang="en-US"/>
              <a:t>Stock Distributions</a:t>
            </a:r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1BEE2D7-1F05-0540-AD0D-C8F6AEBAE5C7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2784938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0" y="152400"/>
            <a:ext cx="11277600" cy="6096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48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45200" y="838200"/>
            <a:ext cx="5537200" cy="5410200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EFF7ECB-CB75-4948-83AF-408B7FD6609B}" type="slidenum">
              <a:rPr lang="en-US" altLang="en-US"/>
              <a:pPr/>
              <a:t>‹#›</a:t>
            </a:fld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368849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3" Type="http://schemas.openxmlformats.org/officeDocument/2006/relationships/slideLayout" Target="../slideLayouts/slideLayout53.xml"/><Relationship Id="rId58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8" name="Line 88"/>
          <p:cNvSpPr>
            <a:spLocks noChangeShapeType="1"/>
          </p:cNvSpPr>
          <p:nvPr/>
        </p:nvSpPr>
        <p:spPr bwMode="gray">
          <a:xfrm>
            <a:off x="0" y="6423027"/>
            <a:ext cx="12192000" cy="0"/>
          </a:xfrm>
          <a:prstGeom prst="line">
            <a:avLst/>
          </a:prstGeom>
          <a:noFill/>
          <a:ln w="15875">
            <a:solidFill>
              <a:schemeClr val="accent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1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4"/>
          </p:nvPr>
        </p:nvSpPr>
        <p:spPr>
          <a:xfrm>
            <a:off x="11480800" y="6436634"/>
            <a:ext cx="60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800" b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</a:defRPr>
            </a:lvl1pPr>
          </a:lstStyle>
          <a:p>
            <a:pPr algn="r"/>
            <a:fld id="{D9D5F7EB-196B-A148-8812-2A4F7A2FBBD6}" type="slidenum">
              <a:rPr lang="en-US" altLang="en-US" smtClean="0"/>
              <a:pPr algn="r"/>
              <a:t>‹#›</a:t>
            </a:fld>
            <a:endParaRPr lang="en-US" altLang="en-US" dirty="0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3"/>
          </p:nvPr>
        </p:nvSpPr>
        <p:spPr>
          <a:xfrm>
            <a:off x="4165600" y="6442487"/>
            <a:ext cx="3860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ctr">
              <a:defRPr sz="800" smtClean="0">
                <a:solidFill>
                  <a:srgbClr val="898989"/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9" name="Footer Placeholder 3"/>
          <p:cNvSpPr txBox="1">
            <a:spLocks/>
          </p:cNvSpPr>
          <p:nvPr userDrawn="1"/>
        </p:nvSpPr>
        <p:spPr>
          <a:xfrm>
            <a:off x="96545" y="6423028"/>
            <a:ext cx="31496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 smtClean="0">
                <a:solidFill>
                  <a:srgbClr val="898989"/>
                </a:solidFill>
                <a:latin typeface="Arial" charset="0"/>
                <a:ea typeface="+mn-ea"/>
                <a:cs typeface="Arial" charset="0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Calibri" charset="0"/>
                <a:ea typeface="Arial" charset="0"/>
                <a:cs typeface="Arial" charset="0"/>
              </a:defRPr>
            </a:lvl9pPr>
          </a:lstStyle>
          <a:p>
            <a:pPr algn="l">
              <a:defRPr/>
            </a:pPr>
            <a:r>
              <a:rPr lang="en-US" sz="800" dirty="0">
                <a:latin typeface="+mn-lt"/>
              </a:rPr>
              <a:t>CT</a:t>
            </a:r>
            <a:r>
              <a:rPr lang="en-US" sz="800" baseline="0" dirty="0">
                <a:latin typeface="+mn-lt"/>
              </a:rPr>
              <a:t>_305_2026S</a:t>
            </a:r>
            <a:endParaRPr lang="en-US" sz="800" dirty="0"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3717763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715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  <p:sldLayoutId id="2147483683" r:id="rId24"/>
    <p:sldLayoutId id="2147483684" r:id="rId25"/>
    <p:sldLayoutId id="2147483685" r:id="rId26"/>
    <p:sldLayoutId id="2147483686" r:id="rId27"/>
    <p:sldLayoutId id="2147483687" r:id="rId28"/>
    <p:sldLayoutId id="2147483688" r:id="rId29"/>
    <p:sldLayoutId id="2147483689" r:id="rId30"/>
    <p:sldLayoutId id="2147483690" r:id="rId31"/>
    <p:sldLayoutId id="2147483691" r:id="rId32"/>
    <p:sldLayoutId id="2147483692" r:id="rId33"/>
    <p:sldLayoutId id="2147483693" r:id="rId34"/>
    <p:sldLayoutId id="2147483694" r:id="rId35"/>
    <p:sldLayoutId id="2147483695" r:id="rId36"/>
    <p:sldLayoutId id="2147483696" r:id="rId37"/>
    <p:sldLayoutId id="2147483697" r:id="rId38"/>
    <p:sldLayoutId id="2147483698" r:id="rId39"/>
    <p:sldLayoutId id="2147483699" r:id="rId40"/>
    <p:sldLayoutId id="2147483700" r:id="rId41"/>
    <p:sldLayoutId id="2147483701" r:id="rId42"/>
    <p:sldLayoutId id="2147483702" r:id="rId43"/>
    <p:sldLayoutId id="2147483703" r:id="rId44"/>
    <p:sldLayoutId id="2147483704" r:id="rId45"/>
    <p:sldLayoutId id="2147483705" r:id="rId46"/>
    <p:sldLayoutId id="2147483706" r:id="rId47"/>
    <p:sldLayoutId id="2147483707" r:id="rId48"/>
    <p:sldLayoutId id="2147483708" r:id="rId49"/>
    <p:sldLayoutId id="2147483709" r:id="rId50"/>
    <p:sldLayoutId id="2147483710" r:id="rId51"/>
    <p:sldLayoutId id="2147483711" r:id="rId52"/>
    <p:sldLayoutId id="2147483712" r:id="rId53"/>
    <p:sldLayoutId id="2147483713" r:id="rId54"/>
    <p:sldLayoutId id="2147483714" r:id="rId55"/>
    <p:sldLayoutId id="2147483716" r:id="rId56"/>
    <p:sldLayoutId id="2147483717" r:id="rId57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09" name="Title 1"/>
          <p:cNvSpPr txBox="1">
            <a:spLocks/>
          </p:cNvSpPr>
          <p:nvPr/>
        </p:nvSpPr>
        <p:spPr bwMode="auto">
          <a:xfrm>
            <a:off x="1828800" y="1600200"/>
            <a:ext cx="8534400" cy="2895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 eaLnBrk="1" hangingPunct="1"/>
            <a:r>
              <a:rPr lang="en-US" sz="4400" b="1" dirty="0">
                <a:latin typeface="Calibri" charset="0"/>
              </a:rPr>
              <a:t>Corporate Taxation:  </a:t>
            </a:r>
          </a:p>
          <a:p>
            <a:pPr algn="ctr" eaLnBrk="1" hangingPunct="1"/>
            <a:r>
              <a:rPr lang="en-US" sz="4400">
                <a:latin typeface="Calibri" charset="0"/>
              </a:rPr>
              <a:t>Stock Distributions and </a:t>
            </a:r>
            <a:r>
              <a:rPr lang="en-US" sz="4400" dirty="0">
                <a:latin typeface="Calibri" charset="0"/>
              </a:rPr>
              <a:t>Section 305</a:t>
            </a:r>
            <a:endParaRPr lang="en-US" sz="4400" b="1" dirty="0">
              <a:latin typeface="Calibri" charset="0"/>
            </a:endParaRPr>
          </a:p>
        </p:txBody>
      </p:sp>
      <p:pic>
        <p:nvPicPr>
          <p:cNvPr id="17411" name="Picture 4" descr="pic1.tiff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59314" y="5486400"/>
            <a:ext cx="2873375" cy="649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C9858D-ABDF-98B8-1DE5-49972F4B55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54530B2-D7A6-9274-8F38-92F5C05EF6A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2D706CB-156B-8643-9A07-D8448DABBCBD}" type="slidenum">
              <a:rPr lang="en-US" altLang="en-US" smtClean="0"/>
              <a:pPr/>
              <a:t>1</a:t>
            </a:fld>
            <a:endParaRPr lang="en-US" alt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7AE07B2-DBF2-8F40-8EC9-DBF9A6737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305 governs distributions of a corporation's own stock (or rights to acquire stock to SHs</a:t>
            </a:r>
            <a:endParaRPr lang="en-US" sz="2800" dirty="0">
              <a:ea typeface="Calibri" pitchFamily="34" charset="-122"/>
            </a:endParaRPr>
          </a:p>
          <a:p>
            <a:pPr lvl="1">
              <a:spcAft>
                <a:spcPts val="600"/>
              </a:spcAft>
              <a:buFont typeface="Wingdings" pitchFamily="2" charset="2"/>
              <a:buChar char="Ø"/>
            </a:pPr>
            <a:r>
              <a:rPr lang="en-US" sz="2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</a:t>
            </a:r>
            <a:r>
              <a:rPr lang="en-US" sz="24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</a:t>
            </a:r>
            <a:r>
              <a:rPr lang="en-US" sz="24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apply to transfers of stock to creditors, vendors, or employees in those capacities</a:t>
            </a:r>
            <a:endParaRPr lang="en-US" sz="2400" dirty="0"/>
          </a:p>
          <a:p>
            <a:pPr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305(d): warrants are treated as stock; holders of warrants and convertible debt are treated as shareholders</a:t>
            </a:r>
            <a:endParaRPr lang="en-US" sz="2800" dirty="0"/>
          </a:p>
          <a:p>
            <a:pPr>
              <a:spcAft>
                <a:spcPts val="600"/>
              </a:spcAft>
              <a:buFont typeface="Wingdings" pitchFamily="2" charset="2"/>
              <a:buChar char="§"/>
            </a:pPr>
            <a:r>
              <a:rPr lang="en-US" sz="28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</a:t>
            </a: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does a stock distribution alter the relative economic interests of shareholders (taxable), or merely divide the same pie into smaller slices (non-taxable)?</a:t>
            </a:r>
            <a:endParaRPr lang="en-US" sz="2800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AC18BDC-1040-237C-4DFB-11B59264E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 of Section 305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72B05F3-10E6-AFD0-BDDA-4783E82492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2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E180E89-6BF6-8AA4-7CC5-F4B63F14E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335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en-US" sz="2000" dirty="0">
                <a:ea typeface="ＭＳ Ｐゴシック" charset="-128"/>
              </a:rPr>
              <a:t>Stock Distributions: Section 305(a)</a:t>
            </a:r>
          </a:p>
        </p:txBody>
      </p:sp>
      <p:sp>
        <p:nvSpPr>
          <p:cNvPr id="18438" name="Rectangle 4"/>
          <p:cNvSpPr>
            <a:spLocks noGrp="1" noChangeArrowheads="1"/>
          </p:cNvSpPr>
          <p:nvPr>
            <p:ph type="body" sz="half" idx="4294967295"/>
          </p:nvPr>
        </p:nvSpPr>
        <p:spPr>
          <a:xfrm>
            <a:off x="6654800" y="838200"/>
            <a:ext cx="5537200" cy="5410200"/>
          </a:xfrm>
          <a:prstGeom prst="rect">
            <a:avLst/>
          </a:prstGeom>
        </p:spPr>
        <p:txBody>
          <a:bodyPr/>
          <a:lstStyle/>
          <a:p>
            <a:pPr eaLnBrk="1" hangingPunct="1">
              <a:buFontTx/>
              <a:buNone/>
            </a:pPr>
            <a:r>
              <a:rPr lang="en-US" altLang="en-US" sz="2400" dirty="0">
                <a:ea typeface="ＭＳ Ｐゴシック" charset="-128"/>
              </a:rPr>
              <a:t> </a:t>
            </a:r>
          </a:p>
        </p:txBody>
      </p:sp>
      <p:sp>
        <p:nvSpPr>
          <p:cNvPr id="18440" name="Line 6"/>
          <p:cNvSpPr>
            <a:spLocks noChangeShapeType="1"/>
          </p:cNvSpPr>
          <p:nvPr/>
        </p:nvSpPr>
        <p:spPr bwMode="auto">
          <a:xfrm flipH="1" flipV="1">
            <a:off x="1886194" y="2507049"/>
            <a:ext cx="913649" cy="4110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1" name="Oval 7"/>
          <p:cNvSpPr>
            <a:spLocks noChangeArrowheads="1"/>
          </p:cNvSpPr>
          <p:nvPr/>
        </p:nvSpPr>
        <p:spPr bwMode="auto">
          <a:xfrm>
            <a:off x="1412236" y="2119700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18442" name="Line 8"/>
          <p:cNvSpPr>
            <a:spLocks noChangeShapeType="1"/>
          </p:cNvSpPr>
          <p:nvPr/>
        </p:nvSpPr>
        <p:spPr bwMode="auto">
          <a:xfrm flipV="1">
            <a:off x="2799843" y="2403900"/>
            <a:ext cx="833665" cy="5142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18443" name="Rectangle 9"/>
          <p:cNvSpPr>
            <a:spLocks noChangeArrowheads="1"/>
          </p:cNvSpPr>
          <p:nvPr/>
        </p:nvSpPr>
        <p:spPr bwMode="auto">
          <a:xfrm>
            <a:off x="2057401" y="2918140"/>
            <a:ext cx="1279076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endParaRPr lang="en-US" altLang="en-US" b="1" dirty="0"/>
          </a:p>
          <a:p>
            <a:pPr algn="ctr"/>
            <a:r>
              <a:rPr lang="en-US" altLang="en-US" b="1" dirty="0"/>
              <a:t>Y</a:t>
            </a:r>
          </a:p>
          <a:p>
            <a:pPr algn="ctr"/>
            <a:endParaRPr lang="en-US" altLang="en-US" dirty="0"/>
          </a:p>
        </p:txBody>
      </p:sp>
      <p:sp>
        <p:nvSpPr>
          <p:cNvPr id="18448" name="Rectangle 17"/>
          <p:cNvSpPr>
            <a:spLocks noChangeArrowheads="1"/>
          </p:cNvSpPr>
          <p:nvPr/>
        </p:nvSpPr>
        <p:spPr bwMode="auto">
          <a:xfrm>
            <a:off x="1599057" y="990600"/>
            <a:ext cx="145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BEFORE</a:t>
            </a:r>
            <a:endParaRPr lang="en-US" altLang="en-US" u="sng"/>
          </a:p>
        </p:txBody>
      </p:sp>
      <p:sp>
        <p:nvSpPr>
          <p:cNvPr id="18449" name="Rectangle 18"/>
          <p:cNvSpPr>
            <a:spLocks noChangeArrowheads="1"/>
          </p:cNvSpPr>
          <p:nvPr/>
        </p:nvSpPr>
        <p:spPr bwMode="auto">
          <a:xfrm>
            <a:off x="8532362" y="1219200"/>
            <a:ext cx="1200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sz="2400" b="1" u="sng"/>
              <a:t>AFTER</a:t>
            </a:r>
            <a:endParaRPr lang="en-US" altLang="en-US" u="sng"/>
          </a:p>
        </p:txBody>
      </p:sp>
      <p:cxnSp>
        <p:nvCxnSpPr>
          <p:cNvPr id="3" name="Straight Connector 2"/>
          <p:cNvCxnSpPr>
            <a:cxnSpLocks/>
          </p:cNvCxnSpPr>
          <p:nvPr/>
        </p:nvCxnSpPr>
        <p:spPr>
          <a:xfrm>
            <a:off x="5824601" y="720392"/>
            <a:ext cx="0" cy="382816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3</a:t>
            </a:fld>
            <a:endParaRPr lang="en-US" altLang="en-US"/>
          </a:p>
        </p:txBody>
      </p:sp>
      <p:sp>
        <p:nvSpPr>
          <p:cNvPr id="23" name="Oval 7"/>
          <p:cNvSpPr>
            <a:spLocks noChangeArrowheads="1"/>
          </p:cNvSpPr>
          <p:nvPr/>
        </p:nvSpPr>
        <p:spPr bwMode="auto">
          <a:xfrm>
            <a:off x="3267789" y="2034433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49010" y="2729199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 shares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31" y="2702717"/>
            <a:ext cx="1076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50 shares</a:t>
            </a:r>
          </a:p>
        </p:txBody>
      </p:sp>
      <p:sp>
        <p:nvSpPr>
          <p:cNvPr id="26" name="Line 6"/>
          <p:cNvSpPr>
            <a:spLocks noChangeShapeType="1"/>
          </p:cNvSpPr>
          <p:nvPr/>
        </p:nvSpPr>
        <p:spPr bwMode="auto">
          <a:xfrm flipH="1" flipV="1">
            <a:off x="7988376" y="2507048"/>
            <a:ext cx="913649" cy="41109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7" name="Oval 7"/>
          <p:cNvSpPr>
            <a:spLocks noChangeArrowheads="1"/>
          </p:cNvSpPr>
          <p:nvPr/>
        </p:nvSpPr>
        <p:spPr bwMode="auto">
          <a:xfrm>
            <a:off x="7514418" y="2119699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A</a:t>
            </a:r>
          </a:p>
        </p:txBody>
      </p:sp>
      <p:sp>
        <p:nvSpPr>
          <p:cNvPr id="28" name="Line 8"/>
          <p:cNvSpPr>
            <a:spLocks noChangeShapeType="1"/>
          </p:cNvSpPr>
          <p:nvPr/>
        </p:nvSpPr>
        <p:spPr bwMode="auto">
          <a:xfrm flipV="1">
            <a:off x="8902025" y="2403899"/>
            <a:ext cx="833665" cy="514239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 dirty="0"/>
          </a:p>
        </p:txBody>
      </p:sp>
      <p:sp>
        <p:nvSpPr>
          <p:cNvPr id="29" name="Rectangle 9"/>
          <p:cNvSpPr>
            <a:spLocks noChangeArrowheads="1"/>
          </p:cNvSpPr>
          <p:nvPr/>
        </p:nvSpPr>
        <p:spPr bwMode="auto">
          <a:xfrm>
            <a:off x="8159583" y="2918139"/>
            <a:ext cx="1279076" cy="107315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endParaRPr lang="en-US" altLang="en-US" b="1" dirty="0"/>
          </a:p>
          <a:p>
            <a:pPr algn="ctr"/>
            <a:r>
              <a:rPr lang="en-US" altLang="en-US" b="1" dirty="0"/>
              <a:t>Y</a:t>
            </a:r>
          </a:p>
          <a:p>
            <a:pPr algn="ctr"/>
            <a:endParaRPr lang="en-US" altLang="en-US" dirty="0"/>
          </a:p>
        </p:txBody>
      </p:sp>
      <p:sp>
        <p:nvSpPr>
          <p:cNvPr id="30" name="Oval 7"/>
          <p:cNvSpPr>
            <a:spLocks noChangeArrowheads="1"/>
          </p:cNvSpPr>
          <p:nvPr/>
        </p:nvSpPr>
        <p:spPr bwMode="auto">
          <a:xfrm>
            <a:off x="9369971" y="2034432"/>
            <a:ext cx="676022" cy="387350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algn="ctr"/>
            <a:r>
              <a:rPr lang="en-US" altLang="en-US" b="1" dirty="0"/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1192" y="2729198"/>
            <a:ext cx="119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 shares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213" y="2702716"/>
            <a:ext cx="11931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100 shares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8692" y="4081403"/>
            <a:ext cx="33940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declares a 2-for-1 stock dividend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8692" y="4802706"/>
            <a:ext cx="10640969" cy="124463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marL="230188" lvl="1" indent="-230188">
              <a:lnSpc>
                <a:spcPct val="120000"/>
              </a:lnSpc>
              <a:buFont typeface="Wingdings 2" pitchFamily="18" charset="2"/>
              <a:buChar char=""/>
            </a:pPr>
            <a:r>
              <a:rPr lang="en-US" altLang="en-US" sz="2000" i="1" dirty="0"/>
              <a:t>Eisner v. Macomber</a:t>
            </a:r>
            <a:r>
              <a:rPr lang="en-US" altLang="en-US" sz="2000" dirty="0"/>
              <a:t>, 252 US 189 (1920) (taxing stock dividends is unconstitutional) </a:t>
            </a:r>
            <a:endParaRPr lang="en-US" sz="2000" dirty="0"/>
          </a:p>
          <a:p>
            <a:pPr marL="230188" lvl="1" indent="-230188">
              <a:lnSpc>
                <a:spcPct val="120000"/>
              </a:lnSpc>
              <a:buFont typeface="Wingdings 2" pitchFamily="18" charset="2"/>
              <a:buChar char=""/>
            </a:pPr>
            <a:r>
              <a:rPr lang="en-US" altLang="en-US" sz="2000" b="1" dirty="0">
                <a:ea typeface="ＭＳ Ｐゴシック" charset="-128"/>
              </a:rPr>
              <a:t>General rule</a:t>
            </a:r>
            <a:r>
              <a:rPr lang="en-US" altLang="en-US" sz="2000" dirty="0">
                <a:ea typeface="ＭＳ Ｐゴシック" charset="-128"/>
              </a:rPr>
              <a:t>: Stock distributions (including distributions of </a:t>
            </a:r>
            <a:r>
              <a:rPr lang="en-US" altLang="en-US" sz="2000" i="1" dirty="0">
                <a:ea typeface="ＭＳ Ｐゴシック" charset="-128"/>
              </a:rPr>
              <a:t>stock rights (warrants</a:t>
            </a:r>
            <a:r>
              <a:rPr lang="en-US" altLang="en-US" sz="2000" dirty="0">
                <a:ea typeface="ＭＳ Ｐゴシック" charset="-128"/>
              </a:rPr>
              <a:t>)) are excluded from gross income. </a:t>
            </a:r>
            <a:r>
              <a:rPr lang="en-US" altLang="en-US" sz="2400" dirty="0"/>
              <a:t>§305(a), (d)(1). 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463179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440" grpId="0" animBg="1"/>
      <p:bldP spid="18441" grpId="0" animBg="1"/>
      <p:bldP spid="18442" grpId="0" animBg="1"/>
      <p:bldP spid="18443" grpId="0" animBg="1"/>
      <p:bldP spid="18448" grpId="0"/>
      <p:bldP spid="18449" grpId="0"/>
      <p:bldP spid="23" grpId="0" animBg="1"/>
      <p:bldP spid="5" grpId="0"/>
      <p:bldP spid="25" grpId="0"/>
      <p:bldP spid="26" grpId="0" animBg="1"/>
      <p:bldP spid="27" grpId="0" animBg="1"/>
      <p:bldP spid="28" grpId="0" animBg="1"/>
      <p:bldP spid="29" grpId="0" animBg="1"/>
      <p:bldP spid="30" grpId="0" animBg="1"/>
      <p:bldP spid="31" grpId="0"/>
      <p:bldP spid="32" grpId="0"/>
      <p:bldP spid="6" grpId="0"/>
      <p:bldP spid="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088F30B-6EB8-0EB3-91A1-CA29D2D6C5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Exceptions to </a:t>
            </a:r>
            <a:r>
              <a:rPr lang="en-US" altLang="en-US" sz="2400" dirty="0"/>
              <a:t>§</a:t>
            </a:r>
            <a:r>
              <a:rPr lang="en-US" dirty="0"/>
              <a:t>305(a)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C105DF-0C60-D501-3ECE-D7F483FA35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4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76D4F4-D52E-7E58-BC90-73FEEA5DA1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77303B6A-844A-3A89-F937-69FF3563E74C}"/>
              </a:ext>
            </a:extLst>
          </p:cNvPr>
          <p:cNvSpPr/>
          <p:nvPr/>
        </p:nvSpPr>
        <p:spPr>
          <a:xfrm>
            <a:off x="2950464" y="1045029"/>
            <a:ext cx="8839200" cy="917883"/>
          </a:xfrm>
          <a:prstGeom prst="rect">
            <a:avLst/>
          </a:prstGeom>
          <a:noFill/>
          <a:ln w="3492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distributions — shareholder may elect cash or stock</a:t>
            </a:r>
            <a:endParaRPr lang="en-US" sz="2200" dirty="0"/>
          </a:p>
        </p:txBody>
      </p:sp>
      <p:sp>
        <p:nvSpPr>
          <p:cNvPr id="10" name="Text 10">
            <a:extLst>
              <a:ext uri="{FF2B5EF4-FFF2-40B4-BE49-F238E27FC236}">
                <a16:creationId xmlns:a16="http://schemas.microsoft.com/office/drawing/2014/main" id="{D8809669-17F4-0103-FC25-AF4F0A2E59DE}"/>
              </a:ext>
            </a:extLst>
          </p:cNvPr>
          <p:cNvSpPr/>
          <p:nvPr/>
        </p:nvSpPr>
        <p:spPr>
          <a:xfrm>
            <a:off x="2950464" y="1874085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 distributions — increases proportionate interests</a:t>
            </a:r>
            <a:endParaRPr lang="en-US" sz="2200" dirty="0"/>
          </a:p>
        </p:txBody>
      </p:sp>
      <p:sp>
        <p:nvSpPr>
          <p:cNvPr id="11" name="Text 13">
            <a:extLst>
              <a:ext uri="{FF2B5EF4-FFF2-40B4-BE49-F238E27FC236}">
                <a16:creationId xmlns:a16="http://schemas.microsoft.com/office/drawing/2014/main" id="{98D972F6-7B02-E327-4F96-476E8DECEB86}"/>
              </a:ext>
            </a:extLst>
          </p:cNvPr>
          <p:cNvSpPr/>
          <p:nvPr/>
        </p:nvSpPr>
        <p:spPr>
          <a:xfrm>
            <a:off x="670559" y="2703141"/>
            <a:ext cx="1985617" cy="917883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/>
          <a:p>
            <a:pPr algn="ctr"/>
            <a:r>
              <a:rPr lang="en-US" sz="1867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 305(b)(3)</a:t>
            </a:r>
            <a:endParaRPr lang="en-US" sz="1867" dirty="0">
              <a:solidFill>
                <a:schemeClr val="tx2"/>
              </a:solidFill>
            </a:endParaRPr>
          </a:p>
        </p:txBody>
      </p:sp>
      <p:sp>
        <p:nvSpPr>
          <p:cNvPr id="12" name="Text 14">
            <a:extLst>
              <a:ext uri="{FF2B5EF4-FFF2-40B4-BE49-F238E27FC236}">
                <a16:creationId xmlns:a16="http://schemas.microsoft.com/office/drawing/2014/main" id="{8811A72D-1A63-D51F-029E-362914ABBFAE}"/>
              </a:ext>
            </a:extLst>
          </p:cNvPr>
          <p:cNvSpPr/>
          <p:nvPr/>
        </p:nvSpPr>
        <p:spPr>
          <a:xfrm>
            <a:off x="2950464" y="2703141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Common/preferred mix: some shareholders get preferred, others common</a:t>
            </a:r>
            <a:endParaRPr lang="en-US" sz="2200" dirty="0"/>
          </a:p>
        </p:txBody>
      </p:sp>
      <p:sp>
        <p:nvSpPr>
          <p:cNvPr id="13" name="Text 17">
            <a:extLst>
              <a:ext uri="{FF2B5EF4-FFF2-40B4-BE49-F238E27FC236}">
                <a16:creationId xmlns:a16="http://schemas.microsoft.com/office/drawing/2014/main" id="{0A614160-4C01-6A5A-16FC-B0B321E0026E}"/>
              </a:ext>
            </a:extLst>
          </p:cNvPr>
          <p:cNvSpPr/>
          <p:nvPr/>
        </p:nvSpPr>
        <p:spPr>
          <a:xfrm>
            <a:off x="670559" y="3532197"/>
            <a:ext cx="1985617" cy="917883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/>
          <a:p>
            <a:pPr algn="ctr"/>
            <a:r>
              <a:rPr lang="en-US" sz="18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§ 305(b)(4)</a:t>
            </a:r>
            <a:endParaRPr lang="en-US" sz="1867" dirty="0"/>
          </a:p>
        </p:txBody>
      </p:sp>
      <p:sp>
        <p:nvSpPr>
          <p:cNvPr id="14" name="Text 18">
            <a:extLst>
              <a:ext uri="{FF2B5EF4-FFF2-40B4-BE49-F238E27FC236}">
                <a16:creationId xmlns:a16="http://schemas.microsoft.com/office/drawing/2014/main" id="{303EF1DD-8B4C-0FD0-5417-EA31D0B12C3E}"/>
              </a:ext>
            </a:extLst>
          </p:cNvPr>
          <p:cNvSpPr/>
          <p:nvPr/>
        </p:nvSpPr>
        <p:spPr>
          <a:xfrm>
            <a:off x="2950464" y="3532197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</a:t>
            </a: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</a:t>
            </a: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preferred stock</a:t>
            </a:r>
            <a:endParaRPr lang="en-US" sz="2200" dirty="0"/>
          </a:p>
        </p:txBody>
      </p:sp>
      <p:sp>
        <p:nvSpPr>
          <p:cNvPr id="15" name="Text 21">
            <a:extLst>
              <a:ext uri="{FF2B5EF4-FFF2-40B4-BE49-F238E27FC236}">
                <a16:creationId xmlns:a16="http://schemas.microsoft.com/office/drawing/2014/main" id="{D01962E2-B809-E0F9-DE69-EC76BB17F4AD}"/>
              </a:ext>
            </a:extLst>
          </p:cNvPr>
          <p:cNvSpPr/>
          <p:nvPr/>
        </p:nvSpPr>
        <p:spPr>
          <a:xfrm>
            <a:off x="670559" y="4361253"/>
            <a:ext cx="1985617" cy="917883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/>
          <a:p>
            <a:pPr algn="ctr"/>
            <a:r>
              <a:rPr lang="en-US" sz="1867" b="1" dirty="0">
                <a:latin typeface="Calibri" pitchFamily="34" charset="0"/>
                <a:ea typeface="Calibri" pitchFamily="34" charset="-122"/>
                <a:cs typeface="Calibri" pitchFamily="34" charset="-120"/>
              </a:rPr>
              <a:t>§ 305(b)(5)</a:t>
            </a:r>
            <a:endParaRPr lang="en-US" sz="1867" dirty="0"/>
          </a:p>
        </p:txBody>
      </p:sp>
      <p:sp>
        <p:nvSpPr>
          <p:cNvPr id="16" name="Text 22">
            <a:extLst>
              <a:ext uri="{FF2B5EF4-FFF2-40B4-BE49-F238E27FC236}">
                <a16:creationId xmlns:a16="http://schemas.microsoft.com/office/drawing/2014/main" id="{BCC822B4-9BDB-F5ED-1615-F2DA8D9BCD63}"/>
              </a:ext>
            </a:extLst>
          </p:cNvPr>
          <p:cNvSpPr/>
          <p:nvPr/>
        </p:nvSpPr>
        <p:spPr>
          <a:xfrm>
            <a:off x="2950464" y="4361253"/>
            <a:ext cx="8839200" cy="917883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 anchor="ctr"/>
          <a:lstStyle/>
          <a:p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Distributions </a:t>
            </a:r>
            <a:r>
              <a:rPr lang="en-US" sz="2200" b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</a:t>
            </a:r>
            <a:r>
              <a:rPr lang="en-US" sz="2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convertible preferred stock</a:t>
            </a:r>
            <a:endParaRPr lang="en-US" sz="22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5BD4FE4-2CE7-4815-DE18-1EE71DF0FCB9}"/>
              </a:ext>
            </a:extLst>
          </p:cNvPr>
          <p:cNvSpPr txBox="1"/>
          <p:nvPr/>
        </p:nvSpPr>
        <p:spPr>
          <a:xfrm>
            <a:off x="1567543" y="1619794"/>
            <a:ext cx="1941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20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6D5EAEB-B7C3-DE1B-812C-22D77302A457}"/>
              </a:ext>
            </a:extLst>
          </p:cNvPr>
          <p:cNvSpPr txBox="1"/>
          <p:nvPr/>
        </p:nvSpPr>
        <p:spPr>
          <a:xfrm>
            <a:off x="651600" y="1045029"/>
            <a:ext cx="2023534" cy="829054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>
            <a:defPPr>
              <a:defRPr lang="en-US"/>
            </a:defPPr>
            <a:lvl1pPr algn="ctr">
              <a:defRPr sz="1867" b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en-US" dirty="0"/>
              <a:t>§ 305(b)(1)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21C3EFE-F92A-56CF-9A15-5BE332564404}"/>
              </a:ext>
            </a:extLst>
          </p:cNvPr>
          <p:cNvSpPr txBox="1"/>
          <p:nvPr/>
        </p:nvSpPr>
        <p:spPr>
          <a:xfrm>
            <a:off x="670560" y="1962912"/>
            <a:ext cx="1985616" cy="829055"/>
          </a:xfrm>
          <a:prstGeom prst="rect">
            <a:avLst/>
          </a:prstGeom>
          <a:noFill/>
          <a:ln w="34925">
            <a:solidFill>
              <a:srgbClr val="1E2761"/>
            </a:solidFill>
          </a:ln>
        </p:spPr>
        <p:txBody>
          <a:bodyPr wrap="square" rtlCol="0" anchor="ctr"/>
          <a:lstStyle>
            <a:defPPr>
              <a:defRPr lang="en-US"/>
            </a:defPPr>
            <a:lvl1pPr algn="ctr">
              <a:defRPr sz="1867" b="1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r>
              <a:rPr lang="en-US" dirty="0"/>
              <a:t>§ 305(b)(2)</a:t>
            </a:r>
          </a:p>
        </p:txBody>
      </p:sp>
    </p:spTree>
    <p:extLst>
      <p:ext uri="{BB962C8B-B14F-4D97-AF65-F5344CB8AC3E}">
        <p14:creationId xmlns:p14="http://schemas.microsoft.com/office/powerpoint/2010/main" val="3313712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26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61" name="Rectangle 3"/>
          <p:cNvSpPr>
            <a:spLocks noGrp="1" noChangeArrowheads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230188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If </a:t>
            </a:r>
            <a:r>
              <a:rPr lang="en-US" altLang="en-US" b="1" u="sng" dirty="0">
                <a:ea typeface="ＭＳ Ｐゴシック" charset="-128"/>
              </a:rPr>
              <a:t>any</a:t>
            </a:r>
            <a:r>
              <a:rPr lang="en-US" altLang="en-US" b="1" i="1" dirty="0">
                <a:ea typeface="ＭＳ Ｐゴシック" charset="-128"/>
              </a:rPr>
              <a:t> </a:t>
            </a:r>
            <a:r>
              <a:rPr lang="en-US" altLang="en-US" dirty="0">
                <a:ea typeface="ＭＳ Ｐゴシック" charset="-128"/>
              </a:rPr>
              <a:t>shareholder can </a:t>
            </a:r>
            <a:r>
              <a:rPr lang="en-US" altLang="en-US" b="1" dirty="0">
                <a:ea typeface="ＭＳ Ｐゴシック" charset="-128"/>
              </a:rPr>
              <a:t>elect</a:t>
            </a:r>
            <a:r>
              <a:rPr lang="en-US" altLang="en-US" dirty="0">
                <a:ea typeface="ＭＳ Ｐゴシック" charset="-128"/>
              </a:rPr>
              <a:t> (either before or after declaration of the distribution) to </a:t>
            </a:r>
            <a:r>
              <a:rPr lang="en-US" altLang="en-US" b="1" dirty="0">
                <a:ea typeface="ＭＳ Ｐゴシック" charset="-128"/>
              </a:rPr>
              <a:t>receive</a:t>
            </a:r>
            <a:r>
              <a:rPr lang="en-US" altLang="en-US" dirty="0">
                <a:ea typeface="ＭＳ Ｐゴシック" charset="-128"/>
              </a:rPr>
              <a:t> </a:t>
            </a:r>
            <a:r>
              <a:rPr lang="en-US" altLang="en-US" b="1" dirty="0">
                <a:ea typeface="ＭＳ Ｐゴシック" charset="-128"/>
              </a:rPr>
              <a:t>stock or property, </a:t>
            </a:r>
            <a:r>
              <a:rPr lang="en-US" altLang="en-US" dirty="0">
                <a:ea typeface="ＭＳ Ｐゴシック" charset="-128"/>
              </a:rPr>
              <a:t>the distribution is </a:t>
            </a:r>
            <a:r>
              <a:rPr lang="en-US" altLang="en-US" b="1" dirty="0">
                <a:ea typeface="ＭＳ Ｐゴシック" charset="-128"/>
              </a:rPr>
              <a:t>taxable in its entirety to </a:t>
            </a:r>
            <a:r>
              <a:rPr lang="en-US" altLang="en-US" b="1" u="sng" dirty="0">
                <a:ea typeface="ＭＳ Ｐゴシック" charset="-128"/>
              </a:rPr>
              <a:t>all </a:t>
            </a:r>
            <a:r>
              <a:rPr lang="en-US" altLang="en-US" b="1" dirty="0">
                <a:ea typeface="ＭＳ Ｐゴシック" charset="-128"/>
              </a:rPr>
              <a:t>shareholders. 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305(b)(1).</a:t>
            </a:r>
            <a:endParaRPr lang="en-US" altLang="en-US" b="1" dirty="0">
              <a:ea typeface="ＭＳ Ｐゴシック" charset="-128"/>
            </a:endParaRP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Rev. Rul. 83-68</a:t>
            </a:r>
          </a:p>
          <a:p>
            <a:pPr marL="458788" lvl="1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6% stock dividend to FHLB members of FHLB of City R.</a:t>
            </a:r>
          </a:p>
          <a:p>
            <a:pPr marL="458788" lvl="1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Each member advised that it could tender excess shares for redemption, </a:t>
            </a:r>
            <a:r>
              <a:rPr lang="en-US" altLang="en-US" u="sng" dirty="0">
                <a:ea typeface="ＭＳ Ｐゴシック" charset="-128"/>
              </a:rPr>
              <a:t>and at least one of the banks could have tendered all of its shares</a:t>
            </a:r>
            <a:r>
              <a:rPr lang="en-US" altLang="en-US" dirty="0">
                <a:ea typeface="ＭＳ Ｐゴシック" charset="-128"/>
              </a:rPr>
              <a:t>.</a:t>
            </a:r>
          </a:p>
          <a:p>
            <a:pPr marL="458788" lvl="1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All redemption requests honored in full.</a:t>
            </a: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DRIPs</a:t>
            </a:r>
            <a:r>
              <a:rPr lang="en-US" altLang="en-US" dirty="0">
                <a:ea typeface="ＭＳ Ｐゴシック" charset="-128"/>
              </a:rPr>
              <a:t>: SH elects to participate in DRIP whereby cash dividends are payable in additional shares that are purchased at 95% of FMV.  Under Rev. Rul. 76-53, SH has </a:t>
            </a:r>
            <a:r>
              <a:rPr lang="en-US" altLang="en-US" dirty="0"/>
              <a:t>§</a:t>
            </a:r>
            <a:r>
              <a:rPr lang="en-US" altLang="en-US" dirty="0">
                <a:ea typeface="ＭＳ Ｐゴシック" charset="-128"/>
              </a:rPr>
              <a:t>301 distribution to the extent of the FMV of the stock received. Rev. Rul. 76-53.</a:t>
            </a:r>
          </a:p>
          <a:p>
            <a:pPr marL="230188" indent="-230188">
              <a:lnSpc>
                <a:spcPct val="120000"/>
              </a:lnSpc>
            </a:pPr>
            <a:r>
              <a:rPr lang="en-US" altLang="en-US" b="1" dirty="0">
                <a:ea typeface="ＭＳ Ｐゴシック" charset="-128"/>
              </a:rPr>
              <a:t>Rev. Rul. 80-154</a:t>
            </a:r>
            <a:r>
              <a:rPr lang="en-US" altLang="en-US" dirty="0">
                <a:ea typeface="ＭＳ Ｐゴシック" charset="-128"/>
              </a:rPr>
              <a:t>: Corp declares a cash dividend, but it requires that the cash be invested in corporation; no cash or shares were actually distributed, but Corp’s capital was increased. </a:t>
            </a:r>
          </a:p>
          <a:p>
            <a:pPr marL="230188" indent="-230188">
              <a:lnSpc>
                <a:spcPct val="120000"/>
              </a:lnSpc>
            </a:pPr>
            <a:r>
              <a:rPr lang="en-US" altLang="en-US" dirty="0">
                <a:ea typeface="ＭＳ Ｐゴシック" charset="-128"/>
              </a:rPr>
              <a:t>Corp distributes stock dividends to all SHs and grants 1 SH the option to receive $.  </a:t>
            </a:r>
            <a:r>
              <a:rPr lang="en-US" altLang="en-US" dirty="0" err="1">
                <a:ea typeface="ＭＳ Ｐゴシック" charset="-128"/>
              </a:rPr>
              <a:t>SH</a:t>
            </a:r>
            <a:r>
              <a:rPr lang="en-US" altLang="en-US" dirty="0">
                <a:ea typeface="ＭＳ Ｐゴシック" charset="-128"/>
              </a:rPr>
              <a:t> opts for stock instead of money.  Result? </a:t>
            </a:r>
          </a:p>
          <a:p>
            <a:pPr marL="458788" lvl="1" indent="-230188">
              <a:lnSpc>
                <a:spcPct val="120000"/>
              </a:lnSpc>
            </a:pPr>
            <a:endParaRPr lang="en-US" altLang="en-US" dirty="0">
              <a:ea typeface="ＭＳ Ｐゴシック" charset="-128"/>
            </a:endParaRPr>
          </a:p>
        </p:txBody>
      </p:sp>
      <p:sp>
        <p:nvSpPr>
          <p:cNvPr id="19460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305(b)(1): Distributions in Lieu of Money under </a:t>
            </a:r>
            <a:r>
              <a:rPr lang="en-US" altLang="en-US" sz="2000" dirty="0"/>
              <a:t>§</a:t>
            </a:r>
            <a:r>
              <a:rPr lang="en-US" altLang="en-US" sz="2000" dirty="0">
                <a:ea typeface="ＭＳ Ｐゴシック" charset="-128"/>
              </a:rPr>
              <a:t>305(b)(1)</a:t>
            </a:r>
            <a:endParaRPr lang="en-US" altLang="en-US" dirty="0">
              <a:ea typeface="ＭＳ Ｐゴシック" charset="-128"/>
            </a:endParaRPr>
          </a:p>
        </p:txBody>
      </p:sp>
      <p:sp>
        <p:nvSpPr>
          <p:cNvPr id="2" name="Footer Placeholder 1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5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831894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sz="2600" dirty="0"/>
              <a:t>Distribution has </a:t>
            </a:r>
            <a:r>
              <a:rPr lang="en-US" sz="2600" b="1" i="1" dirty="0">
                <a:solidFill>
                  <a:srgbClr val="FF0000"/>
                </a:solidFill>
              </a:rPr>
              <a:t>the result of</a:t>
            </a:r>
            <a:r>
              <a:rPr lang="en-US" sz="2600" i="1" dirty="0"/>
              <a:t>:</a:t>
            </a:r>
            <a:r>
              <a:rPr lang="en-US" sz="2600" dirty="0"/>
              <a:t> </a:t>
            </a:r>
          </a:p>
          <a:p>
            <a:pPr lvl="2"/>
            <a:r>
              <a:rPr lang="en-US" sz="2400" dirty="0"/>
              <a:t>(1) </a:t>
            </a:r>
            <a:r>
              <a:rPr lang="en-US" sz="2400" b="1" dirty="0"/>
              <a:t>receipt of property by some shareholders; and </a:t>
            </a:r>
          </a:p>
          <a:p>
            <a:pPr lvl="2"/>
            <a:r>
              <a:rPr lang="en-US" sz="2400" dirty="0"/>
              <a:t>(2) </a:t>
            </a:r>
            <a:r>
              <a:rPr lang="en-US" sz="2400" b="1" dirty="0"/>
              <a:t>an increase in the proportionate interest of other SHs in assets or E&amp;Ps of the corporation</a:t>
            </a:r>
            <a:r>
              <a:rPr lang="en-US" sz="2400" dirty="0"/>
              <a:t>. </a:t>
            </a:r>
            <a:r>
              <a:rPr lang="en-US" altLang="en-US" sz="2400" dirty="0"/>
              <a:t>§305(b)(2).</a:t>
            </a:r>
          </a:p>
          <a:p>
            <a:pPr lvl="1"/>
            <a:r>
              <a:rPr lang="en-US" altLang="en-US" sz="2400" dirty="0"/>
              <a:t>Corp has 2 classes of CS outstanding; $ on Class A &amp; Stock Dividend on Class B. Reg. §1.305-3(e), Ex. 1 </a:t>
            </a:r>
          </a:p>
          <a:p>
            <a:pPr lvl="1"/>
            <a:r>
              <a:rPr lang="en-US" altLang="en-US" sz="2400" dirty="0"/>
              <a:t>Corp has 1 class of CS outstanding and distributes CS and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to common </a:t>
            </a:r>
            <a:r>
              <a:rPr lang="en-US" altLang="en-US" sz="2400" dirty="0" err="1"/>
              <a:t>SHs</a:t>
            </a:r>
            <a:endParaRPr lang="en-US" altLang="en-US" sz="2400" dirty="0"/>
          </a:p>
          <a:p>
            <a:pPr lvl="1"/>
            <a:r>
              <a:rPr lang="en-US" altLang="en-US" sz="2400" dirty="0"/>
              <a:t>Corp has 1 class of CS and 1 class of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outstanding and distributes cash to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 and CS to CS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. Reg. §1.305-3(e), Ex. 2 </a:t>
            </a:r>
          </a:p>
          <a:p>
            <a:pPr lvl="1"/>
            <a:r>
              <a:rPr lang="en-US" altLang="en-US" sz="2400" dirty="0"/>
              <a:t>Corp has 1 class of CS and 1 class of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outstanding and distributes cash to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 and </a:t>
            </a:r>
            <a:r>
              <a:rPr lang="en-US" altLang="en-US" sz="2400" dirty="0" err="1"/>
              <a:t>Prd</a:t>
            </a:r>
            <a:r>
              <a:rPr lang="en-US" altLang="en-US" sz="2400" dirty="0"/>
              <a:t> </a:t>
            </a:r>
            <a:r>
              <a:rPr lang="en-US" altLang="en-US" sz="2400" dirty="0" err="1"/>
              <a:t>Stk</a:t>
            </a:r>
            <a:r>
              <a:rPr lang="en-US" altLang="en-US" sz="2400" dirty="0"/>
              <a:t> to CS </a:t>
            </a:r>
            <a:r>
              <a:rPr lang="en-US" altLang="en-US" sz="2400" dirty="0" err="1"/>
              <a:t>SHs</a:t>
            </a:r>
            <a:r>
              <a:rPr lang="en-US" altLang="en-US" sz="2400" dirty="0"/>
              <a:t>. Reg. §1.305-3(e), Ex. 3</a:t>
            </a:r>
          </a:p>
          <a:p>
            <a:r>
              <a:rPr lang="en-US" altLang="en-US" sz="2600" dirty="0"/>
              <a:t>A distribution of property in an </a:t>
            </a:r>
            <a:r>
              <a:rPr lang="en-US" altLang="en-US" sz="2600" b="1" i="1" dirty="0"/>
              <a:t>isolated redemption, </a:t>
            </a:r>
            <a:r>
              <a:rPr lang="en-US" altLang="en-US" sz="2600" dirty="0"/>
              <a:t>even if it is treated as an ordinary distribution under §301. Reg. §1.305-3(b)(3).</a:t>
            </a:r>
            <a:endParaRPr lang="en-US" altLang="en-US" sz="2600" b="1" i="1" dirty="0"/>
          </a:p>
          <a:p>
            <a:r>
              <a:rPr lang="en-US" altLang="en-US" sz="2600" dirty="0"/>
              <a:t>Distributions of stock and receipt of property separated by more than 36 months are presumed not to result in the receipt of property/increase in interest. Reg. §1.305-3(b)(4).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 sz="2000" dirty="0">
                <a:ea typeface="ＭＳ Ｐゴシック" charset="-128"/>
              </a:rPr>
              <a:t>Section 305(b)(2): </a:t>
            </a:r>
            <a:r>
              <a:rPr lang="en-US" sz="2400" dirty="0"/>
              <a:t>Disproportionate Distributions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6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20079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Rev. Rul. 78-60</a:t>
            </a:r>
          </a:p>
          <a:p>
            <a:pPr lvl="1"/>
            <a:r>
              <a:rPr lang="en-US" sz="2800" dirty="0"/>
              <a:t>Corp Z has 1 class of 6,000 CS outstanding, all of which is owned by 24 </a:t>
            </a:r>
            <a:r>
              <a:rPr lang="en-US" sz="2800" dirty="0" err="1"/>
              <a:t>SHs</a:t>
            </a:r>
            <a:r>
              <a:rPr lang="en-US" sz="2800" dirty="0"/>
              <a:t>.</a:t>
            </a:r>
          </a:p>
          <a:p>
            <a:pPr lvl="1"/>
            <a:r>
              <a:rPr lang="en-US" altLang="en-US" sz="2800" dirty="0"/>
              <a:t>Corp Z adopts annual redemption plan to redeem up to 40 shares</a:t>
            </a:r>
          </a:p>
          <a:p>
            <a:pPr lvl="1"/>
            <a:r>
              <a:rPr lang="en-US" altLang="en-US" sz="2800" dirty="0"/>
              <a:t>Each SH may (but is not obligated to) submit for redemption up to 2/3 of 1%;  any unused percentage rolls over to the other redeeming SHs for a total of up to 40 shares.</a:t>
            </a:r>
          </a:p>
          <a:p>
            <a:pPr lvl="1"/>
            <a:r>
              <a:rPr lang="en-US" altLang="en-US" sz="2800" dirty="0"/>
              <a:t>In ‘76, 8 SHs participate, and because of the attribution rules, all the redemptions are treated as </a:t>
            </a:r>
            <a:r>
              <a:rPr lang="en-US" altLang="en-US" sz="2800" b="1" i="1" dirty="0"/>
              <a:t>ordinary distributions.</a:t>
            </a:r>
          </a:p>
          <a:p>
            <a:pPr lvl="1"/>
            <a:r>
              <a:rPr lang="en-US" altLang="en-US" sz="2800" b="1" i="1" dirty="0"/>
              <a:t>Why do the </a:t>
            </a:r>
            <a:r>
              <a:rPr lang="en-US" altLang="en-US" sz="2800" b="1" i="1" u="sng" dirty="0"/>
              <a:t>non-redeeming</a:t>
            </a:r>
            <a:r>
              <a:rPr lang="en-US" altLang="en-US" sz="2800" b="1" i="1" dirty="0"/>
              <a:t> </a:t>
            </a:r>
            <a:r>
              <a:rPr lang="en-US" altLang="en-US" sz="2800" b="1" i="1" dirty="0" err="1"/>
              <a:t>SHs</a:t>
            </a:r>
            <a:r>
              <a:rPr lang="en-US" altLang="en-US" sz="2800" b="1" i="1" dirty="0"/>
              <a:t> have a deemed distribution?  See</a:t>
            </a:r>
            <a:r>
              <a:rPr lang="en-US" altLang="en-US" sz="2800" b="1" dirty="0"/>
              <a:t> §305(c) and Reg. §1.305-7(a)(2).  </a:t>
            </a:r>
            <a:r>
              <a:rPr lang="en-US" altLang="en-US" sz="2800" dirty="0"/>
              <a:t> </a:t>
            </a:r>
          </a:p>
          <a:p>
            <a:pPr lvl="1"/>
            <a:r>
              <a:rPr lang="en-US" altLang="en-US" sz="2400" dirty="0"/>
              <a:t>What if the redemption weren’t part of a plan? </a:t>
            </a:r>
            <a:r>
              <a:rPr lang="en-US" altLang="en-US" sz="2400" i="1" dirty="0"/>
              <a:t>See </a:t>
            </a:r>
            <a:r>
              <a:rPr lang="en-US" altLang="en-US" sz="2400" dirty="0"/>
              <a:t>Reg. §1.305-3(b)(3); (e), Ex. 10.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1" algn="l">
              <a:tabLst>
                <a:tab pos="395288" algn="l"/>
              </a:tabLst>
            </a:pPr>
            <a:r>
              <a:rPr lang="en-US" altLang="en-US" sz="2000" b="1" dirty="0">
                <a:ea typeface="ＭＳ Ｐゴシック" charset="-128"/>
              </a:rPr>
              <a:t>Section 305(b)(2): </a:t>
            </a:r>
            <a:r>
              <a:rPr lang="en-US" sz="2200" b="1" dirty="0"/>
              <a:t>Disproportionate Distributions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7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379006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altLang="en-US" dirty="0"/>
              <a:t>Distribution has </a:t>
            </a:r>
            <a:r>
              <a:rPr lang="en-US" altLang="en-US" b="1" u="sng" dirty="0"/>
              <a:t>the result</a:t>
            </a:r>
            <a:r>
              <a:rPr lang="en-US" altLang="en-US" dirty="0"/>
              <a:t> of: </a:t>
            </a:r>
          </a:p>
          <a:p>
            <a:pPr lvl="1"/>
            <a:r>
              <a:rPr lang="en-US" altLang="en-US" dirty="0"/>
              <a:t>(1) </a:t>
            </a:r>
            <a:r>
              <a:rPr lang="en-US" altLang="en-US" b="1" dirty="0"/>
              <a:t>receipt of </a:t>
            </a:r>
            <a:r>
              <a:rPr lang="en-US" altLang="en-US" b="1" dirty="0" err="1"/>
              <a:t>Prd</a:t>
            </a:r>
            <a:r>
              <a:rPr lang="en-US" altLang="en-US" b="1" dirty="0"/>
              <a:t> </a:t>
            </a:r>
            <a:r>
              <a:rPr lang="en-US" altLang="en-US" b="1" dirty="0" err="1"/>
              <a:t>Stk</a:t>
            </a:r>
            <a:r>
              <a:rPr lang="en-US" altLang="en-US" b="1" dirty="0"/>
              <a:t> by some CS SHs</a:t>
            </a:r>
            <a:r>
              <a:rPr lang="en-US" altLang="en-US" dirty="0"/>
              <a:t>; </a:t>
            </a:r>
            <a:r>
              <a:rPr lang="en-US" altLang="en-US" u="sng" dirty="0"/>
              <a:t>and</a:t>
            </a:r>
            <a:r>
              <a:rPr lang="en-US" altLang="en-US" dirty="0"/>
              <a:t> (2) </a:t>
            </a:r>
            <a:r>
              <a:rPr lang="en-US" altLang="en-US" b="1" dirty="0"/>
              <a:t>receipt of CS by other CS SHs</a:t>
            </a:r>
            <a:r>
              <a:rPr lang="en-US" altLang="en-US" dirty="0"/>
              <a:t>. §305(b)(3).  </a:t>
            </a:r>
          </a:p>
          <a:p>
            <a:pPr lvl="2"/>
            <a:r>
              <a:rPr lang="en-US" altLang="en-US" dirty="0"/>
              <a:t>Why is this a concern?  Who benefits?</a:t>
            </a:r>
          </a:p>
          <a:p>
            <a:pPr lvl="1"/>
            <a:r>
              <a:rPr lang="en-US" altLang="en-US" dirty="0"/>
              <a:t>Note: if this rule applies, </a:t>
            </a:r>
            <a:r>
              <a:rPr lang="en-US" altLang="en-US" b="1" i="1" dirty="0"/>
              <a:t>all</a:t>
            </a:r>
            <a:r>
              <a:rPr lang="en-US" altLang="en-US" dirty="0"/>
              <a:t> SHs are taxed on the receipt of their stock, even the SHs whose interests are reduced!</a:t>
            </a:r>
          </a:p>
          <a:p>
            <a:pPr lvl="1"/>
            <a:r>
              <a:rPr lang="en-US" altLang="en-US" dirty="0"/>
              <a:t>Ex: Distributions of </a:t>
            </a:r>
            <a:r>
              <a:rPr lang="en-US" altLang="en-US" i="1" dirty="0"/>
              <a:t>convertible preferred</a:t>
            </a:r>
            <a:r>
              <a:rPr lang="en-US" altLang="en-US" dirty="0"/>
              <a:t> on CS are taxable if it is </a:t>
            </a:r>
            <a:r>
              <a:rPr lang="en-US" altLang="en-US" i="1" dirty="0"/>
              <a:t>reasonable to anticipate</a:t>
            </a:r>
            <a:r>
              <a:rPr lang="en-US" altLang="en-US" dirty="0"/>
              <a:t> based on the dividend rate, redemptions provisions, and conversion price, that some SHs will convert and others will not. Reg. §1.305-4(b), Ex. 2.</a:t>
            </a:r>
          </a:p>
          <a:p>
            <a:pPr lvl="1"/>
            <a:endParaRPr lang="en-US" altLang="en-US" dirty="0"/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b="1" dirty="0"/>
              <a:t>Distributions </a:t>
            </a:r>
            <a:r>
              <a:rPr lang="en-US" altLang="en-US" b="1" u="sng" dirty="0"/>
              <a:t>of</a:t>
            </a:r>
            <a:r>
              <a:rPr lang="en-US" altLang="en-US" b="1" dirty="0"/>
              <a:t> </a:t>
            </a:r>
            <a:r>
              <a:rPr lang="en-US" altLang="en-US" b="1" i="1" dirty="0"/>
              <a:t>convertible preferred </a:t>
            </a:r>
            <a:r>
              <a:rPr lang="en-US" altLang="en-US" dirty="0"/>
              <a:t>are taxable, unless corporation establishes that the distribution isn’t disproportional. §305(b)(5).  Under the </a:t>
            </a:r>
            <a:r>
              <a:rPr lang="en-US" altLang="en-US" dirty="0" err="1"/>
              <a:t>regs</a:t>
            </a:r>
            <a:r>
              <a:rPr lang="en-US" altLang="en-US" dirty="0"/>
              <a:t>, the analysis is whether the conversion right is short-term, </a:t>
            </a:r>
            <a:r>
              <a:rPr lang="en-US" altLang="en-US" b="1" dirty="0"/>
              <a:t>AND</a:t>
            </a:r>
            <a:r>
              <a:rPr lang="en-US" altLang="en-US" dirty="0"/>
              <a:t> it’s anticipated that some SHs will exercise and others will not. Reg. §1.305-6(a)(2).    </a:t>
            </a:r>
          </a:p>
          <a:p>
            <a:pPr marL="228600" lvl="1">
              <a:buFont typeface="Wingdings 2" pitchFamily="18" charset="2"/>
              <a:buChar char=""/>
            </a:pPr>
            <a:endParaRPr lang="en-US" altLang="en-US" dirty="0"/>
          </a:p>
          <a:p>
            <a:pPr marL="228600" lvl="1">
              <a:buFont typeface="Wingdings 2" pitchFamily="18" charset="2"/>
              <a:buChar char=""/>
            </a:pPr>
            <a:r>
              <a:rPr lang="en-US" altLang="en-US" sz="2400" b="1" i="1" dirty="0"/>
              <a:t>All stock distributions </a:t>
            </a:r>
            <a:r>
              <a:rPr lang="en-US" altLang="en-US" sz="2400" b="1" i="1" u="sng" dirty="0"/>
              <a:t>on</a:t>
            </a:r>
            <a:r>
              <a:rPr lang="en-US" altLang="en-US" sz="2400" b="1" i="1" dirty="0"/>
              <a:t> preferred stock </a:t>
            </a:r>
            <a:r>
              <a:rPr lang="en-US" altLang="en-US" sz="2400" dirty="0"/>
              <a:t>are taxable, even if there is no disproportionate effect. §305(b)(4).</a:t>
            </a:r>
          </a:p>
          <a:p>
            <a:pPr lvl="1"/>
            <a:r>
              <a:rPr lang="en-US" altLang="en-US" i="1" dirty="0"/>
              <a:t>Exceptions</a:t>
            </a:r>
            <a:r>
              <a:rPr lang="en-US" altLang="en-US" dirty="0"/>
              <a:t>: Increase in conversion ratio of convertible </a:t>
            </a:r>
            <a:r>
              <a:rPr lang="en-US" altLang="en-US" dirty="0" err="1"/>
              <a:t>prd</a:t>
            </a:r>
            <a:r>
              <a:rPr lang="en-US" altLang="en-US" dirty="0"/>
              <a:t> stock to take into account a stock dividend/split with respect to the stock into which the </a:t>
            </a:r>
            <a:r>
              <a:rPr lang="en-US" altLang="en-US" dirty="0" err="1"/>
              <a:t>prd</a:t>
            </a:r>
            <a:r>
              <a:rPr lang="en-US" altLang="en-US" dirty="0"/>
              <a:t> is convertible.</a:t>
            </a:r>
          </a:p>
          <a:p>
            <a:pPr lvl="1"/>
            <a:r>
              <a:rPr lang="en-US" altLang="en-US" dirty="0"/>
              <a:t>Ex: Corp T has outstanding cumulative </a:t>
            </a:r>
            <a:r>
              <a:rPr lang="en-US" altLang="en-US" dirty="0" err="1"/>
              <a:t>prd</a:t>
            </a:r>
            <a:r>
              <a:rPr lang="en-US" altLang="en-US" dirty="0"/>
              <a:t> stock with dividends in arrears and an issue price of 100.  It recapitalizes with </a:t>
            </a:r>
            <a:r>
              <a:rPr lang="en-US" altLang="en-US" dirty="0" err="1"/>
              <a:t>prd</a:t>
            </a:r>
            <a:r>
              <a:rPr lang="en-US" altLang="en-US" dirty="0"/>
              <a:t> stock on a 1.2 : 1 basis (the 20% difference being the dividend arrearage).  The </a:t>
            </a:r>
            <a:r>
              <a:rPr lang="en-US" altLang="en-US" dirty="0" err="1"/>
              <a:t>prd</a:t>
            </a:r>
            <a:r>
              <a:rPr lang="en-US" altLang="en-US" dirty="0"/>
              <a:t> </a:t>
            </a:r>
            <a:r>
              <a:rPr lang="en-US" altLang="en-US" dirty="0" err="1"/>
              <a:t>SHs</a:t>
            </a:r>
            <a:r>
              <a:rPr lang="en-US" altLang="en-US" dirty="0"/>
              <a:t> are </a:t>
            </a:r>
            <a:r>
              <a:rPr lang="en-US" altLang="en-US" i="1" dirty="0"/>
              <a:t>deemed</a:t>
            </a:r>
            <a:r>
              <a:rPr lang="en-US" altLang="en-US" dirty="0"/>
              <a:t> to receive a 20 distribution on each share under 305(b)(4). Reg. §1.305-5(d), Ex. 1.</a:t>
            </a:r>
          </a:p>
          <a:p>
            <a:pPr lvl="1"/>
            <a:r>
              <a:rPr lang="en-US" altLang="en-US" dirty="0"/>
              <a:t>Redemption premiums can be treated as additional distributions. §305(c)(3).  </a:t>
            </a:r>
          </a:p>
          <a:p>
            <a:pPr marL="228600" lvl="1" indent="0">
              <a:buNone/>
            </a:pPr>
            <a:endParaRPr lang="en-US" alt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1" algn="l">
              <a:tabLst>
                <a:tab pos="395288" algn="l"/>
              </a:tabLst>
            </a:pPr>
            <a:r>
              <a:rPr lang="en-US" altLang="en-US" sz="1800" b="1" dirty="0">
                <a:ea typeface="ＭＳ Ｐゴシック" charset="-128"/>
              </a:rPr>
              <a:t>Section 305(b)(3), (4), and (5): Distributions of CS &amp; </a:t>
            </a:r>
            <a:r>
              <a:rPr lang="en-US" altLang="en-US" sz="1800" b="1" dirty="0" err="1">
                <a:ea typeface="ＭＳ Ｐゴシック" charset="-128"/>
              </a:rPr>
              <a:t>Prd</a:t>
            </a:r>
            <a:r>
              <a:rPr lang="en-US" altLang="en-US" sz="1800" b="1" dirty="0">
                <a:ea typeface="ＭＳ Ｐゴシック" charset="-128"/>
              </a:rPr>
              <a:t> and </a:t>
            </a:r>
            <a:r>
              <a:rPr lang="en-US" altLang="en-US" sz="1800" b="1" dirty="0" err="1">
                <a:ea typeface="ＭＳ Ｐゴシック" charset="-128"/>
              </a:rPr>
              <a:t>Conver</a:t>
            </a:r>
            <a:r>
              <a:rPr lang="en-US" altLang="en-US" sz="1800" b="1" dirty="0">
                <a:ea typeface="ＭＳ Ｐゴシック" charset="-128"/>
              </a:rPr>
              <a:t>. </a:t>
            </a:r>
            <a:r>
              <a:rPr lang="en-US" altLang="en-US" sz="1800" b="1" dirty="0" err="1">
                <a:ea typeface="ＭＳ Ｐゴシック" charset="-128"/>
              </a:rPr>
              <a:t>Prd</a:t>
            </a:r>
            <a:r>
              <a:rPr lang="en-US" altLang="en-US" sz="1800" b="1" dirty="0">
                <a:ea typeface="ＭＳ Ｐゴシック" charset="-128"/>
              </a:rPr>
              <a:t>, and Distributions on </a:t>
            </a:r>
            <a:r>
              <a:rPr lang="en-US" altLang="en-US" sz="1800" b="1" dirty="0" err="1">
                <a:ea typeface="ＭＳ Ｐゴシック" charset="-128"/>
              </a:rPr>
              <a:t>Prd</a:t>
            </a:r>
            <a:endParaRPr lang="en-US" sz="20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8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71959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9C07A9D-D1AD-7726-3305-EF72497ADC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3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305(c) treats certain </a:t>
            </a:r>
            <a:r>
              <a:rPr lang="en-US" sz="3200" i="1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non-distribution</a:t>
            </a:r>
            <a:r>
              <a:rPr lang="en-US" sz="3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events </a:t>
            </a:r>
            <a:r>
              <a:rPr lang="en-US" sz="3200" i="1" u="sng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if </a:t>
            </a:r>
            <a:r>
              <a:rPr lang="en-US" sz="32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taxable stock distribution under §305(b) had occurred (that is, even if no shares are actually distributed).</a:t>
            </a:r>
            <a:endParaRPr lang="en-US" sz="3200" dirty="0"/>
          </a:p>
          <a:p>
            <a:pPr lvl="1"/>
            <a:r>
              <a:rPr lang="en-US" sz="2800" dirty="0"/>
              <a:t>Change in conversion ratio</a:t>
            </a:r>
          </a:p>
          <a:p>
            <a:pPr lvl="1"/>
            <a:r>
              <a:rPr lang="en-US" sz="2800" dirty="0"/>
              <a:t>Change in redemption price</a:t>
            </a:r>
          </a:p>
          <a:p>
            <a:pPr lvl="1"/>
            <a:r>
              <a:rPr lang="en-US" sz="2800" dirty="0"/>
              <a:t>Difference in redemption price and issue price</a:t>
            </a:r>
          </a:p>
          <a:p>
            <a:pPr lvl="1"/>
            <a:r>
              <a:rPr lang="en-US" sz="2800" dirty="0"/>
              <a:t>Redemption treated as a distribution to which </a:t>
            </a:r>
            <a:r>
              <a:rPr lang="en-US" sz="2800" dirty="0">
                <a:solidFill>
                  <a:srgbClr val="1118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§301 applies, or</a:t>
            </a:r>
          </a:p>
          <a:p>
            <a:pPr lvl="1"/>
            <a:r>
              <a:rPr lang="en-US" sz="2800" i="1" dirty="0">
                <a:solidFill>
                  <a:srgbClr val="111827"/>
                </a:solidFill>
                <a:latin typeface="Calibri" pitchFamily="34" charset="0"/>
                <a:cs typeface="Calibri" pitchFamily="34" charset="-120"/>
              </a:rPr>
              <a:t>Any transaction</a:t>
            </a:r>
            <a:r>
              <a:rPr lang="en-US" sz="2800" dirty="0">
                <a:solidFill>
                  <a:srgbClr val="111827"/>
                </a:solidFill>
                <a:latin typeface="Calibri" pitchFamily="34" charset="0"/>
                <a:cs typeface="Calibri" pitchFamily="34" charset="-120"/>
              </a:rPr>
              <a:t> having a similar effect on the interest of any shareholder</a:t>
            </a:r>
            <a:endParaRPr lang="en-US" sz="2800" i="1" dirty="0"/>
          </a:p>
          <a:p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87B468-609B-68CA-73A3-F60751BF5C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305(c)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C1D39A-D66A-B36C-B285-D89F6D49401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9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525732-8A16-C2C6-3BA7-9227CFA3D0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69434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/>
              <a:t>Assume that Corp X has outstanding 2 classes of stock, class A and class B.</a:t>
            </a:r>
          </a:p>
          <a:p>
            <a:pPr lvl="1"/>
            <a:r>
              <a:rPr lang="en-US" dirty="0"/>
              <a:t>Class A is convertible into class B on a 1:1 basis.  </a:t>
            </a:r>
          </a:p>
          <a:p>
            <a:pPr lvl="1"/>
            <a:r>
              <a:rPr lang="en-US" dirty="0"/>
              <a:t>Assume that Corp X distributes a stock dividend to the holders of the class B shares </a:t>
            </a:r>
            <a:r>
              <a:rPr lang="en-US" b="1" i="1" dirty="0"/>
              <a:t>without </a:t>
            </a:r>
            <a:r>
              <a:rPr lang="en-US" dirty="0"/>
              <a:t>an adjustment to the conversion ratio.  </a:t>
            </a:r>
            <a:r>
              <a:rPr lang="en-US" b="1" dirty="0"/>
              <a:t>What has happened to the interest of the class A shareholders?</a:t>
            </a:r>
          </a:p>
          <a:p>
            <a:pPr lvl="1"/>
            <a:r>
              <a:rPr lang="en-US" dirty="0"/>
              <a:t>If there is a distribution of cash on the class A, the stock dividend to the class B shareholders can be treated as a disproportionate distribution </a:t>
            </a:r>
            <a:r>
              <a:rPr lang="en-US" i="1" dirty="0"/>
              <a:t>unless there is a </a:t>
            </a:r>
            <a:r>
              <a:rPr lang="en-US" b="1" i="1" dirty="0"/>
              <a:t>full adjustment</a:t>
            </a:r>
            <a:r>
              <a:rPr lang="en-US" i="1" dirty="0"/>
              <a:t> in the conversion ratio/price to reflect the stock dividend. </a:t>
            </a:r>
            <a:r>
              <a:rPr lang="en-US" altLang="en-US" dirty="0"/>
              <a:t>Reg. §1.305-3(d)(1)(</a:t>
            </a:r>
            <a:r>
              <a:rPr lang="en-US" altLang="en-US" dirty="0" err="1"/>
              <a:t>i</a:t>
            </a:r>
            <a:r>
              <a:rPr lang="en-US" altLang="en-US" dirty="0"/>
              <a:t>).</a:t>
            </a:r>
          </a:p>
          <a:p>
            <a:r>
              <a:rPr lang="en-US" altLang="en-US" dirty="0"/>
              <a:t>The same issue arises in the case of convertible debt paying interest that is not subject to a </a:t>
            </a:r>
            <a:r>
              <a:rPr lang="en-US" altLang="en-US" b="1" dirty="0"/>
              <a:t>full adjustment</a:t>
            </a:r>
            <a:r>
              <a:rPr lang="en-US" altLang="en-US" dirty="0"/>
              <a:t> in the event of a stock distribution. Reg. §1.305-3(e), Ex. 4. </a:t>
            </a:r>
          </a:p>
          <a:p>
            <a:r>
              <a:rPr lang="en-US" dirty="0"/>
              <a:t> Increases in conversion ratios can treat SHs as receiving a constructive stock distribution.</a:t>
            </a:r>
          </a:p>
          <a:p>
            <a:pPr lvl="1"/>
            <a:r>
              <a:rPr lang="en-US" dirty="0"/>
              <a:t>Ex:  Class B is convertible into class A on a 1:1 basis.  The conversion ratio is adjusted to 1.05 class A : 1 class B, and Corp pays cash dividend on class A shares.  Class B is treated as receiving a constructive stock dividend of 5%. </a:t>
            </a:r>
            <a:r>
              <a:rPr lang="en-US" altLang="en-US" dirty="0"/>
              <a:t>Reg. §1.305-3(e). Ex. 6.</a:t>
            </a:r>
            <a:endParaRPr lang="en-US" dirty="0"/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1" algn="l">
              <a:tabLst>
                <a:tab pos="395288" algn="l"/>
              </a:tabLst>
            </a:pPr>
            <a:r>
              <a:rPr lang="en-US" altLang="en-US" sz="2000" b="1" dirty="0">
                <a:ea typeface="ＭＳ Ｐゴシック" charset="-128"/>
              </a:rPr>
              <a:t>Stock Distributions: Conversion Ratios</a:t>
            </a:r>
            <a:endParaRPr lang="en-US" sz="2200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10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0754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BCDADA2-559E-108C-E0DE-0B0B7162CB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i="1" dirty="0"/>
              <a:t>Example 8</a:t>
            </a:r>
            <a:r>
              <a:rPr lang="en-US" sz="2800" dirty="0"/>
              <a:t>. Corporation T has 1,000 shares of stock outstanding. C owns 100 shares. Nine other shareholders each owns 100 shares. Pursuant to a plan for periodic redemptions, T redeems up to 5 percent of each shareholder's stock each year. During the year, each of the nine other shareholders has 5 shares of his stock redeemed for cash. Thus, C's proportionate interest in the assets and earnings and profits of T is increased. Assuming that the cash received by the nine other shareholders is taxable under 301, C is deemed under section 305(c) to have received a distribution under section 305(b)(2)… [amount of distribution omitted]. Reg. 1.305-3(e), Ex. 8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8FA7B2E-2F5D-FB4A-DA37-872B2B96A8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Section 305(c): Periodic Redemptions Treated as Disproportionate Distributions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EFFEDB-6EFD-BC34-7CC9-044F8D774C8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11</a:t>
            </a:fld>
            <a:endParaRPr lang="en-US" alt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D5694-49C7-CE04-CA65-E9C20A62F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123344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b="1" dirty="0"/>
              <a:t>Tax-free Distributions</a:t>
            </a:r>
          </a:p>
          <a:p>
            <a:pPr lvl="1"/>
            <a:r>
              <a:rPr lang="en-US" sz="2400" dirty="0"/>
              <a:t>If the stock distribution is tax free, the SH must allocate its basis between the old and new shares based on FMV. </a:t>
            </a:r>
            <a:r>
              <a:rPr lang="en-US" altLang="en-US" sz="2400" dirty="0"/>
              <a:t>Reg. §1.307-1.</a:t>
            </a:r>
          </a:p>
          <a:p>
            <a:pPr lvl="1"/>
            <a:r>
              <a:rPr lang="en-US" sz="2400" dirty="0"/>
              <a:t>Holding period is tacked. </a:t>
            </a:r>
            <a:r>
              <a:rPr lang="en-US" altLang="en-US" sz="2400" dirty="0"/>
              <a:t>§1223(4).</a:t>
            </a:r>
          </a:p>
          <a:p>
            <a:pPr lvl="1"/>
            <a:r>
              <a:rPr lang="en-US" sz="2400" dirty="0"/>
              <a:t>No effect on </a:t>
            </a:r>
            <a:r>
              <a:rPr lang="en-US" sz="2400" dirty="0" err="1"/>
              <a:t>payor</a:t>
            </a:r>
            <a:r>
              <a:rPr lang="en-US" sz="2400" dirty="0"/>
              <a:t> or recipient’s E&amp;Ps. </a:t>
            </a:r>
            <a:r>
              <a:rPr lang="en-US" altLang="en-US" sz="2400" dirty="0"/>
              <a:t>§312(d)(1)(B), (f)(2).</a:t>
            </a:r>
          </a:p>
          <a:p>
            <a:endParaRPr lang="en-US" altLang="en-US" sz="2800" b="1" dirty="0"/>
          </a:p>
          <a:p>
            <a:r>
              <a:rPr lang="en-US" altLang="en-US" sz="2800" b="1" dirty="0"/>
              <a:t>Taxable Distributions</a:t>
            </a:r>
          </a:p>
          <a:p>
            <a:pPr lvl="1"/>
            <a:r>
              <a:rPr lang="en-US" altLang="en-US" sz="2400" dirty="0"/>
              <a:t>Treated as ordinary distribution under §301 based on the FMV of the stock. Reg. §1.305-1(b).</a:t>
            </a:r>
          </a:p>
          <a:p>
            <a:pPr lvl="1"/>
            <a:r>
              <a:rPr lang="en-US" altLang="en-US" sz="2400" dirty="0"/>
              <a:t>Holding period starts the day after. </a:t>
            </a:r>
          </a:p>
          <a:p>
            <a:pPr lvl="1"/>
            <a:endParaRPr lang="en-US" altLang="en-US" sz="2400" dirty="0"/>
          </a:p>
          <a:p>
            <a:pPr lvl="1"/>
            <a:endParaRPr lang="en-US" altLang="en-US" sz="2400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Stock Distributions:  Tax Consequences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B3E355C-57B9-BC4B-95D8-406A1F834537}" type="slidenum">
              <a:rPr lang="en-US" altLang="en-US" smtClean="0"/>
              <a:pPr/>
              <a:t>12</a:t>
            </a:fld>
            <a:endParaRPr lang="en-US" alt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Stock Distributions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19040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G Body - Standard">
  <a:themeElements>
    <a:clrScheme name="CGS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B01C2E"/>
      </a:accent1>
      <a:accent2>
        <a:srgbClr val="4B2942"/>
      </a:accent2>
      <a:accent3>
        <a:srgbClr val="002F5F"/>
      </a:accent3>
      <a:accent4>
        <a:srgbClr val="495B25"/>
      </a:accent4>
      <a:accent5>
        <a:srgbClr val="E66402"/>
      </a:accent5>
      <a:accent6>
        <a:srgbClr val="FF9933"/>
      </a:accent6>
      <a:hlink>
        <a:srgbClr val="0000FF"/>
      </a:hlink>
      <a:folHlink>
        <a:srgbClr val="80008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T_COE_16" id="{671586AA-9BBF-BE44-880F-D824A4D8FE5E}" vid="{5A5CEC7A-9E78-BE40-8F14-2D245F9926E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4506</TotalTime>
  <Words>1835</Words>
  <Application>Microsoft Macintosh PowerPoint</Application>
  <PresentationFormat>Widescreen</PresentationFormat>
  <Paragraphs>130</Paragraphs>
  <Slides>12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2" baseType="lpstr">
      <vt:lpstr>ＭＳ Ｐゴシック</vt:lpstr>
      <vt:lpstr>NSimSun</vt:lpstr>
      <vt:lpstr>Arial</vt:lpstr>
      <vt:lpstr>Calibri</vt:lpstr>
      <vt:lpstr>Courier New</vt:lpstr>
      <vt:lpstr>Times</vt:lpstr>
      <vt:lpstr>Times New Roman</vt:lpstr>
      <vt:lpstr>Wingdings</vt:lpstr>
      <vt:lpstr>Wingdings 2</vt:lpstr>
      <vt:lpstr>CG Body - Standard</vt:lpstr>
      <vt:lpstr>PowerPoint Presentation</vt:lpstr>
      <vt:lpstr>Overview of Section 305</vt:lpstr>
      <vt:lpstr>Stock Distributions: Section 305(a)</vt:lpstr>
      <vt:lpstr>Exceptions to §305(a) </vt:lpstr>
      <vt:lpstr>Section 305(b)(1): Distributions in Lieu of Money under §305(b)(1)</vt:lpstr>
      <vt:lpstr>Section 305(b)(2): Disproportionate Distributions</vt:lpstr>
      <vt:lpstr>Section 305(b)(2): Disproportionate Distributions</vt:lpstr>
      <vt:lpstr>Section 305(b)(3), (4), and (5): Distributions of CS &amp; Prd and Conver. Prd, and Distributions on Prd</vt:lpstr>
      <vt:lpstr>Section 305(c)</vt:lpstr>
      <vt:lpstr>Stock Distributions: Conversion Ratios</vt:lpstr>
      <vt:lpstr>Section 305(c): Periodic Redemptions Treated as Disproportionate Distributions</vt:lpstr>
      <vt:lpstr>Stock Distributions:  Tax Consequences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PV Simplications</dc:title>
  <dc:creator>J Colon</dc:creator>
  <cp:lastModifiedBy>Colon, Jeffrey M.</cp:lastModifiedBy>
  <cp:revision>115</cp:revision>
  <cp:lastPrinted>2023-03-18T15:46:48Z</cp:lastPrinted>
  <dcterms:created xsi:type="dcterms:W3CDTF">2016-08-01T04:04:31Z</dcterms:created>
  <dcterms:modified xsi:type="dcterms:W3CDTF">2026-03-08T23:47:30Z</dcterms:modified>
</cp:coreProperties>
</file>