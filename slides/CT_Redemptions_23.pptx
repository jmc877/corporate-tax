
<file path=[Content_Types].xml><?xml version="1.0" encoding="utf-8"?>
<Types xmlns="http://schemas.openxmlformats.org/package/2006/content-types">
  <Default Extension="bin" ContentType="application/vnd.openxmlformats-officedocument.oleObject"/>
  <Default Extension="emf" ContentType="image/x-emf"/>
  <Default Extension="png" ContentType="image/png"/>
  <Default Extension="rels" ContentType="application/vnd.openxmlformats-package.relationships+xml"/>
  <Default Extension="tiff" ContentType="image/tiff"/>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1"/>
  </p:sldMasterIdLst>
  <p:notesMasterIdLst>
    <p:notesMasterId r:id="rId46"/>
  </p:notesMasterIdLst>
  <p:sldIdLst>
    <p:sldId id="306" r:id="rId2"/>
    <p:sldId id="256" r:id="rId3"/>
    <p:sldId id="263" r:id="rId4"/>
    <p:sldId id="257" r:id="rId5"/>
    <p:sldId id="311" r:id="rId6"/>
    <p:sldId id="264" r:id="rId7"/>
    <p:sldId id="286" r:id="rId8"/>
    <p:sldId id="288" r:id="rId9"/>
    <p:sldId id="314" r:id="rId10"/>
    <p:sldId id="290" r:id="rId11"/>
    <p:sldId id="315" r:id="rId12"/>
    <p:sldId id="291" r:id="rId13"/>
    <p:sldId id="293" r:id="rId14"/>
    <p:sldId id="294" r:id="rId15"/>
    <p:sldId id="289" r:id="rId16"/>
    <p:sldId id="296" r:id="rId17"/>
    <p:sldId id="297" r:id="rId18"/>
    <p:sldId id="298" r:id="rId19"/>
    <p:sldId id="299" r:id="rId20"/>
    <p:sldId id="300" r:id="rId21"/>
    <p:sldId id="301" r:id="rId22"/>
    <p:sldId id="303" r:id="rId23"/>
    <p:sldId id="304" r:id="rId24"/>
    <p:sldId id="307" r:id="rId25"/>
    <p:sldId id="309" r:id="rId26"/>
    <p:sldId id="310" r:id="rId27"/>
    <p:sldId id="308" r:id="rId28"/>
    <p:sldId id="324" r:id="rId29"/>
    <p:sldId id="321" r:id="rId30"/>
    <p:sldId id="282" r:id="rId31"/>
    <p:sldId id="316" r:id="rId32"/>
    <p:sldId id="325" r:id="rId33"/>
    <p:sldId id="317" r:id="rId34"/>
    <p:sldId id="318" r:id="rId35"/>
    <p:sldId id="319" r:id="rId36"/>
    <p:sldId id="259" r:id="rId37"/>
    <p:sldId id="320" r:id="rId38"/>
    <p:sldId id="295" r:id="rId39"/>
    <p:sldId id="287" r:id="rId40"/>
    <p:sldId id="322" r:id="rId41"/>
    <p:sldId id="323" r:id="rId42"/>
    <p:sldId id="285" r:id="rId43"/>
    <p:sldId id="262" r:id="rId44"/>
    <p:sldId id="276" r:id="rId4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AE8A13F9-31F9-F043-BC88-1EFE6F238692}" v="5" dt="2026-02-20T14:02:29.142"/>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69C7853C-536D-4A76-A0AE-DD22124D55A5}" styleName="Themed Style 1 - Accent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72833802-FEF1-4C79-8D5D-14CF1EAF98D9}" styleName="Light Style 2 - Accent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 styleId="{8799B23B-EC83-4686-B30A-512413B5E67A}" styleName="Light Style 3 - Accent 3">
    <a:wholeTbl>
      <a:tcTxStyle>
        <a:fontRef idx="minor">
          <a:scrgbClr r="0" g="0" b="0"/>
        </a:fontRef>
        <a:schemeClr val="tx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noFill/>
        </a:fill>
      </a:tcStyle>
    </a:wholeTbl>
    <a:band1H>
      <a:tcStyle>
        <a:tcBdr/>
        <a:fill>
          <a:solidFill>
            <a:schemeClr val="accent3">
              <a:alpha val="20000"/>
            </a:schemeClr>
          </a:solidFill>
        </a:fill>
      </a:tcStyle>
    </a:band1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noFill/>
        </a:fill>
      </a:tcStyle>
    </a:lastRow>
    <a:firstRow>
      <a:tcTxStyle b="on"/>
      <a:tcStyle>
        <a:tcBdr>
          <a:bottom>
            <a:ln w="25400" cmpd="sng">
              <a:solidFill>
                <a:schemeClr val="accent3"/>
              </a:solidFill>
            </a:ln>
          </a:bottom>
        </a:tcBdr>
        <a:fill>
          <a:noFill/>
        </a:fill>
      </a:tcStyle>
    </a:firstRow>
  </a:tblStyle>
  <a:tblStyle styleId="{1FECB4D8-DB02-4DC6-A0A2-4F2EBAE1DC90}" styleName="Medium Style 1 - Accent 3">
    <a:wholeTbl>
      <a:tcTxStyle>
        <a:fontRef idx="minor">
          <a:scrgbClr r="0" g="0" b="0"/>
        </a:fontRef>
        <a:schemeClr val="dk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a:noFill/>
            </a:ln>
          </a:insideV>
        </a:tcBdr>
        <a:fill>
          <a:solidFill>
            <a:schemeClr val="lt1"/>
          </a:solidFill>
        </a:fill>
      </a:tcStyle>
    </a:wholeTbl>
    <a:band1H>
      <a:tcStyle>
        <a:tcBdr/>
        <a:fill>
          <a:solidFill>
            <a:schemeClr val="accent3">
              <a:tint val="20000"/>
            </a:schemeClr>
          </a:solidFill>
        </a:fill>
      </a:tcStyle>
    </a:band1H>
    <a:band1V>
      <a:tcStyle>
        <a:tcBdr/>
        <a:fill>
          <a:solidFill>
            <a:schemeClr val="accent3">
              <a:tint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solidFill>
            <a:schemeClr val="lt1"/>
          </a:solidFill>
        </a:fill>
      </a:tcStyle>
    </a:lastRow>
    <a:firstRow>
      <a:tcTxStyle b="on">
        <a:fontRef idx="minor">
          <a:scrgbClr r="0" g="0" b="0"/>
        </a:fontRef>
        <a:schemeClr val="lt1"/>
      </a:tcTxStyle>
      <a:tcStyle>
        <a:tcBdr/>
        <a:fill>
          <a:solidFill>
            <a:schemeClr val="accent3"/>
          </a:solidFill>
        </a:fill>
      </a:tcStyle>
    </a:firstRow>
  </a:tblStyle>
  <a:tblStyle styleId="{B301B821-A1FF-4177-AEE7-76D212191A09}" styleName="Medium Style 1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616DA210-FB5B-4158-B5E0-FEB733F419BA}" styleName="Light Styl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C083E6E3-FA7D-4D7B-A595-EF9225AFEA82}" styleName="Light Style 1 - Accent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7022"/>
    <p:restoredTop sz="94888"/>
  </p:normalViewPr>
  <p:slideViewPr>
    <p:cSldViewPr snapToGrid="0" snapToObjects="1">
      <p:cViewPr varScale="1">
        <p:scale>
          <a:sx n="146" d="100"/>
          <a:sy n="146" d="100"/>
        </p:scale>
        <p:origin x="192" y="1312"/>
      </p:cViewPr>
      <p:guideLst>
        <p:guide orient="horz" pos="2160"/>
        <p:guide pos="3840"/>
      </p:guideLst>
    </p:cSldViewPr>
  </p:slideViewPr>
  <p:notesTextViewPr>
    <p:cViewPr>
      <p:scale>
        <a:sx n="1" d="1"/>
        <a:sy n="1" d="1"/>
      </p:scale>
      <p:origin x="0" y="0"/>
    </p:cViewPr>
  </p:notesTextViewPr>
  <p:sorterViewPr>
    <p:cViewPr>
      <p:scale>
        <a:sx n="181" d="100"/>
        <a:sy n="181" d="100"/>
      </p:scale>
      <p:origin x="0" y="0"/>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presProps" Target="presProps.xml"/><Relationship Id="rId50"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microsoft.com/office/2015/10/relationships/revisionInfo" Target="revisionInfo.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viewProps" Target="viewProps.xml"/><Relationship Id="rId8" Type="http://schemas.openxmlformats.org/officeDocument/2006/relationships/slide" Target="slides/slide7.xml"/><Relationship Id="rId51" Type="http://schemas.microsoft.com/office/2016/11/relationships/changesInfo" Target="changesInfos/changesInfo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notesMaster" Target="notesMasters/notesMaster1.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Colon, Jeffrey M." userId="615143b1-cdee-493d-9a9d-1565ce8666d9" providerId="ADAL" clId="{DC1DB158-BAB1-5930-B714-AEF472873853}"/>
    <pc:docChg chg="modSld">
      <pc:chgData name="Colon, Jeffrey M." userId="615143b1-cdee-493d-9a9d-1565ce8666d9" providerId="ADAL" clId="{DC1DB158-BAB1-5930-B714-AEF472873853}" dt="2026-02-20T14:02:40.177" v="7" actId="1076"/>
      <pc:docMkLst>
        <pc:docMk/>
      </pc:docMkLst>
      <pc:sldChg chg="modSp mod">
        <pc:chgData name="Colon, Jeffrey M." userId="615143b1-cdee-493d-9a9d-1565ce8666d9" providerId="ADAL" clId="{DC1DB158-BAB1-5930-B714-AEF472873853}" dt="2026-02-20T14:02:40.177" v="7" actId="1076"/>
        <pc:sldMkLst>
          <pc:docMk/>
          <pc:sldMk cId="303328242" sldId="294"/>
        </pc:sldMkLst>
        <pc:spChg chg="mod">
          <ac:chgData name="Colon, Jeffrey M." userId="615143b1-cdee-493d-9a9d-1565ce8666d9" providerId="ADAL" clId="{DC1DB158-BAB1-5930-B714-AEF472873853}" dt="2026-02-20T14:02:40.177" v="7" actId="1076"/>
          <ac:spMkLst>
            <pc:docMk/>
            <pc:sldMk cId="303328242" sldId="294"/>
            <ac:spMk id="23" creationId="{00000000-0000-0000-0000-000000000000}"/>
          </ac:spMkLst>
        </pc:spChg>
        <pc:spChg chg="mod">
          <ac:chgData name="Colon, Jeffrey M." userId="615143b1-cdee-493d-9a9d-1565ce8666d9" providerId="ADAL" clId="{DC1DB158-BAB1-5930-B714-AEF472873853}" dt="2026-02-20T14:02:36.517" v="6" actId="1076"/>
          <ac:spMkLst>
            <pc:docMk/>
            <pc:sldMk cId="303328242" sldId="294"/>
            <ac:spMk id="62"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1"/>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1"/>
            <a:ext cx="2971800" cy="458788"/>
          </a:xfrm>
          <a:prstGeom prst="rect">
            <a:avLst/>
          </a:prstGeom>
        </p:spPr>
        <p:txBody>
          <a:bodyPr vert="horz" lIns="91440" tIns="45720" rIns="91440" bIns="45720" rtlCol="0"/>
          <a:lstStyle>
            <a:lvl1pPr algn="r">
              <a:defRPr sz="1200"/>
            </a:lvl1pPr>
          </a:lstStyle>
          <a:p>
            <a:fld id="{1F2E595D-07B5-CF44-AE63-906CA02C7BEF}" type="datetimeFigureOut">
              <a:rPr lang="en-US" smtClean="0"/>
              <a:t>2/20/26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49"/>
            <a:ext cx="5486400" cy="3600451"/>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2991C84-E9AD-4349-A89D-CDCB4DBB2B68}" type="slidenum">
              <a:rPr lang="en-US" smtClean="0"/>
              <a:t>‹#›</a:t>
            </a:fld>
            <a:endParaRPr lang="en-US"/>
          </a:p>
        </p:txBody>
      </p:sp>
    </p:spTree>
    <p:extLst>
      <p:ext uri="{BB962C8B-B14F-4D97-AF65-F5344CB8AC3E}">
        <p14:creationId xmlns:p14="http://schemas.microsoft.com/office/powerpoint/2010/main" val="95139214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2473258D-F88C-F440-AD20-53E2DCDDB8B5}" type="slidenum">
              <a:rPr lang="en-US" smtClean="0"/>
              <a:t>1</a:t>
            </a:fld>
            <a:endParaRPr lang="en-US"/>
          </a:p>
        </p:txBody>
      </p:sp>
    </p:spTree>
    <p:extLst>
      <p:ext uri="{BB962C8B-B14F-4D97-AF65-F5344CB8AC3E}">
        <p14:creationId xmlns:p14="http://schemas.microsoft.com/office/powerpoint/2010/main" val="92993732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BF72E6F7-09F5-B04E-8141-9A4144300CC5}" type="slidenum">
              <a:rPr lang="en-US" smtClean="0"/>
              <a:t>2</a:t>
            </a:fld>
            <a:endParaRPr lang="en-US" dirty="0"/>
          </a:p>
        </p:txBody>
      </p:sp>
    </p:spTree>
    <p:extLst>
      <p:ext uri="{BB962C8B-B14F-4D97-AF65-F5344CB8AC3E}">
        <p14:creationId xmlns:p14="http://schemas.microsoft.com/office/powerpoint/2010/main" val="143643393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D2991C84-E9AD-4349-A89D-CDCB4DBB2B68}" type="slidenum">
              <a:rPr lang="en-US" smtClean="0"/>
              <a:t>3</a:t>
            </a:fld>
            <a:endParaRPr lang="en-US"/>
          </a:p>
        </p:txBody>
      </p:sp>
    </p:spTree>
    <p:extLst>
      <p:ext uri="{BB962C8B-B14F-4D97-AF65-F5344CB8AC3E}">
        <p14:creationId xmlns:p14="http://schemas.microsoft.com/office/powerpoint/2010/main" val="83500815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D2991C84-E9AD-4349-A89D-CDCB4DBB2B68}" type="slidenum">
              <a:rPr lang="en-US" smtClean="0"/>
              <a:t>4</a:t>
            </a:fld>
            <a:endParaRPr lang="en-US"/>
          </a:p>
        </p:txBody>
      </p:sp>
    </p:spTree>
    <p:extLst>
      <p:ext uri="{BB962C8B-B14F-4D97-AF65-F5344CB8AC3E}">
        <p14:creationId xmlns:p14="http://schemas.microsoft.com/office/powerpoint/2010/main" val="54591572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D2991C84-E9AD-4349-A89D-CDCB4DBB2B68}" type="slidenum">
              <a:rPr lang="en-US" smtClean="0"/>
              <a:t>7</a:t>
            </a:fld>
            <a:endParaRPr lang="en-US"/>
          </a:p>
        </p:txBody>
      </p:sp>
    </p:spTree>
    <p:extLst>
      <p:ext uri="{BB962C8B-B14F-4D97-AF65-F5344CB8AC3E}">
        <p14:creationId xmlns:p14="http://schemas.microsoft.com/office/powerpoint/2010/main" val="171703323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D2991C84-E9AD-4349-A89D-CDCB4DBB2B68}" type="slidenum">
              <a:rPr lang="en-US" smtClean="0"/>
              <a:t>8</a:t>
            </a:fld>
            <a:endParaRPr lang="en-US"/>
          </a:p>
        </p:txBody>
      </p:sp>
    </p:spTree>
    <p:extLst>
      <p:ext uri="{BB962C8B-B14F-4D97-AF65-F5344CB8AC3E}">
        <p14:creationId xmlns:p14="http://schemas.microsoft.com/office/powerpoint/2010/main" val="7359998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D2991C84-E9AD-4349-A89D-CDCB4DBB2B68}" type="slidenum">
              <a:rPr lang="en-US" smtClean="0"/>
              <a:t>10</a:t>
            </a:fld>
            <a:endParaRPr lang="en-US"/>
          </a:p>
        </p:txBody>
      </p:sp>
    </p:spTree>
    <p:extLst>
      <p:ext uri="{BB962C8B-B14F-4D97-AF65-F5344CB8AC3E}">
        <p14:creationId xmlns:p14="http://schemas.microsoft.com/office/powerpoint/2010/main" val="200480225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D2991C84-E9AD-4349-A89D-CDCB4DBB2B68}" type="slidenum">
              <a:rPr lang="en-US" smtClean="0"/>
              <a:t>13</a:t>
            </a:fld>
            <a:endParaRPr lang="en-US"/>
          </a:p>
        </p:txBody>
      </p:sp>
    </p:spTree>
    <p:extLst>
      <p:ext uri="{BB962C8B-B14F-4D97-AF65-F5344CB8AC3E}">
        <p14:creationId xmlns:p14="http://schemas.microsoft.com/office/powerpoint/2010/main" val="45181395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BF72E6F7-09F5-B04E-8141-9A4144300CC5}" type="slidenum">
              <a:rPr lang="en-US" smtClean="0"/>
              <a:t>28</a:t>
            </a:fld>
            <a:endParaRPr lang="en-US" dirty="0"/>
          </a:p>
        </p:txBody>
      </p:sp>
    </p:spTree>
    <p:extLst>
      <p:ext uri="{BB962C8B-B14F-4D97-AF65-F5344CB8AC3E}">
        <p14:creationId xmlns:p14="http://schemas.microsoft.com/office/powerpoint/2010/main" val="215478327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
        <p:nvSpPr>
          <p:cNvPr id="2" name="TextBox 11"/>
          <p:cNvSpPr txBox="1">
            <a:spLocks noChangeArrowheads="1"/>
          </p:cNvSpPr>
          <p:nvPr userDrawn="1"/>
        </p:nvSpPr>
        <p:spPr bwMode="auto">
          <a:xfrm>
            <a:off x="0" y="914400"/>
            <a:ext cx="12192000" cy="369888"/>
          </a:xfrm>
          <a:prstGeom prst="rect">
            <a:avLst/>
          </a:prstGeom>
          <a:solidFill>
            <a:schemeClr val="bg1"/>
          </a:solidFill>
          <a:ln w="9525">
            <a:solidFill>
              <a:schemeClr val="bg1">
                <a:alpha val="0"/>
              </a:schemeClr>
            </a:solidFill>
            <a:miter lim="800000"/>
            <a:headEnd/>
            <a:tailEnd/>
          </a:ln>
        </p:spPr>
        <p:txBody>
          <a:bodyPr>
            <a:spAutoFit/>
          </a:bodyPr>
          <a:lstStyle>
            <a:lvl1pPr eaLnBrk="0" hangingPunct="0">
              <a:defRPr>
                <a:solidFill>
                  <a:schemeClr val="tx1"/>
                </a:solidFill>
                <a:latin typeface="Calibri" pitchFamily="34" charset="0"/>
                <a:cs typeface="Arial" charset="0"/>
              </a:defRPr>
            </a:lvl1pPr>
            <a:lvl2pPr marL="742950" indent="-285750" eaLnBrk="0" hangingPunct="0">
              <a:defRPr>
                <a:solidFill>
                  <a:schemeClr val="tx1"/>
                </a:solidFill>
                <a:latin typeface="Calibri" pitchFamily="34" charset="0"/>
                <a:cs typeface="Arial" charset="0"/>
              </a:defRPr>
            </a:lvl2pPr>
            <a:lvl3pPr marL="1143000" indent="-228600" eaLnBrk="0" hangingPunct="0">
              <a:defRPr>
                <a:solidFill>
                  <a:schemeClr val="tx1"/>
                </a:solidFill>
                <a:latin typeface="Calibri" pitchFamily="34" charset="0"/>
                <a:cs typeface="Arial" charset="0"/>
              </a:defRPr>
            </a:lvl3pPr>
            <a:lvl4pPr marL="1600200" indent="-228600" eaLnBrk="0" hangingPunct="0">
              <a:defRPr>
                <a:solidFill>
                  <a:schemeClr val="tx1"/>
                </a:solidFill>
                <a:latin typeface="Calibri" pitchFamily="34" charset="0"/>
                <a:cs typeface="Arial" charset="0"/>
              </a:defRPr>
            </a:lvl4pPr>
            <a:lvl5pPr marL="2057400" indent="-228600" eaLnBrk="0" hangingPunct="0">
              <a:defRPr>
                <a:solidFill>
                  <a:schemeClr val="tx1"/>
                </a:solidFill>
                <a:latin typeface="Calibri" pitchFamily="34" charset="0"/>
                <a:cs typeface="Arial" charset="0"/>
              </a:defRPr>
            </a:lvl5pPr>
            <a:lvl6pPr marL="2514600" indent="-228600" eaLnBrk="0" fontAlgn="base" hangingPunct="0">
              <a:spcBef>
                <a:spcPct val="0"/>
              </a:spcBef>
              <a:spcAft>
                <a:spcPct val="0"/>
              </a:spcAft>
              <a:defRPr>
                <a:solidFill>
                  <a:schemeClr val="tx1"/>
                </a:solidFill>
                <a:latin typeface="Calibri" pitchFamily="34" charset="0"/>
                <a:cs typeface="Arial" charset="0"/>
              </a:defRPr>
            </a:lvl6pPr>
            <a:lvl7pPr marL="2971800" indent="-228600" eaLnBrk="0" fontAlgn="base" hangingPunct="0">
              <a:spcBef>
                <a:spcPct val="0"/>
              </a:spcBef>
              <a:spcAft>
                <a:spcPct val="0"/>
              </a:spcAft>
              <a:defRPr>
                <a:solidFill>
                  <a:schemeClr val="tx1"/>
                </a:solidFill>
                <a:latin typeface="Calibri" pitchFamily="34" charset="0"/>
                <a:cs typeface="Arial" charset="0"/>
              </a:defRPr>
            </a:lvl7pPr>
            <a:lvl8pPr marL="3429000" indent="-228600" eaLnBrk="0" fontAlgn="base" hangingPunct="0">
              <a:spcBef>
                <a:spcPct val="0"/>
              </a:spcBef>
              <a:spcAft>
                <a:spcPct val="0"/>
              </a:spcAft>
              <a:defRPr>
                <a:solidFill>
                  <a:schemeClr val="tx1"/>
                </a:solidFill>
                <a:latin typeface="Calibri" pitchFamily="34" charset="0"/>
                <a:cs typeface="Arial" charset="0"/>
              </a:defRPr>
            </a:lvl8pPr>
            <a:lvl9pPr marL="3886200" indent="-228600" eaLnBrk="0" fontAlgn="base" hangingPunct="0">
              <a:spcBef>
                <a:spcPct val="0"/>
              </a:spcBef>
              <a:spcAft>
                <a:spcPct val="0"/>
              </a:spcAft>
              <a:defRPr>
                <a:solidFill>
                  <a:schemeClr val="tx1"/>
                </a:solidFill>
                <a:latin typeface="Calibri" pitchFamily="34" charset="0"/>
                <a:cs typeface="Arial" charset="0"/>
              </a:defRPr>
            </a:lvl9pPr>
          </a:lstStyle>
          <a:p>
            <a:pPr eaLnBrk="1" hangingPunct="1">
              <a:defRPr/>
            </a:pPr>
            <a:endParaRPr lang="en-US" sz="1800">
              <a:latin typeface="Arial" charset="0"/>
              <a:ea typeface="+mn-ea"/>
            </a:endParaRPr>
          </a:p>
        </p:txBody>
      </p:sp>
      <p:sp>
        <p:nvSpPr>
          <p:cNvPr id="3" name="Slide Number Placeholder 9"/>
          <p:cNvSpPr>
            <a:spLocks noGrp="1"/>
          </p:cNvSpPr>
          <p:nvPr>
            <p:ph type="sldNum" sz="quarter" idx="10"/>
          </p:nvPr>
        </p:nvSpPr>
        <p:spPr/>
        <p:txBody>
          <a:bodyPr/>
          <a:lstStyle>
            <a:lvl1pPr algn="r">
              <a:defRPr/>
            </a:lvl1pPr>
          </a:lstStyle>
          <a:p>
            <a:fld id="{22D706CB-156B-8643-9A07-D8448DABBCBD}" type="slidenum">
              <a:rPr lang="en-US" altLang="en-US" smtClean="0"/>
              <a:pPr/>
              <a:t>‹#›</a:t>
            </a:fld>
            <a:endParaRPr lang="en-US" altLang="en-US" dirty="0"/>
          </a:p>
        </p:txBody>
      </p:sp>
      <p:sp>
        <p:nvSpPr>
          <p:cNvPr id="4" name="Footer Placeholder 3"/>
          <p:cNvSpPr>
            <a:spLocks noGrp="1"/>
          </p:cNvSpPr>
          <p:nvPr>
            <p:ph type="ftr" sz="quarter" idx="11"/>
          </p:nvPr>
        </p:nvSpPr>
        <p:spPr>
          <a:xfrm>
            <a:off x="4165600" y="6474733"/>
            <a:ext cx="3860800" cy="288925"/>
          </a:xfrm>
        </p:spPr>
        <p:txBody>
          <a:bodyPr/>
          <a:lstStyle>
            <a:lvl1pPr>
              <a:defRPr smtClean="0"/>
            </a:lvl1pPr>
          </a:lstStyle>
          <a:p>
            <a:pPr>
              <a:defRPr/>
            </a:pPr>
            <a:r>
              <a:rPr lang="en-US"/>
              <a:t>Redemptions</a:t>
            </a:r>
            <a:endParaRPr lang="en-US" dirty="0"/>
          </a:p>
        </p:txBody>
      </p:sp>
    </p:spTree>
    <p:extLst>
      <p:ext uri="{BB962C8B-B14F-4D97-AF65-F5344CB8AC3E}">
        <p14:creationId xmlns:p14="http://schemas.microsoft.com/office/powerpoint/2010/main" val="1355925115"/>
      </p:ext>
    </p:extLst>
  </p:cSld>
  <p:clrMapOvr>
    <a:overrideClrMapping bg1="lt1" tx1="dk1" bg2="lt2" tx2="dk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Full Page">
    <p:spTree>
      <p:nvGrpSpPr>
        <p:cNvPr id="1" name=""/>
        <p:cNvGrpSpPr/>
        <p:nvPr/>
      </p:nvGrpSpPr>
      <p:grpSpPr>
        <a:xfrm>
          <a:off x="0" y="0"/>
          <a:ext cx="0" cy="0"/>
          <a:chOff x="0" y="0"/>
          <a:chExt cx="0" cy="0"/>
        </a:xfrm>
      </p:grpSpPr>
      <p:sp>
        <p:nvSpPr>
          <p:cNvPr id="4" name="Content Placeholder 2"/>
          <p:cNvSpPr>
            <a:spLocks noGrp="1"/>
          </p:cNvSpPr>
          <p:nvPr>
            <p:ph idx="1"/>
          </p:nvPr>
        </p:nvSpPr>
        <p:spPr>
          <a:xfrm>
            <a:off x="512064" y="533400"/>
            <a:ext cx="11277600" cy="5812064"/>
          </a:xfrm>
          <a:prstGeom prst="rect">
            <a:avLst/>
          </a:prstGeom>
        </p:spPr>
        <p:txBody>
          <a:bodyPr/>
          <a:lstStyle>
            <a:lvl1pPr marL="228600" indent="-228600" algn="just" defTabSz="914400" rtl="0" eaLnBrk="1" latinLnBrk="0" hangingPunct="1">
              <a:spcBef>
                <a:spcPct val="20000"/>
              </a:spcBef>
              <a:buClr>
                <a:srgbClr val="B01C2E"/>
              </a:buClr>
              <a:buSzPct val="60000"/>
              <a:buFont typeface="Wingdings 2" pitchFamily="18" charset="2"/>
              <a:buChar char=""/>
              <a:defRPr lang="en-US" sz="2400" kern="1200" dirty="0">
                <a:solidFill>
                  <a:schemeClr val="tx1"/>
                </a:solidFill>
                <a:latin typeface="Calibri" charset="0"/>
                <a:ea typeface="Calibri" charset="0"/>
                <a:cs typeface="Calibri" charset="0"/>
              </a:defRPr>
            </a:lvl1pPr>
            <a:lvl2pPr marL="457200" indent="-228600" algn="just">
              <a:buClr>
                <a:srgbClr val="B01C2E"/>
              </a:buClr>
              <a:buSzPct val="60000"/>
              <a:buFont typeface="Wingdings" charset="2"/>
              <a:buChar char="Ø"/>
              <a:defRPr lang="en-US" sz="2200" kern="1200" dirty="0" smtClean="0">
                <a:solidFill>
                  <a:schemeClr val="tx1"/>
                </a:solidFill>
                <a:latin typeface="Calibri" charset="0"/>
                <a:ea typeface="Calibri" charset="0"/>
                <a:cs typeface="Calibri" charset="0"/>
              </a:defRPr>
            </a:lvl2pPr>
            <a:lvl3pPr marL="685800" indent="-228600" algn="just">
              <a:buClr>
                <a:srgbClr val="B01C2E"/>
              </a:buClr>
              <a:buSzPct val="60000"/>
              <a:buFont typeface="Courier New" charset="0"/>
              <a:buChar char="o"/>
              <a:defRPr lang="en-US" sz="2200" kern="1200" baseline="0" dirty="0" smtClean="0">
                <a:solidFill>
                  <a:schemeClr val="tx1"/>
                </a:solidFill>
                <a:latin typeface="Calibri" charset="0"/>
                <a:ea typeface="Calibri" charset="0"/>
                <a:cs typeface="Calibri" charset="0"/>
              </a:defRPr>
            </a:lvl3pPr>
            <a:lvl4pPr marL="914400" indent="-228600" algn="just">
              <a:buClr>
                <a:srgbClr val="B01C2E"/>
              </a:buClr>
              <a:buSzPct val="60000"/>
              <a:buFont typeface="Arial" charset="0"/>
              <a:buChar char="•"/>
              <a:defRPr lang="en-US" sz="2000" kern="1200" baseline="0" dirty="0" smtClean="0">
                <a:solidFill>
                  <a:schemeClr val="tx1"/>
                </a:solidFill>
                <a:latin typeface="Calibri" charset="0"/>
                <a:ea typeface="Calibri" charset="0"/>
                <a:cs typeface="Calibri" charset="0"/>
              </a:defRPr>
            </a:lvl4pPr>
            <a:lvl5pPr marL="1143000" algn="just">
              <a:buClr>
                <a:srgbClr val="B01C2E"/>
              </a:buClr>
              <a:buSzPct val="60000"/>
              <a:buFont typeface="Calibri" pitchFamily="34" charset="0"/>
              <a:buChar char="–"/>
              <a:defRPr lang="en-US" sz="2000" kern="1200" dirty="0" smtClean="0">
                <a:solidFill>
                  <a:schemeClr val="tx1"/>
                </a:solidFill>
                <a:latin typeface="Calibri" charset="0"/>
                <a:ea typeface="Calibri" charset="0"/>
                <a:cs typeface="Calibri"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Rectangle 2"/>
          <p:cNvSpPr>
            <a:spLocks noGrp="1" noChangeArrowheads="1"/>
          </p:cNvSpPr>
          <p:nvPr>
            <p:ph type="title"/>
          </p:nvPr>
        </p:nvSpPr>
        <p:spPr bwMode="gray">
          <a:xfrm>
            <a:off x="512064" y="41933"/>
            <a:ext cx="11277600" cy="365127"/>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marL="0" indent="0" algn="l">
              <a:tabLst>
                <a:tab pos="395288" algn="l"/>
              </a:tabLst>
              <a:defRPr sz="2200" b="1"/>
            </a:lvl1pPr>
          </a:lstStyle>
          <a:p>
            <a:pPr lvl="0"/>
            <a:r>
              <a:rPr lang="en-US" dirty="0"/>
              <a:t>Click to edit Master title style</a:t>
            </a:r>
          </a:p>
        </p:txBody>
      </p:sp>
      <p:sp>
        <p:nvSpPr>
          <p:cNvPr id="5" name="Slide Number Placeholder 9"/>
          <p:cNvSpPr>
            <a:spLocks noGrp="1"/>
          </p:cNvSpPr>
          <p:nvPr>
            <p:ph type="sldNum" sz="quarter" idx="10"/>
          </p:nvPr>
        </p:nvSpPr>
        <p:spPr>
          <a:xfrm>
            <a:off x="11180064" y="6471105"/>
            <a:ext cx="609600" cy="365125"/>
          </a:xfrm>
        </p:spPr>
        <p:txBody>
          <a:bodyPr/>
          <a:lstStyle>
            <a:lvl1pPr algn="r">
              <a:defRPr/>
            </a:lvl1pPr>
          </a:lstStyle>
          <a:p>
            <a:fld id="{7B3E355C-57B9-BC4B-95D8-406A1F834537}" type="slidenum">
              <a:rPr lang="en-US" altLang="en-US" smtClean="0"/>
              <a:pPr/>
              <a:t>‹#›</a:t>
            </a:fld>
            <a:endParaRPr lang="en-US" altLang="en-US" dirty="0"/>
          </a:p>
        </p:txBody>
      </p:sp>
      <p:sp>
        <p:nvSpPr>
          <p:cNvPr id="6" name="Footer Placeholder 4"/>
          <p:cNvSpPr>
            <a:spLocks noGrp="1"/>
          </p:cNvSpPr>
          <p:nvPr>
            <p:ph type="ftr" sz="quarter" idx="11"/>
          </p:nvPr>
        </p:nvSpPr>
        <p:spPr/>
        <p:txBody>
          <a:bodyPr/>
          <a:lstStyle>
            <a:lvl1pPr>
              <a:defRPr sz="1200" smtClean="0"/>
            </a:lvl1pPr>
          </a:lstStyle>
          <a:p>
            <a:pPr>
              <a:defRPr/>
            </a:pPr>
            <a:r>
              <a:rPr lang="en-US"/>
              <a:t>Redemptions</a:t>
            </a:r>
            <a:endParaRPr lang="en-US" dirty="0"/>
          </a:p>
        </p:txBody>
      </p:sp>
      <p:sp>
        <p:nvSpPr>
          <p:cNvPr id="8" name="Rectangle 7"/>
          <p:cNvSpPr/>
          <p:nvPr userDrawn="1"/>
        </p:nvSpPr>
        <p:spPr>
          <a:xfrm>
            <a:off x="512064" y="407060"/>
            <a:ext cx="11277600" cy="91169"/>
          </a:xfrm>
          <a:prstGeom prst="rect">
            <a:avLst/>
          </a:prstGeom>
          <a:solidFill>
            <a:schemeClr val="accent1">
              <a:alpha val="69000"/>
            </a:schemeClr>
          </a:solidFill>
          <a:ln w="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2" name="TextBox 1">
            <a:extLst>
              <a:ext uri="{FF2B5EF4-FFF2-40B4-BE49-F238E27FC236}">
                <a16:creationId xmlns:a16="http://schemas.microsoft.com/office/drawing/2014/main" id="{5C00252E-F219-3A4E-A2D5-45D5E8996C76}"/>
              </a:ext>
            </a:extLst>
          </p:cNvPr>
          <p:cNvSpPr txBox="1"/>
          <p:nvPr userDrawn="1"/>
        </p:nvSpPr>
        <p:spPr>
          <a:xfrm>
            <a:off x="792480" y="6614160"/>
            <a:ext cx="184731" cy="369332"/>
          </a:xfrm>
          <a:prstGeom prst="rect">
            <a:avLst/>
          </a:prstGeom>
          <a:noFill/>
        </p:spPr>
        <p:txBody>
          <a:bodyPr wrap="none" rtlCol="0">
            <a:spAutoFit/>
          </a:bodyPr>
          <a:lstStyle/>
          <a:p>
            <a:endParaRPr lang="en-US" dirty="0"/>
          </a:p>
        </p:txBody>
      </p:sp>
      <p:sp>
        <p:nvSpPr>
          <p:cNvPr id="3" name="TextBox 2">
            <a:extLst>
              <a:ext uri="{FF2B5EF4-FFF2-40B4-BE49-F238E27FC236}">
                <a16:creationId xmlns:a16="http://schemas.microsoft.com/office/drawing/2014/main" id="{6C024E14-BAC5-CA48-9381-DA8C004CA200}"/>
              </a:ext>
            </a:extLst>
          </p:cNvPr>
          <p:cNvSpPr txBox="1"/>
          <p:nvPr userDrawn="1"/>
        </p:nvSpPr>
        <p:spPr>
          <a:xfrm>
            <a:off x="640080" y="6573520"/>
            <a:ext cx="184731" cy="369332"/>
          </a:xfrm>
          <a:prstGeom prst="rect">
            <a:avLst/>
          </a:prstGeom>
          <a:noFill/>
        </p:spPr>
        <p:txBody>
          <a:bodyPr wrap="none" rtlCol="0">
            <a:spAutoFit/>
          </a:bodyPr>
          <a:lstStyle/>
          <a:p>
            <a:endParaRPr lang="en-US" dirty="0"/>
          </a:p>
        </p:txBody>
      </p:sp>
    </p:spTree>
    <p:extLst>
      <p:ext uri="{BB962C8B-B14F-4D97-AF65-F5344CB8AC3E}">
        <p14:creationId xmlns:p14="http://schemas.microsoft.com/office/powerpoint/2010/main" val="1105671305"/>
      </p:ext>
    </p:extLst>
  </p:cSld>
  <p:clrMapOvr>
    <a:overrideClrMapping bg1="lt1" tx1="dk1" bg2="lt2" tx2="dk2" accent1="accent1" accent2="accent2" accent3="accent3" accent4="accent4" accent5="accent5" accent6="accent6" hlink="hlink" folHlink="folHlink"/>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Side by Side">
    <p:spTree>
      <p:nvGrpSpPr>
        <p:cNvPr id="1" name=""/>
        <p:cNvGrpSpPr/>
        <p:nvPr/>
      </p:nvGrpSpPr>
      <p:grpSpPr>
        <a:xfrm>
          <a:off x="0" y="0"/>
          <a:ext cx="0" cy="0"/>
          <a:chOff x="0" y="0"/>
          <a:chExt cx="0" cy="0"/>
        </a:xfrm>
      </p:grpSpPr>
      <p:sp>
        <p:nvSpPr>
          <p:cNvPr id="7"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9" name="Content Placeholder 10"/>
          <p:cNvSpPr>
            <a:spLocks noGrp="1"/>
          </p:cNvSpPr>
          <p:nvPr>
            <p:ph sz="quarter" idx="16"/>
          </p:nvPr>
        </p:nvSpPr>
        <p:spPr>
          <a:xfrm>
            <a:off x="508000" y="1417320"/>
            <a:ext cx="5486400" cy="4572000"/>
          </a:xfrm>
          <a:prstGeom prst="rect">
            <a:avLst/>
          </a:prstGeom>
        </p:spPr>
        <p:txBody>
          <a:bodyPr/>
          <a:lstStyle>
            <a:lvl1pPr marL="228600" marR="0" indent="-228600" algn="l" defTabSz="914400" rtl="0" eaLnBrk="1" fontAlgn="auto" latinLnBrk="0" hangingPunct="1">
              <a:lnSpc>
                <a:spcPct val="100000"/>
              </a:lnSpc>
              <a:spcBef>
                <a:spcPct val="20000"/>
              </a:spcBef>
              <a:spcAft>
                <a:spcPts val="0"/>
              </a:spcAft>
              <a:buClr>
                <a:schemeClr val="accent1"/>
              </a:buClr>
              <a:buSzPct val="60000"/>
              <a:buFont typeface="Wingdings 2" pitchFamily="18" charset="2"/>
              <a:buChar char=""/>
              <a:tabLst/>
              <a:defRPr sz="1600">
                <a:latin typeface="Calibri" charset="0"/>
                <a:ea typeface="Calibri" charset="0"/>
                <a:cs typeface="Calibri" charset="0"/>
              </a:defRPr>
            </a:lvl1pPr>
            <a:lvl2pPr marL="457200" indent="-228600">
              <a:buClr>
                <a:schemeClr val="accent1"/>
              </a:buClr>
              <a:buSzPct val="60000"/>
              <a:buFont typeface="Wingdings" charset="2"/>
              <a:buChar char="Ø"/>
              <a:defRPr lang="en-US" sz="1600" kern="1200" dirty="0" smtClean="0">
                <a:solidFill>
                  <a:schemeClr val="tx1"/>
                </a:solidFill>
                <a:latin typeface="Calibri" charset="0"/>
                <a:ea typeface="Calibri" charset="0"/>
                <a:cs typeface="Calibri" charset="0"/>
              </a:defRPr>
            </a:lvl2pPr>
            <a:lvl3pPr marL="685800" indent="-228600">
              <a:buClr>
                <a:schemeClr val="accent1"/>
              </a:buClr>
              <a:buSzPct val="60000"/>
              <a:buFont typeface="Courier New" charset="0"/>
              <a:buChar char="o"/>
              <a:defRPr sz="1600">
                <a:latin typeface="Calibri" charset="0"/>
                <a:ea typeface="Calibri" charset="0"/>
                <a:cs typeface="Calibri" charset="0"/>
              </a:defRPr>
            </a:lvl3pPr>
            <a:lvl4pPr marL="914400" indent="-228600">
              <a:buClr>
                <a:schemeClr val="accent1"/>
              </a:buClr>
              <a:buSzPct val="60000"/>
              <a:buFont typeface="Arial" charset="0"/>
              <a:buChar char="•"/>
              <a:defRPr sz="1600">
                <a:latin typeface="Calibri" charset="0"/>
                <a:ea typeface="Calibri" charset="0"/>
                <a:cs typeface="Calibri" charset="0"/>
              </a:defRPr>
            </a:lvl4pPr>
            <a:lvl5pPr marL="1143000">
              <a:buClr>
                <a:schemeClr val="accent1"/>
              </a:buClr>
              <a:buSzPct val="60000"/>
              <a:buFont typeface="Arial" pitchFamily="34" charset="0"/>
              <a:buChar char="–"/>
              <a:defRPr sz="1600">
                <a:latin typeface="Calibri" charset="0"/>
                <a:ea typeface="Calibri" charset="0"/>
                <a:cs typeface="Calibri"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Content Placeholder 10"/>
          <p:cNvSpPr>
            <a:spLocks noGrp="1"/>
          </p:cNvSpPr>
          <p:nvPr>
            <p:ph sz="quarter" idx="17"/>
          </p:nvPr>
        </p:nvSpPr>
        <p:spPr>
          <a:xfrm>
            <a:off x="6197600" y="1417320"/>
            <a:ext cx="5486400" cy="4572000"/>
          </a:xfrm>
          <a:prstGeom prst="rect">
            <a:avLst/>
          </a:prstGeom>
        </p:spPr>
        <p:txBody>
          <a:bodyPr/>
          <a:lstStyle>
            <a:lvl1pPr marL="228600" marR="0" indent="-228600" algn="l" defTabSz="914400" rtl="0" eaLnBrk="1" fontAlgn="auto" latinLnBrk="0" hangingPunct="1">
              <a:lnSpc>
                <a:spcPct val="100000"/>
              </a:lnSpc>
              <a:spcBef>
                <a:spcPct val="20000"/>
              </a:spcBef>
              <a:spcAft>
                <a:spcPts val="0"/>
              </a:spcAft>
              <a:buClr>
                <a:schemeClr val="accent1"/>
              </a:buClr>
              <a:buSzPct val="60000"/>
              <a:buFont typeface="Wingdings 2" pitchFamily="18" charset="2"/>
              <a:buChar char=""/>
              <a:tabLst/>
              <a:defRPr sz="1600">
                <a:latin typeface="Calibri" charset="0"/>
                <a:ea typeface="Calibri" charset="0"/>
                <a:cs typeface="Calibri" charset="0"/>
              </a:defRPr>
            </a:lvl1pPr>
            <a:lvl2pPr marL="457200" indent="-228600">
              <a:buClr>
                <a:schemeClr val="accent1"/>
              </a:buClr>
              <a:buSzPct val="60000"/>
              <a:buFont typeface="Wingdings" charset="2"/>
              <a:buChar char="Ø"/>
              <a:defRPr lang="en-US" sz="1600" kern="1200" dirty="0" smtClean="0">
                <a:solidFill>
                  <a:schemeClr val="tx1"/>
                </a:solidFill>
                <a:latin typeface="Calibri" charset="0"/>
                <a:ea typeface="Calibri" charset="0"/>
                <a:cs typeface="Calibri" charset="0"/>
              </a:defRPr>
            </a:lvl2pPr>
            <a:lvl3pPr marL="685800" indent="-228600">
              <a:buClr>
                <a:schemeClr val="accent1"/>
              </a:buClr>
              <a:buSzPct val="60000"/>
              <a:buFont typeface="Courier New" charset="0"/>
              <a:buChar char="o"/>
              <a:defRPr sz="1600">
                <a:latin typeface="Calibri" charset="0"/>
                <a:ea typeface="Calibri" charset="0"/>
                <a:cs typeface="Calibri" charset="0"/>
              </a:defRPr>
            </a:lvl3pPr>
            <a:lvl4pPr marL="914400" indent="-228600">
              <a:buClr>
                <a:schemeClr val="accent1"/>
              </a:buClr>
              <a:buSzPct val="60000"/>
              <a:buFont typeface="Arial" charset="0"/>
              <a:buChar char="•"/>
              <a:defRPr sz="1600">
                <a:latin typeface="Calibri" charset="0"/>
                <a:ea typeface="Calibri" charset="0"/>
                <a:cs typeface="Calibri" charset="0"/>
              </a:defRPr>
            </a:lvl4pPr>
            <a:lvl5pPr marL="1143000">
              <a:buClr>
                <a:schemeClr val="accent1"/>
              </a:buClr>
              <a:buSzPct val="60000"/>
              <a:buFont typeface="Arial" pitchFamily="34" charset="0"/>
              <a:buChar char="–"/>
              <a:defRPr sz="1600">
                <a:latin typeface="Calibri" charset="0"/>
                <a:ea typeface="Calibri" charset="0"/>
                <a:cs typeface="Calibri"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Slide Number Placeholder 9"/>
          <p:cNvSpPr>
            <a:spLocks noGrp="1"/>
          </p:cNvSpPr>
          <p:nvPr>
            <p:ph type="sldNum" sz="quarter" idx="18"/>
          </p:nvPr>
        </p:nvSpPr>
        <p:spPr/>
        <p:txBody>
          <a:bodyPr/>
          <a:lstStyle>
            <a:lvl1pPr>
              <a:defRPr/>
            </a:lvl1pPr>
          </a:lstStyle>
          <a:p>
            <a:fld id="{463EAD6B-1B79-144E-A805-1CA6FF1F03FA}" type="slidenum">
              <a:rPr lang="en-US" altLang="en-US"/>
              <a:pPr/>
              <a:t>‹#›</a:t>
            </a:fld>
            <a:endParaRPr lang="en-US" altLang="en-US" dirty="0"/>
          </a:p>
        </p:txBody>
      </p:sp>
      <p:sp>
        <p:nvSpPr>
          <p:cNvPr id="6" name="Footer Placeholder 12"/>
          <p:cNvSpPr>
            <a:spLocks noGrp="1"/>
          </p:cNvSpPr>
          <p:nvPr>
            <p:ph type="ftr" sz="quarter" idx="19"/>
          </p:nvPr>
        </p:nvSpPr>
        <p:spPr/>
        <p:txBody>
          <a:bodyPr/>
          <a:lstStyle>
            <a:lvl1pPr>
              <a:defRPr/>
            </a:lvl1pPr>
          </a:lstStyle>
          <a:p>
            <a:pPr>
              <a:defRPr/>
            </a:pPr>
            <a:r>
              <a:rPr lang="en-US"/>
              <a:t>Redemptions</a:t>
            </a:r>
          </a:p>
        </p:txBody>
      </p:sp>
      <p:sp>
        <p:nvSpPr>
          <p:cNvPr id="2" name="TextBox 1"/>
          <p:cNvSpPr txBox="1"/>
          <p:nvPr userDrawn="1"/>
        </p:nvSpPr>
        <p:spPr>
          <a:xfrm>
            <a:off x="2748039" y="537029"/>
            <a:ext cx="184731" cy="369332"/>
          </a:xfrm>
          <a:prstGeom prst="rect">
            <a:avLst/>
          </a:prstGeom>
          <a:noFill/>
        </p:spPr>
        <p:txBody>
          <a:bodyPr wrap="none" rtlCol="0">
            <a:spAutoFit/>
          </a:bodyPr>
          <a:lstStyle/>
          <a:p>
            <a:endParaRPr lang="en-US" sz="1800" dirty="0"/>
          </a:p>
        </p:txBody>
      </p:sp>
    </p:spTree>
    <p:extLst>
      <p:ext uri="{BB962C8B-B14F-4D97-AF65-F5344CB8AC3E}">
        <p14:creationId xmlns:p14="http://schemas.microsoft.com/office/powerpoint/2010/main" val="187489956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wo Top / One Bottom">
    <p:spTree>
      <p:nvGrpSpPr>
        <p:cNvPr id="1" name=""/>
        <p:cNvGrpSpPr/>
        <p:nvPr/>
      </p:nvGrpSpPr>
      <p:grpSpPr>
        <a:xfrm>
          <a:off x="0" y="0"/>
          <a:ext cx="0" cy="0"/>
          <a:chOff x="0" y="0"/>
          <a:chExt cx="0" cy="0"/>
        </a:xfrm>
      </p:grpSpPr>
      <p:sp>
        <p:nvSpPr>
          <p:cNvPr id="11" name="Content Placeholder 10"/>
          <p:cNvSpPr>
            <a:spLocks noGrp="1"/>
          </p:cNvSpPr>
          <p:nvPr>
            <p:ph sz="quarter" idx="16"/>
          </p:nvPr>
        </p:nvSpPr>
        <p:spPr>
          <a:xfrm>
            <a:off x="508000" y="1417320"/>
            <a:ext cx="5486400" cy="2286000"/>
          </a:xfrm>
          <a:prstGeom prst="rect">
            <a:avLst/>
          </a:prstGeom>
        </p:spPr>
        <p:txBody>
          <a:bodyPr/>
          <a:lstStyle>
            <a:lvl1pPr marL="228600" indent="-228600">
              <a:buClr>
                <a:schemeClr val="accent1"/>
              </a:buClr>
              <a:buFont typeface="Wingdings 2" pitchFamily="18" charset="2"/>
              <a:buChar char=""/>
              <a:defRPr sz="1600"/>
            </a:lvl1pPr>
            <a:lvl2pPr marL="457200" indent="-228600">
              <a:buClr>
                <a:schemeClr val="accent1"/>
              </a:buClr>
              <a:buFont typeface="Arial" pitchFamily="34" charset="0"/>
              <a:buChar char="•"/>
              <a:defRPr lang="en-US" sz="1600" kern="1200" dirty="0" smtClean="0">
                <a:solidFill>
                  <a:schemeClr val="tx1"/>
                </a:solidFill>
                <a:latin typeface="+mn-lt"/>
                <a:ea typeface="+mn-ea"/>
                <a:cs typeface="Arial" pitchFamily="34" charset="0"/>
              </a:defRPr>
            </a:lvl2pPr>
            <a:lvl3pPr marL="685800">
              <a:buClr>
                <a:schemeClr val="accent1"/>
              </a:buClr>
              <a:buFont typeface="Arial" pitchFamily="34" charset="0"/>
              <a:buChar char="–"/>
              <a:defRPr sz="1600"/>
            </a:lvl3pPr>
            <a:lvl4pPr marL="914400">
              <a:buClr>
                <a:schemeClr val="accent1"/>
              </a:buClr>
              <a:buFont typeface="Arial" pitchFamily="34" charset="0"/>
              <a:buChar char="–"/>
              <a:defRPr sz="1600"/>
            </a:lvl4pPr>
            <a:lvl5pPr marL="1143000">
              <a:buClr>
                <a:schemeClr val="accent1"/>
              </a:buClr>
              <a:buFont typeface="Arial" pitchFamily="34" charset="0"/>
              <a:buChar cha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Content Placeholder 10"/>
          <p:cNvSpPr>
            <a:spLocks noGrp="1"/>
          </p:cNvSpPr>
          <p:nvPr>
            <p:ph sz="quarter" idx="17"/>
          </p:nvPr>
        </p:nvSpPr>
        <p:spPr>
          <a:xfrm>
            <a:off x="6197600" y="1417320"/>
            <a:ext cx="5486400" cy="2286000"/>
          </a:xfrm>
          <a:prstGeom prst="rect">
            <a:avLst/>
          </a:prstGeom>
        </p:spPr>
        <p:txBody>
          <a:bodyPr/>
          <a:lstStyle>
            <a:lvl1pPr marL="228600" indent="-228600">
              <a:buClr>
                <a:schemeClr val="accent1"/>
              </a:buClr>
              <a:buFont typeface="Wingdings 2" pitchFamily="18" charset="2"/>
              <a:buChar char=""/>
              <a:defRPr sz="1600"/>
            </a:lvl1pPr>
            <a:lvl2pPr marL="457200" indent="-228600">
              <a:buClr>
                <a:schemeClr val="accent1"/>
              </a:buClr>
              <a:buFont typeface="Arial" pitchFamily="34" charset="0"/>
              <a:buChar char="•"/>
              <a:defRPr lang="en-US" sz="1600" kern="1200" dirty="0" smtClean="0">
                <a:solidFill>
                  <a:schemeClr val="tx1"/>
                </a:solidFill>
                <a:latin typeface="+mn-lt"/>
                <a:ea typeface="+mn-ea"/>
                <a:cs typeface="Arial" pitchFamily="34" charset="0"/>
              </a:defRPr>
            </a:lvl2pPr>
            <a:lvl3pPr marL="685800">
              <a:buClr>
                <a:schemeClr val="accent1"/>
              </a:buClr>
              <a:buFont typeface="Arial" pitchFamily="34" charset="0"/>
              <a:buChar char="–"/>
              <a:defRPr sz="1600"/>
            </a:lvl3pPr>
            <a:lvl4pPr marL="914400">
              <a:buClr>
                <a:schemeClr val="accent1"/>
              </a:buClr>
              <a:buFont typeface="Arial" pitchFamily="34" charset="0"/>
              <a:buChar char="–"/>
              <a:defRPr sz="1600"/>
            </a:lvl4pPr>
            <a:lvl5pPr marL="1143000">
              <a:buClr>
                <a:schemeClr val="accent1"/>
              </a:buClr>
              <a:buFont typeface="Arial" pitchFamily="34" charset="0"/>
              <a:buChar cha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Content Placeholder 10"/>
          <p:cNvSpPr>
            <a:spLocks noGrp="1"/>
          </p:cNvSpPr>
          <p:nvPr>
            <p:ph sz="quarter" idx="18"/>
          </p:nvPr>
        </p:nvSpPr>
        <p:spPr>
          <a:xfrm>
            <a:off x="508000" y="3886200"/>
            <a:ext cx="11176000" cy="2286000"/>
          </a:xfrm>
          <a:prstGeom prst="rect">
            <a:avLst/>
          </a:prstGeom>
        </p:spPr>
        <p:txBody>
          <a:bodyPr/>
          <a:lstStyle>
            <a:lvl1pPr marL="228600" indent="-228600">
              <a:buClr>
                <a:schemeClr val="accent1"/>
              </a:buClr>
              <a:buFont typeface="Wingdings 2" pitchFamily="18" charset="2"/>
              <a:buChar char=""/>
              <a:defRPr sz="1600"/>
            </a:lvl1pPr>
            <a:lvl2pPr marL="457200" indent="-228600">
              <a:buClr>
                <a:schemeClr val="accent1"/>
              </a:buClr>
              <a:buFont typeface="Arial" pitchFamily="34" charset="0"/>
              <a:buChar char="•"/>
              <a:defRPr lang="en-US" sz="1600" kern="1200" dirty="0" smtClean="0">
                <a:solidFill>
                  <a:schemeClr val="tx1"/>
                </a:solidFill>
                <a:latin typeface="+mn-lt"/>
                <a:ea typeface="+mn-ea"/>
                <a:cs typeface="Arial" pitchFamily="34" charset="0"/>
              </a:defRPr>
            </a:lvl2pPr>
            <a:lvl3pPr marL="685800">
              <a:buClr>
                <a:schemeClr val="accent1"/>
              </a:buClr>
              <a:buFont typeface="Arial" pitchFamily="34" charset="0"/>
              <a:buChar char="–"/>
              <a:defRPr sz="1600"/>
            </a:lvl3pPr>
            <a:lvl4pPr marL="914400">
              <a:buClr>
                <a:schemeClr val="accent1"/>
              </a:buClr>
              <a:buFont typeface="Arial" pitchFamily="34" charset="0"/>
              <a:buChar char="–"/>
              <a:defRPr sz="1600"/>
            </a:lvl4pPr>
            <a:lvl5pPr marL="1143000">
              <a:buClr>
                <a:schemeClr val="accent1"/>
              </a:buClr>
              <a:buFont typeface="Arial" pitchFamily="34" charset="0"/>
              <a:buChar cha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6" name="Slide Number Placeholder 9"/>
          <p:cNvSpPr>
            <a:spLocks noGrp="1"/>
          </p:cNvSpPr>
          <p:nvPr>
            <p:ph type="sldNum" sz="quarter" idx="19"/>
          </p:nvPr>
        </p:nvSpPr>
        <p:spPr/>
        <p:txBody>
          <a:bodyPr/>
          <a:lstStyle>
            <a:lvl1pPr>
              <a:defRPr/>
            </a:lvl1pPr>
          </a:lstStyle>
          <a:p>
            <a:fld id="{DBDD9035-58B9-F243-8D2E-5AB7C4167337}" type="slidenum">
              <a:rPr lang="en-US" altLang="en-US"/>
              <a:pPr/>
              <a:t>‹#›</a:t>
            </a:fld>
            <a:endParaRPr lang="en-US" altLang="en-US" dirty="0"/>
          </a:p>
        </p:txBody>
      </p:sp>
      <p:sp>
        <p:nvSpPr>
          <p:cNvPr id="8" name="Footer Placeholder 12"/>
          <p:cNvSpPr>
            <a:spLocks noGrp="1"/>
          </p:cNvSpPr>
          <p:nvPr>
            <p:ph type="ftr" sz="quarter" idx="20"/>
          </p:nvPr>
        </p:nvSpPr>
        <p:spPr/>
        <p:txBody>
          <a:bodyPr/>
          <a:lstStyle>
            <a:lvl1pPr>
              <a:defRPr/>
            </a:lvl1pPr>
          </a:lstStyle>
          <a:p>
            <a:pPr>
              <a:defRPr/>
            </a:pPr>
            <a:r>
              <a:rPr lang="en-US"/>
              <a:t>Redemptions</a:t>
            </a:r>
          </a:p>
        </p:txBody>
      </p:sp>
    </p:spTree>
    <p:extLst>
      <p:ext uri="{BB962C8B-B14F-4D97-AF65-F5344CB8AC3E}">
        <p14:creationId xmlns:p14="http://schemas.microsoft.com/office/powerpoint/2010/main" val="193750770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wo Left / One Right">
    <p:spTree>
      <p:nvGrpSpPr>
        <p:cNvPr id="1" name=""/>
        <p:cNvGrpSpPr/>
        <p:nvPr/>
      </p:nvGrpSpPr>
      <p:grpSpPr>
        <a:xfrm>
          <a:off x="0" y="0"/>
          <a:ext cx="0" cy="0"/>
          <a:chOff x="0" y="0"/>
          <a:chExt cx="0" cy="0"/>
        </a:xfrm>
      </p:grpSpPr>
      <p:sp>
        <p:nvSpPr>
          <p:cNvPr id="11" name="Content Placeholder 10"/>
          <p:cNvSpPr>
            <a:spLocks noGrp="1"/>
          </p:cNvSpPr>
          <p:nvPr>
            <p:ph sz="quarter" idx="17"/>
          </p:nvPr>
        </p:nvSpPr>
        <p:spPr>
          <a:xfrm>
            <a:off x="6197600" y="1417320"/>
            <a:ext cx="5486400" cy="4800600"/>
          </a:xfrm>
          <a:prstGeom prst="rect">
            <a:avLst/>
          </a:prstGeom>
        </p:spPr>
        <p:txBody>
          <a:bodyPr/>
          <a:lstStyle>
            <a:lvl1pPr marL="228600" indent="-228600">
              <a:buClr>
                <a:schemeClr val="accent1"/>
              </a:buClr>
              <a:buFont typeface="Wingdings 2" pitchFamily="18" charset="2"/>
              <a:buChar char=""/>
              <a:defRPr sz="1600"/>
            </a:lvl1pPr>
            <a:lvl2pPr marL="457200" indent="-228600">
              <a:buClr>
                <a:schemeClr val="accent1"/>
              </a:buClr>
              <a:buFont typeface="Arial" pitchFamily="34" charset="0"/>
              <a:buChar char="•"/>
              <a:defRPr lang="en-US" sz="1600" kern="1200" dirty="0" smtClean="0">
                <a:solidFill>
                  <a:schemeClr val="tx1"/>
                </a:solidFill>
                <a:latin typeface="+mn-lt"/>
                <a:ea typeface="+mn-ea"/>
                <a:cs typeface="Arial" pitchFamily="34" charset="0"/>
              </a:defRPr>
            </a:lvl2pPr>
            <a:lvl3pPr marL="685800">
              <a:buClr>
                <a:schemeClr val="accent1"/>
              </a:buClr>
              <a:buFont typeface="Arial" pitchFamily="34" charset="0"/>
              <a:buChar char="–"/>
              <a:defRPr sz="1600"/>
            </a:lvl3pPr>
            <a:lvl4pPr marL="914400">
              <a:buClr>
                <a:schemeClr val="accent1"/>
              </a:buClr>
              <a:defRPr sz="1600"/>
            </a:lvl4pPr>
            <a:lvl5pPr marL="1143000">
              <a:buClr>
                <a:schemeClr val="accent1"/>
              </a:buClr>
              <a:buFont typeface="Arial" pitchFamily="34" charset="0"/>
              <a:buChar cha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Content Placeholder 12"/>
          <p:cNvSpPr>
            <a:spLocks noGrp="1"/>
          </p:cNvSpPr>
          <p:nvPr>
            <p:ph sz="quarter" idx="18"/>
          </p:nvPr>
        </p:nvSpPr>
        <p:spPr>
          <a:xfrm>
            <a:off x="508000" y="1417320"/>
            <a:ext cx="5486400" cy="2286000"/>
          </a:xfrm>
          <a:prstGeom prst="rect">
            <a:avLst/>
          </a:prstGeom>
        </p:spPr>
        <p:txBody>
          <a:bodyPr/>
          <a:lstStyle>
            <a:lvl1pPr marL="228600" indent="-228600">
              <a:buClr>
                <a:schemeClr val="accent1"/>
              </a:buClr>
              <a:buFont typeface="Wingdings 2" pitchFamily="18" charset="2"/>
              <a:buChar char=""/>
              <a:defRPr sz="1600"/>
            </a:lvl1pPr>
            <a:lvl2pPr marL="457200" indent="-228600">
              <a:buClr>
                <a:schemeClr val="accent1"/>
              </a:buClr>
              <a:buFont typeface="Arial" pitchFamily="34" charset="0"/>
              <a:buChar char="•"/>
              <a:defRPr lang="en-US" sz="1600" kern="1200" dirty="0" smtClean="0">
                <a:solidFill>
                  <a:schemeClr val="tx1"/>
                </a:solidFill>
                <a:latin typeface="+mn-lt"/>
                <a:ea typeface="+mn-ea"/>
                <a:cs typeface="Arial" pitchFamily="34" charset="0"/>
              </a:defRPr>
            </a:lvl2pPr>
            <a:lvl3pPr marL="685800">
              <a:buClr>
                <a:schemeClr val="accent1"/>
              </a:buClr>
              <a:buFont typeface="Arial" pitchFamily="34" charset="0"/>
              <a:buChar char="–"/>
              <a:defRPr sz="1600"/>
            </a:lvl3pPr>
            <a:lvl4pPr marL="914400">
              <a:buClr>
                <a:schemeClr val="accent1"/>
              </a:buClr>
              <a:buFont typeface="Arial" pitchFamily="34" charset="0"/>
              <a:buChar char="–"/>
              <a:defRPr sz="1600"/>
            </a:lvl4pPr>
            <a:lvl5pPr marL="1143000">
              <a:buClr>
                <a:schemeClr val="accent1"/>
              </a:buClr>
              <a:buFont typeface="Arial" pitchFamily="34" charset="0"/>
              <a:buChar cha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4" name="Content Placeholder 12"/>
          <p:cNvSpPr>
            <a:spLocks noGrp="1"/>
          </p:cNvSpPr>
          <p:nvPr>
            <p:ph sz="quarter" idx="19"/>
          </p:nvPr>
        </p:nvSpPr>
        <p:spPr>
          <a:xfrm>
            <a:off x="508000" y="3931920"/>
            <a:ext cx="5486400" cy="2286000"/>
          </a:xfrm>
          <a:prstGeom prst="rect">
            <a:avLst/>
          </a:prstGeom>
        </p:spPr>
        <p:txBody>
          <a:bodyPr/>
          <a:lstStyle>
            <a:lvl1pPr marL="228600" indent="-228600">
              <a:buClr>
                <a:schemeClr val="accent1"/>
              </a:buClr>
              <a:buFont typeface="Wingdings 2" pitchFamily="18" charset="2"/>
              <a:buChar char=""/>
              <a:defRPr sz="1600"/>
            </a:lvl1pPr>
            <a:lvl2pPr marL="457200" indent="-228600">
              <a:buClr>
                <a:schemeClr val="accent1"/>
              </a:buClr>
              <a:buFont typeface="Arial" pitchFamily="34" charset="0"/>
              <a:buChar char="•"/>
              <a:defRPr lang="en-US" sz="1600" kern="1200" dirty="0" smtClean="0">
                <a:solidFill>
                  <a:schemeClr val="tx1"/>
                </a:solidFill>
                <a:latin typeface="+mn-lt"/>
                <a:ea typeface="+mn-ea"/>
                <a:cs typeface="Arial" pitchFamily="34" charset="0"/>
              </a:defRPr>
            </a:lvl2pPr>
            <a:lvl3pPr marL="685800">
              <a:buClr>
                <a:schemeClr val="accent1"/>
              </a:buClr>
              <a:buFont typeface="Arial" pitchFamily="34" charset="0"/>
              <a:buChar char="–"/>
              <a:defRPr sz="1600"/>
            </a:lvl3pPr>
            <a:lvl4pPr marL="914400">
              <a:buClr>
                <a:schemeClr val="accent1"/>
              </a:buClr>
              <a:buFont typeface="Arial" pitchFamily="34" charset="0"/>
              <a:buChar char="–"/>
              <a:defRPr sz="1600"/>
            </a:lvl4pPr>
            <a:lvl5pPr marL="1143000">
              <a:buClr>
                <a:schemeClr val="accent1"/>
              </a:buClr>
              <a:buFont typeface="Arial" pitchFamily="34" charset="0"/>
              <a:buChar cha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6" name="Slide Number Placeholder 9"/>
          <p:cNvSpPr>
            <a:spLocks noGrp="1"/>
          </p:cNvSpPr>
          <p:nvPr>
            <p:ph type="sldNum" sz="quarter" idx="20"/>
          </p:nvPr>
        </p:nvSpPr>
        <p:spPr/>
        <p:txBody>
          <a:bodyPr/>
          <a:lstStyle>
            <a:lvl1pPr>
              <a:defRPr/>
            </a:lvl1pPr>
          </a:lstStyle>
          <a:p>
            <a:fld id="{6C93E8D5-2692-0D44-9EA4-C6015F0C54D7}" type="slidenum">
              <a:rPr lang="en-US" altLang="en-US"/>
              <a:pPr/>
              <a:t>‹#›</a:t>
            </a:fld>
            <a:endParaRPr lang="en-US" altLang="en-US"/>
          </a:p>
        </p:txBody>
      </p:sp>
      <p:sp>
        <p:nvSpPr>
          <p:cNvPr id="8" name="Footer Placeholder 12"/>
          <p:cNvSpPr>
            <a:spLocks noGrp="1"/>
          </p:cNvSpPr>
          <p:nvPr>
            <p:ph type="ftr" sz="quarter" idx="21"/>
          </p:nvPr>
        </p:nvSpPr>
        <p:spPr/>
        <p:txBody>
          <a:bodyPr/>
          <a:lstStyle>
            <a:lvl1pPr>
              <a:defRPr/>
            </a:lvl1pPr>
          </a:lstStyle>
          <a:p>
            <a:pPr>
              <a:defRPr/>
            </a:pPr>
            <a:r>
              <a:rPr lang="en-US"/>
              <a:t>Redemptions</a:t>
            </a:r>
          </a:p>
        </p:txBody>
      </p:sp>
    </p:spTree>
    <p:extLst>
      <p:ext uri="{BB962C8B-B14F-4D97-AF65-F5344CB8AC3E}">
        <p14:creationId xmlns:p14="http://schemas.microsoft.com/office/powerpoint/2010/main" val="6208757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5"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3" name="Slide Number Placeholder 9"/>
          <p:cNvSpPr>
            <a:spLocks noGrp="1"/>
          </p:cNvSpPr>
          <p:nvPr>
            <p:ph type="sldNum" sz="quarter" idx="10"/>
          </p:nvPr>
        </p:nvSpPr>
        <p:spPr/>
        <p:txBody>
          <a:bodyPr/>
          <a:lstStyle>
            <a:lvl1pPr>
              <a:defRPr/>
            </a:lvl1pPr>
          </a:lstStyle>
          <a:p>
            <a:fld id="{395527EB-3756-C241-BFD3-DBB1E111190F}" type="slidenum">
              <a:rPr lang="en-US" altLang="en-US"/>
              <a:pPr/>
              <a:t>‹#›</a:t>
            </a:fld>
            <a:endParaRPr lang="en-US" altLang="en-US"/>
          </a:p>
        </p:txBody>
      </p:sp>
      <p:sp>
        <p:nvSpPr>
          <p:cNvPr id="4" name="Footer Placeholder 12"/>
          <p:cNvSpPr>
            <a:spLocks noGrp="1"/>
          </p:cNvSpPr>
          <p:nvPr>
            <p:ph type="ftr" sz="quarter" idx="11"/>
          </p:nvPr>
        </p:nvSpPr>
        <p:spPr/>
        <p:txBody>
          <a:bodyPr/>
          <a:lstStyle>
            <a:lvl1pPr>
              <a:defRPr/>
            </a:lvl1pPr>
          </a:lstStyle>
          <a:p>
            <a:pPr>
              <a:defRPr/>
            </a:pPr>
            <a:r>
              <a:rPr lang="en-US"/>
              <a:t>Redemptions</a:t>
            </a:r>
          </a:p>
        </p:txBody>
      </p:sp>
    </p:spTree>
    <p:extLst>
      <p:ext uri="{BB962C8B-B14F-4D97-AF65-F5344CB8AC3E}">
        <p14:creationId xmlns:p14="http://schemas.microsoft.com/office/powerpoint/2010/main" val="89818445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1_Side by Side w/Header">
    <p:spTree>
      <p:nvGrpSpPr>
        <p:cNvPr id="1" name=""/>
        <p:cNvGrpSpPr/>
        <p:nvPr/>
      </p:nvGrpSpPr>
      <p:grpSpPr>
        <a:xfrm>
          <a:off x="0" y="0"/>
          <a:ext cx="0" cy="0"/>
          <a:chOff x="0" y="0"/>
          <a:chExt cx="0" cy="0"/>
        </a:xfrm>
      </p:grpSpPr>
      <p:sp>
        <p:nvSpPr>
          <p:cNvPr id="7" name="Text Placeholder 2"/>
          <p:cNvSpPr>
            <a:spLocks noGrp="1"/>
          </p:cNvSpPr>
          <p:nvPr>
            <p:ph type="body" idx="1"/>
          </p:nvPr>
        </p:nvSpPr>
        <p:spPr>
          <a:xfrm>
            <a:off x="512064" y="805002"/>
            <a:ext cx="5386917" cy="380392"/>
          </a:xfrm>
          <a:prstGeom prst="rect">
            <a:avLst/>
          </a:prstGeom>
          <a:solidFill>
            <a:schemeClr val="accent1">
              <a:lumMod val="40000"/>
              <a:lumOff val="60000"/>
            </a:schemeClr>
          </a:solidFill>
          <a:ln cmpd="sng">
            <a:solidFill>
              <a:srgbClr val="B01C2E"/>
            </a:solidFill>
            <a:prstDash val="solid"/>
          </a:ln>
        </p:spPr>
        <p:txBody>
          <a:bodyPr lIns="91440" rIns="91440" anchor="ctr"/>
          <a:lstStyle>
            <a:lvl1pPr marL="0" indent="0" algn="ctr">
              <a:buNone/>
              <a:defRPr sz="1600" b="1">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8" name="Text Placeholder 2"/>
          <p:cNvSpPr>
            <a:spLocks noGrp="1"/>
          </p:cNvSpPr>
          <p:nvPr>
            <p:ph type="body" idx="19"/>
          </p:nvPr>
        </p:nvSpPr>
        <p:spPr>
          <a:xfrm>
            <a:off x="6299200" y="814835"/>
            <a:ext cx="5386917" cy="380392"/>
          </a:xfrm>
          <a:prstGeom prst="rect">
            <a:avLst/>
          </a:prstGeom>
          <a:solidFill>
            <a:schemeClr val="accent1">
              <a:lumMod val="40000"/>
              <a:lumOff val="60000"/>
            </a:schemeClr>
          </a:solidFill>
          <a:ln cmpd="sng">
            <a:solidFill>
              <a:srgbClr val="B01C2E"/>
            </a:solidFill>
            <a:prstDash val="solid"/>
          </a:ln>
        </p:spPr>
        <p:txBody>
          <a:bodyPr lIns="91440" rIns="91440" anchor="ctr"/>
          <a:lstStyle>
            <a:lvl1pPr marL="0" indent="0" algn="ctr">
              <a:buNone/>
              <a:defRPr sz="1600" b="1">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11" name="Content Placeholder 10"/>
          <p:cNvSpPr>
            <a:spLocks noGrp="1"/>
          </p:cNvSpPr>
          <p:nvPr>
            <p:ph sz="quarter" idx="20"/>
          </p:nvPr>
        </p:nvSpPr>
        <p:spPr>
          <a:xfrm>
            <a:off x="505883" y="1195227"/>
            <a:ext cx="5388864" cy="4955707"/>
          </a:xfrm>
          <a:prstGeom prst="rect">
            <a:avLst/>
          </a:prstGeom>
          <a:solidFill>
            <a:srgbClr val="FFFFFF"/>
          </a:solidFill>
          <a:ln>
            <a:solidFill>
              <a:srgbClr val="C0C0C0"/>
            </a:solidFill>
          </a:ln>
        </p:spPr>
        <p:txBody>
          <a:bodyPr/>
          <a:lstStyle>
            <a:lvl1pPr marL="228600" indent="-228600">
              <a:spcBef>
                <a:spcPts val="24"/>
              </a:spcBef>
              <a:buClr>
                <a:schemeClr val="accent1"/>
              </a:buClr>
              <a:buSzPct val="75000"/>
              <a:buFont typeface="Wingdings 2" pitchFamily="18" charset="2"/>
              <a:buChar char=""/>
              <a:defRPr sz="1600"/>
            </a:lvl1pPr>
            <a:lvl2pPr marL="457200" indent="-228600">
              <a:buClr>
                <a:schemeClr val="accent1"/>
              </a:buClr>
              <a:buSzPct val="75000"/>
              <a:buFont typeface="Wingdings" panose="05000000000000000000" pitchFamily="2" charset="2"/>
              <a:buChar char="Ø"/>
              <a:defRPr lang="en-US" sz="1600" kern="1200" dirty="0" smtClean="0">
                <a:solidFill>
                  <a:schemeClr val="tx1"/>
                </a:solidFill>
                <a:latin typeface="+mn-lt"/>
                <a:ea typeface="+mn-ea"/>
                <a:cs typeface="Arial" pitchFamily="34" charset="0"/>
              </a:defRPr>
            </a:lvl2pPr>
            <a:lvl3pPr marL="685800" indent="-228600">
              <a:buClr>
                <a:schemeClr val="accent1"/>
              </a:buClr>
              <a:buSzPct val="75000"/>
              <a:buFont typeface="Arial" pitchFamily="34" charset="0"/>
              <a:buChar char="•"/>
              <a:defRPr sz="1600"/>
            </a:lvl3pPr>
            <a:lvl4pPr marL="914400">
              <a:buClr>
                <a:schemeClr val="accent1"/>
              </a:buClr>
              <a:buFont typeface="Arial" pitchFamily="34" charset="0"/>
              <a:buChar char="–"/>
              <a:defRPr sz="1600"/>
            </a:lvl4pPr>
            <a:lvl5pPr marL="1143000">
              <a:buClr>
                <a:schemeClr val="accent1"/>
              </a:buClr>
              <a:buFont typeface="Arial" pitchFamily="34" charset="0"/>
              <a:buChar char="–"/>
              <a:defRPr sz="16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2" name="Content Placeholder 10"/>
          <p:cNvSpPr>
            <a:spLocks noGrp="1"/>
          </p:cNvSpPr>
          <p:nvPr>
            <p:ph sz="quarter" idx="21"/>
          </p:nvPr>
        </p:nvSpPr>
        <p:spPr>
          <a:xfrm>
            <a:off x="6299200" y="1195227"/>
            <a:ext cx="5388864" cy="4955707"/>
          </a:xfrm>
          <a:prstGeom prst="rect">
            <a:avLst/>
          </a:prstGeom>
          <a:solidFill>
            <a:srgbClr val="FFFFFF"/>
          </a:solidFill>
          <a:ln>
            <a:solidFill>
              <a:srgbClr val="C0C0C0"/>
            </a:solidFill>
          </a:ln>
        </p:spPr>
        <p:txBody>
          <a:bodyPr/>
          <a:lstStyle>
            <a:lvl1pPr marL="228600" indent="-228600">
              <a:buClr>
                <a:schemeClr val="accent1"/>
              </a:buClr>
              <a:buFont typeface="Wingdings 2" pitchFamily="18" charset="2"/>
              <a:buChar char=""/>
              <a:defRPr sz="1600"/>
            </a:lvl1pPr>
            <a:lvl2pPr marL="457200" indent="-228600">
              <a:buClr>
                <a:schemeClr val="accent1"/>
              </a:buClr>
              <a:buFont typeface="Arial" pitchFamily="34" charset="0"/>
              <a:buChar char="•"/>
              <a:defRPr lang="en-US" sz="1600" kern="1200" dirty="0" smtClean="0">
                <a:solidFill>
                  <a:schemeClr val="tx1"/>
                </a:solidFill>
                <a:latin typeface="+mn-lt"/>
                <a:ea typeface="+mn-ea"/>
                <a:cs typeface="Arial" pitchFamily="34" charset="0"/>
              </a:defRPr>
            </a:lvl2pPr>
            <a:lvl3pPr marL="685800">
              <a:buClr>
                <a:schemeClr val="accent1"/>
              </a:buClr>
              <a:buFont typeface="Arial" pitchFamily="34" charset="0"/>
              <a:buChar char="–"/>
              <a:defRPr sz="1600"/>
            </a:lvl3pPr>
            <a:lvl4pPr marL="914400">
              <a:buClr>
                <a:schemeClr val="accent1"/>
              </a:buClr>
              <a:buFont typeface="Arial" pitchFamily="34" charset="0"/>
              <a:buChar char="–"/>
              <a:defRPr sz="1600"/>
            </a:lvl4pPr>
            <a:lvl5pPr marL="1143000">
              <a:buClr>
                <a:schemeClr val="accent1"/>
              </a:buClr>
              <a:buFont typeface="Arial" pitchFamily="34" charset="0"/>
              <a:buChar char="–"/>
              <a:defRPr sz="16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0" name="Slide Number Placeholder 9"/>
          <p:cNvSpPr>
            <a:spLocks noGrp="1"/>
          </p:cNvSpPr>
          <p:nvPr>
            <p:ph type="sldNum" sz="quarter" idx="22"/>
          </p:nvPr>
        </p:nvSpPr>
        <p:spPr/>
        <p:txBody>
          <a:bodyPr/>
          <a:lstStyle>
            <a:lvl1pPr>
              <a:defRPr/>
            </a:lvl1pPr>
          </a:lstStyle>
          <a:p>
            <a:fld id="{856F0A94-AD2E-974D-AF6B-04AF335E854A}" type="slidenum">
              <a:rPr lang="en-US" altLang="en-US"/>
              <a:pPr/>
              <a:t>‹#›</a:t>
            </a:fld>
            <a:endParaRPr lang="en-US" altLang="en-US"/>
          </a:p>
        </p:txBody>
      </p:sp>
      <p:sp>
        <p:nvSpPr>
          <p:cNvPr id="13" name="Footer Placeholder 12"/>
          <p:cNvSpPr>
            <a:spLocks noGrp="1"/>
          </p:cNvSpPr>
          <p:nvPr>
            <p:ph type="ftr" sz="quarter" idx="23"/>
          </p:nvPr>
        </p:nvSpPr>
        <p:spPr/>
        <p:txBody>
          <a:bodyPr/>
          <a:lstStyle>
            <a:lvl1pPr>
              <a:defRPr/>
            </a:lvl1pPr>
          </a:lstStyle>
          <a:p>
            <a:pPr>
              <a:defRPr/>
            </a:pPr>
            <a:r>
              <a:rPr lang="en-US"/>
              <a:t>Redemptions</a:t>
            </a:r>
          </a:p>
        </p:txBody>
      </p:sp>
      <p:sp>
        <p:nvSpPr>
          <p:cNvPr id="15" name="Rectangle 14"/>
          <p:cNvSpPr/>
          <p:nvPr userDrawn="1"/>
        </p:nvSpPr>
        <p:spPr>
          <a:xfrm>
            <a:off x="512064" y="407060"/>
            <a:ext cx="11277600" cy="91169"/>
          </a:xfrm>
          <a:prstGeom prst="rect">
            <a:avLst/>
          </a:prstGeom>
          <a:solidFill>
            <a:schemeClr val="accent1">
              <a:alpha val="69000"/>
            </a:schemeClr>
          </a:solidFill>
          <a:ln w="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16" name="Rectangle 2"/>
          <p:cNvSpPr>
            <a:spLocks noGrp="1" noChangeArrowheads="1"/>
          </p:cNvSpPr>
          <p:nvPr>
            <p:ph type="title"/>
          </p:nvPr>
        </p:nvSpPr>
        <p:spPr bwMode="gray">
          <a:xfrm>
            <a:off x="512064" y="2"/>
            <a:ext cx="11277600" cy="389593"/>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b="1"/>
            </a:lvl1pPr>
          </a:lstStyle>
          <a:p>
            <a:pPr lvl="0"/>
            <a:r>
              <a:rPr lang="en-US" dirty="0"/>
              <a:t>Click to edit Master title style</a:t>
            </a:r>
          </a:p>
        </p:txBody>
      </p:sp>
    </p:spTree>
    <p:extLst>
      <p:ext uri="{BB962C8B-B14F-4D97-AF65-F5344CB8AC3E}">
        <p14:creationId xmlns:p14="http://schemas.microsoft.com/office/powerpoint/2010/main" val="57093858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Side by Side w/Header">
    <p:spTree>
      <p:nvGrpSpPr>
        <p:cNvPr id="1" name=""/>
        <p:cNvGrpSpPr/>
        <p:nvPr/>
      </p:nvGrpSpPr>
      <p:grpSpPr>
        <a:xfrm>
          <a:off x="0" y="0"/>
          <a:ext cx="0" cy="0"/>
          <a:chOff x="0" y="0"/>
          <a:chExt cx="0" cy="0"/>
        </a:xfrm>
      </p:grpSpPr>
      <p:sp>
        <p:nvSpPr>
          <p:cNvPr id="7" name="Text Placeholder 2"/>
          <p:cNvSpPr>
            <a:spLocks noGrp="1"/>
          </p:cNvSpPr>
          <p:nvPr>
            <p:ph type="body" idx="1"/>
          </p:nvPr>
        </p:nvSpPr>
        <p:spPr>
          <a:xfrm>
            <a:off x="505883" y="1371600"/>
            <a:ext cx="5386917" cy="380392"/>
          </a:xfrm>
          <a:prstGeom prst="rect">
            <a:avLst/>
          </a:prstGeom>
          <a:solidFill>
            <a:schemeClr val="accent1"/>
          </a:solidFill>
          <a:ln cmpd="sng">
            <a:solidFill>
              <a:srgbClr val="B01C2E"/>
            </a:solidFill>
            <a:prstDash val="solid"/>
          </a:ln>
        </p:spPr>
        <p:txBody>
          <a:bodyPr lIns="91440" rIns="91440" anchor="ctr"/>
          <a:lstStyle>
            <a:lvl1pPr marL="0" indent="0" algn="ctr">
              <a:buNone/>
              <a:defRPr sz="16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8" name="Text Placeholder 2"/>
          <p:cNvSpPr>
            <a:spLocks noGrp="1"/>
          </p:cNvSpPr>
          <p:nvPr>
            <p:ph type="body" idx="19"/>
          </p:nvPr>
        </p:nvSpPr>
        <p:spPr>
          <a:xfrm>
            <a:off x="6299200" y="1371600"/>
            <a:ext cx="5386917" cy="380392"/>
          </a:xfrm>
          <a:prstGeom prst="rect">
            <a:avLst/>
          </a:prstGeom>
          <a:solidFill>
            <a:schemeClr val="accent1"/>
          </a:solidFill>
          <a:ln cmpd="sng">
            <a:solidFill>
              <a:srgbClr val="B01C2E"/>
            </a:solidFill>
            <a:prstDash val="solid"/>
          </a:ln>
        </p:spPr>
        <p:txBody>
          <a:bodyPr lIns="91440" rIns="91440" anchor="ctr"/>
          <a:lstStyle>
            <a:lvl1pPr marL="0" indent="0" algn="ctr">
              <a:buNone/>
              <a:defRPr sz="16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11" name="Content Placeholder 10"/>
          <p:cNvSpPr>
            <a:spLocks noGrp="1"/>
          </p:cNvSpPr>
          <p:nvPr>
            <p:ph sz="quarter" idx="20"/>
          </p:nvPr>
        </p:nvSpPr>
        <p:spPr>
          <a:xfrm>
            <a:off x="505883" y="1807534"/>
            <a:ext cx="5388864" cy="4343400"/>
          </a:xfrm>
          <a:prstGeom prst="rect">
            <a:avLst/>
          </a:prstGeom>
          <a:solidFill>
            <a:srgbClr val="FFFFFF"/>
          </a:solidFill>
          <a:ln>
            <a:solidFill>
              <a:srgbClr val="C0C0C0"/>
            </a:solidFill>
          </a:ln>
        </p:spPr>
        <p:txBody>
          <a:bodyPr/>
          <a:lstStyle>
            <a:lvl1pPr marL="228600" indent="-228600">
              <a:spcBef>
                <a:spcPts val="24"/>
              </a:spcBef>
              <a:buClr>
                <a:schemeClr val="accent1"/>
              </a:buClr>
              <a:buFont typeface="Wingdings 2" pitchFamily="18" charset="2"/>
              <a:buChar char=""/>
              <a:defRPr sz="1600"/>
            </a:lvl1pPr>
            <a:lvl2pPr marL="457200" indent="-228600">
              <a:buClr>
                <a:schemeClr val="accent1"/>
              </a:buClr>
              <a:buFont typeface="Arial" pitchFamily="34" charset="0"/>
              <a:buChar char="•"/>
              <a:defRPr lang="en-US" sz="1600" kern="1200" dirty="0" smtClean="0">
                <a:solidFill>
                  <a:schemeClr val="tx1"/>
                </a:solidFill>
                <a:latin typeface="+mn-lt"/>
                <a:ea typeface="+mn-ea"/>
                <a:cs typeface="Arial" pitchFamily="34" charset="0"/>
              </a:defRPr>
            </a:lvl2pPr>
            <a:lvl3pPr marL="685800">
              <a:buClr>
                <a:schemeClr val="accent1"/>
              </a:buClr>
              <a:buFont typeface="Arial" pitchFamily="34" charset="0"/>
              <a:buChar char="–"/>
              <a:defRPr sz="1600"/>
            </a:lvl3pPr>
            <a:lvl4pPr marL="914400">
              <a:buClr>
                <a:schemeClr val="accent1"/>
              </a:buClr>
              <a:buFont typeface="Arial" pitchFamily="34" charset="0"/>
              <a:buChar char="–"/>
              <a:defRPr sz="1600"/>
            </a:lvl4pPr>
            <a:lvl5pPr marL="1143000">
              <a:buClr>
                <a:schemeClr val="accent1"/>
              </a:buClr>
              <a:buFont typeface="Arial" pitchFamily="34" charset="0"/>
              <a:buChar char="–"/>
              <a:defRPr sz="16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2" name="Content Placeholder 10"/>
          <p:cNvSpPr>
            <a:spLocks noGrp="1"/>
          </p:cNvSpPr>
          <p:nvPr>
            <p:ph sz="quarter" idx="21"/>
          </p:nvPr>
        </p:nvSpPr>
        <p:spPr>
          <a:xfrm>
            <a:off x="6299200" y="1807534"/>
            <a:ext cx="5388864" cy="4343400"/>
          </a:xfrm>
          <a:prstGeom prst="rect">
            <a:avLst/>
          </a:prstGeom>
          <a:solidFill>
            <a:srgbClr val="FFFFFF"/>
          </a:solidFill>
          <a:ln>
            <a:solidFill>
              <a:srgbClr val="C0C0C0"/>
            </a:solidFill>
          </a:ln>
        </p:spPr>
        <p:txBody>
          <a:bodyPr/>
          <a:lstStyle>
            <a:lvl1pPr marL="228600" indent="-228600">
              <a:buClr>
                <a:schemeClr val="accent1"/>
              </a:buClr>
              <a:buFont typeface="Wingdings 2" pitchFamily="18" charset="2"/>
              <a:buChar char=""/>
              <a:defRPr sz="1600"/>
            </a:lvl1pPr>
            <a:lvl2pPr marL="457200" indent="-228600">
              <a:buClr>
                <a:schemeClr val="accent1"/>
              </a:buClr>
              <a:buFont typeface="Arial" pitchFamily="34" charset="0"/>
              <a:buChar char="•"/>
              <a:defRPr lang="en-US" sz="1600" kern="1200" dirty="0" smtClean="0">
                <a:solidFill>
                  <a:schemeClr val="tx1"/>
                </a:solidFill>
                <a:latin typeface="+mn-lt"/>
                <a:ea typeface="+mn-ea"/>
                <a:cs typeface="Arial" pitchFamily="34" charset="0"/>
              </a:defRPr>
            </a:lvl2pPr>
            <a:lvl3pPr marL="685800">
              <a:buClr>
                <a:schemeClr val="accent1"/>
              </a:buClr>
              <a:buFont typeface="Arial" pitchFamily="34" charset="0"/>
              <a:buChar char="–"/>
              <a:defRPr sz="1600"/>
            </a:lvl3pPr>
            <a:lvl4pPr marL="914400">
              <a:buClr>
                <a:schemeClr val="accent1"/>
              </a:buClr>
              <a:buFont typeface="Arial" pitchFamily="34" charset="0"/>
              <a:buChar char="–"/>
              <a:defRPr sz="1600"/>
            </a:lvl4pPr>
            <a:lvl5pPr marL="1143000">
              <a:buClr>
                <a:schemeClr val="accent1"/>
              </a:buClr>
              <a:buFont typeface="Arial" pitchFamily="34" charset="0"/>
              <a:buChar char="–"/>
              <a:defRPr sz="16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9"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0" name="Slide Number Placeholder 9"/>
          <p:cNvSpPr>
            <a:spLocks noGrp="1"/>
          </p:cNvSpPr>
          <p:nvPr>
            <p:ph type="sldNum" sz="quarter" idx="22"/>
          </p:nvPr>
        </p:nvSpPr>
        <p:spPr/>
        <p:txBody>
          <a:bodyPr/>
          <a:lstStyle>
            <a:lvl1pPr>
              <a:defRPr/>
            </a:lvl1pPr>
          </a:lstStyle>
          <a:p>
            <a:fld id="{856F0A94-AD2E-974D-AF6B-04AF335E854A}" type="slidenum">
              <a:rPr lang="en-US" altLang="en-US"/>
              <a:pPr/>
              <a:t>‹#›</a:t>
            </a:fld>
            <a:endParaRPr lang="en-US" altLang="en-US"/>
          </a:p>
        </p:txBody>
      </p:sp>
      <p:sp>
        <p:nvSpPr>
          <p:cNvPr id="13" name="Footer Placeholder 12"/>
          <p:cNvSpPr>
            <a:spLocks noGrp="1"/>
          </p:cNvSpPr>
          <p:nvPr>
            <p:ph type="ftr" sz="quarter" idx="23"/>
          </p:nvPr>
        </p:nvSpPr>
        <p:spPr/>
        <p:txBody>
          <a:bodyPr/>
          <a:lstStyle>
            <a:lvl1pPr>
              <a:defRPr/>
            </a:lvl1pPr>
          </a:lstStyle>
          <a:p>
            <a:pPr>
              <a:defRPr/>
            </a:pPr>
            <a:r>
              <a:rPr lang="en-US"/>
              <a:t>Redemptions</a:t>
            </a:r>
          </a:p>
        </p:txBody>
      </p:sp>
    </p:spTree>
    <p:extLst>
      <p:ext uri="{BB962C8B-B14F-4D97-AF65-F5344CB8AC3E}">
        <p14:creationId xmlns:p14="http://schemas.microsoft.com/office/powerpoint/2010/main" val="6254348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Side by Side Arrow Right">
    <p:spTree>
      <p:nvGrpSpPr>
        <p:cNvPr id="1" name=""/>
        <p:cNvGrpSpPr/>
        <p:nvPr/>
      </p:nvGrpSpPr>
      <p:grpSpPr>
        <a:xfrm>
          <a:off x="0" y="0"/>
          <a:ext cx="0" cy="0"/>
          <a:chOff x="0" y="0"/>
          <a:chExt cx="0" cy="0"/>
        </a:xfrm>
      </p:grpSpPr>
      <p:sp>
        <p:nvSpPr>
          <p:cNvPr id="10" name="Right Arrow 9"/>
          <p:cNvSpPr/>
          <p:nvPr userDrawn="1"/>
        </p:nvSpPr>
        <p:spPr bwMode="auto">
          <a:xfrm>
            <a:off x="5384800" y="3046413"/>
            <a:ext cx="1320800" cy="1009650"/>
          </a:xfrm>
          <a:prstGeom prst="rightArrow">
            <a:avLst>
              <a:gd name="adj1" fmla="val 50000"/>
              <a:gd name="adj2" fmla="val 62230"/>
            </a:avLst>
          </a:prstGeom>
          <a:gradFill flip="none" rotWithShape="1">
            <a:gsLst>
              <a:gs pos="100000">
                <a:schemeClr val="bg1">
                  <a:lumMod val="65000"/>
                </a:schemeClr>
              </a:gs>
              <a:gs pos="0">
                <a:schemeClr val="bg1">
                  <a:lumMod val="85000"/>
                </a:schemeClr>
              </a:gs>
            </a:gsLst>
            <a:lin ang="0" scaled="1"/>
            <a:tileRect/>
          </a:gradFill>
          <a:ln w="9525" cap="flat" cmpd="sng" algn="ctr">
            <a:noFill/>
            <a:prstDash val="solid"/>
            <a:round/>
            <a:headEnd type="none" w="med" len="med"/>
            <a:tailEnd type="none" w="med" len="med"/>
          </a:ln>
          <a:effectLst/>
        </p:spPr>
        <p:txBody>
          <a:bodyPr/>
          <a:lstStyle/>
          <a:p>
            <a:pPr eaLnBrk="0" hangingPunct="0">
              <a:defRPr/>
            </a:pPr>
            <a:endParaRPr lang="en-US" sz="1800">
              <a:latin typeface="Arial" charset="0"/>
              <a:ea typeface="+mn-ea"/>
            </a:endParaRPr>
          </a:p>
        </p:txBody>
      </p:sp>
      <p:sp>
        <p:nvSpPr>
          <p:cNvPr id="7" name="Text Placeholder 2"/>
          <p:cNvSpPr>
            <a:spLocks noGrp="1"/>
          </p:cNvSpPr>
          <p:nvPr>
            <p:ph type="body" idx="1"/>
          </p:nvPr>
        </p:nvSpPr>
        <p:spPr>
          <a:xfrm>
            <a:off x="505883" y="1371600"/>
            <a:ext cx="4876800" cy="380392"/>
          </a:xfrm>
          <a:prstGeom prst="rect">
            <a:avLst/>
          </a:prstGeom>
          <a:solidFill>
            <a:schemeClr val="accent1"/>
          </a:solidFill>
          <a:ln cmpd="sng">
            <a:solidFill>
              <a:srgbClr val="B01C2E"/>
            </a:solidFill>
            <a:prstDash val="solid"/>
          </a:ln>
        </p:spPr>
        <p:txBody>
          <a:bodyPr lIns="91440" rIns="91440" anchor="ctr"/>
          <a:lstStyle>
            <a:lvl1pPr marL="0" indent="0">
              <a:buNone/>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8" name="Text Placeholder 2"/>
          <p:cNvSpPr>
            <a:spLocks noGrp="1"/>
          </p:cNvSpPr>
          <p:nvPr>
            <p:ph type="body" idx="19"/>
          </p:nvPr>
        </p:nvSpPr>
        <p:spPr>
          <a:xfrm>
            <a:off x="6705600" y="1371600"/>
            <a:ext cx="4876800" cy="380392"/>
          </a:xfrm>
          <a:prstGeom prst="rect">
            <a:avLst/>
          </a:prstGeom>
          <a:solidFill>
            <a:schemeClr val="accent1"/>
          </a:solidFill>
          <a:ln cmpd="sng">
            <a:solidFill>
              <a:srgbClr val="B01C2E"/>
            </a:solidFill>
            <a:prstDash val="solid"/>
          </a:ln>
        </p:spPr>
        <p:txBody>
          <a:bodyPr lIns="91440" rIns="91440" anchor="ctr"/>
          <a:lstStyle>
            <a:lvl1pPr marL="0" marR="0" indent="0" algn="l" defTabSz="914400" rtl="0" eaLnBrk="1" fontAlgn="auto" latinLnBrk="0" hangingPunct="1">
              <a:lnSpc>
                <a:spcPct val="100000"/>
              </a:lnSpc>
              <a:spcBef>
                <a:spcPct val="20000"/>
              </a:spcBef>
              <a:spcAft>
                <a:spcPts val="0"/>
              </a:spcAft>
              <a:buClrTx/>
              <a:buSzTx/>
              <a:buFont typeface="Arial" pitchFamily="34" charset="0"/>
              <a:buNone/>
              <a:tabLst/>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2" name="Content Placeholder 10"/>
          <p:cNvSpPr>
            <a:spLocks noGrp="1"/>
          </p:cNvSpPr>
          <p:nvPr>
            <p:ph sz="quarter" idx="20"/>
          </p:nvPr>
        </p:nvSpPr>
        <p:spPr>
          <a:xfrm>
            <a:off x="505883" y="1807534"/>
            <a:ext cx="4876800" cy="4343400"/>
          </a:xfrm>
          <a:prstGeom prst="rect">
            <a:avLst/>
          </a:prstGeom>
          <a:solidFill>
            <a:srgbClr val="FFFFFF"/>
          </a:solidFill>
          <a:ln>
            <a:solidFill>
              <a:srgbClr val="C0C0C0"/>
            </a:solidFill>
          </a:ln>
        </p:spPr>
        <p:txBody>
          <a:bodyPr/>
          <a:lstStyle>
            <a:lvl1pPr marL="228600" indent="-228600">
              <a:spcBef>
                <a:spcPts val="24"/>
              </a:spcBef>
              <a:buClr>
                <a:schemeClr val="accent1"/>
              </a:buClr>
              <a:buFont typeface="Wingdings 2" pitchFamily="18" charset="2"/>
              <a:buChar char=""/>
              <a:defRPr sz="1200"/>
            </a:lvl1pPr>
            <a:lvl2pPr marL="457200" indent="-228600">
              <a:buClr>
                <a:schemeClr val="accent1"/>
              </a:buClr>
              <a:buFont typeface="Arial" pitchFamily="34" charset="0"/>
              <a:buChar char="•"/>
              <a:defRPr lang="en-US" sz="1200" kern="1200" dirty="0" smtClean="0">
                <a:solidFill>
                  <a:schemeClr val="tx1"/>
                </a:solidFill>
                <a:latin typeface="+mn-lt"/>
                <a:ea typeface="+mn-ea"/>
                <a:cs typeface="Arial" pitchFamily="34" charset="0"/>
              </a:defRPr>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Content Placeholder 10"/>
          <p:cNvSpPr>
            <a:spLocks noGrp="1"/>
          </p:cNvSpPr>
          <p:nvPr>
            <p:ph sz="quarter" idx="21"/>
          </p:nvPr>
        </p:nvSpPr>
        <p:spPr>
          <a:xfrm>
            <a:off x="6705600" y="1828800"/>
            <a:ext cx="4876800" cy="4343400"/>
          </a:xfrm>
          <a:prstGeom prst="rect">
            <a:avLst/>
          </a:prstGeom>
          <a:solidFill>
            <a:srgbClr val="FFFFFF"/>
          </a:solidFill>
          <a:ln>
            <a:solidFill>
              <a:srgbClr val="C0C0C0"/>
            </a:solidFill>
          </a:ln>
        </p:spPr>
        <p:txBody>
          <a:bodyPr/>
          <a:lstStyle>
            <a:lvl1pPr marL="228600" indent="-228600">
              <a:spcBef>
                <a:spcPts val="24"/>
              </a:spcBef>
              <a:buClr>
                <a:schemeClr val="accent1"/>
              </a:buClr>
              <a:buFont typeface="Wingdings 2" pitchFamily="18" charset="2"/>
              <a:buChar char=""/>
              <a:defRPr sz="1200"/>
            </a:lvl1pPr>
            <a:lvl2pPr marL="457200" indent="-228600">
              <a:buClr>
                <a:schemeClr val="accent1"/>
              </a:buClr>
              <a:buFont typeface="Arial" pitchFamily="34" charset="0"/>
              <a:buChar char="•"/>
              <a:defRPr lang="en-US" sz="1200" kern="1200" dirty="0" smtClean="0">
                <a:solidFill>
                  <a:schemeClr val="tx1"/>
                </a:solidFill>
                <a:latin typeface="+mn-lt"/>
                <a:ea typeface="+mn-ea"/>
                <a:cs typeface="Arial" pitchFamily="34" charset="0"/>
              </a:defRPr>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1" name="Slide Number Placeholder 2"/>
          <p:cNvSpPr>
            <a:spLocks noGrp="1"/>
          </p:cNvSpPr>
          <p:nvPr>
            <p:ph type="sldNum" sz="quarter" idx="22"/>
          </p:nvPr>
        </p:nvSpPr>
        <p:spPr/>
        <p:txBody>
          <a:bodyPr/>
          <a:lstStyle>
            <a:lvl1pPr>
              <a:defRPr/>
            </a:lvl1pPr>
          </a:lstStyle>
          <a:p>
            <a:fld id="{652385A1-7A9F-1D44-AA51-16856D64E5B5}" type="slidenum">
              <a:rPr lang="en-US" altLang="en-US"/>
              <a:pPr/>
              <a:t>‹#›</a:t>
            </a:fld>
            <a:endParaRPr lang="en-US" altLang="en-US"/>
          </a:p>
        </p:txBody>
      </p:sp>
      <p:sp>
        <p:nvSpPr>
          <p:cNvPr id="14" name="Footer Placeholder 9"/>
          <p:cNvSpPr>
            <a:spLocks noGrp="1"/>
          </p:cNvSpPr>
          <p:nvPr>
            <p:ph type="ftr" sz="quarter" idx="23"/>
          </p:nvPr>
        </p:nvSpPr>
        <p:spPr/>
        <p:txBody>
          <a:bodyPr/>
          <a:lstStyle>
            <a:lvl1pPr>
              <a:defRPr smtClean="0"/>
            </a:lvl1pPr>
          </a:lstStyle>
          <a:p>
            <a:pPr>
              <a:defRPr/>
            </a:pPr>
            <a:r>
              <a:rPr lang="en-US"/>
              <a:t>Redemptions</a:t>
            </a:r>
          </a:p>
        </p:txBody>
      </p:sp>
    </p:spTree>
    <p:extLst>
      <p:ext uri="{BB962C8B-B14F-4D97-AF65-F5344CB8AC3E}">
        <p14:creationId xmlns:p14="http://schemas.microsoft.com/office/powerpoint/2010/main" val="202452060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Side by Side Double Arrow">
    <p:spTree>
      <p:nvGrpSpPr>
        <p:cNvPr id="1" name=""/>
        <p:cNvGrpSpPr/>
        <p:nvPr/>
      </p:nvGrpSpPr>
      <p:grpSpPr>
        <a:xfrm>
          <a:off x="0" y="0"/>
          <a:ext cx="0" cy="0"/>
          <a:chOff x="0" y="0"/>
          <a:chExt cx="0" cy="0"/>
        </a:xfrm>
      </p:grpSpPr>
      <p:sp>
        <p:nvSpPr>
          <p:cNvPr id="9" name="Right Arrow 8"/>
          <p:cNvSpPr/>
          <p:nvPr userDrawn="1"/>
        </p:nvSpPr>
        <p:spPr bwMode="auto">
          <a:xfrm>
            <a:off x="5359125" y="2692959"/>
            <a:ext cx="1326383" cy="1022294"/>
          </a:xfrm>
          <a:prstGeom prst="rightArrow">
            <a:avLst>
              <a:gd name="adj1" fmla="val 50000"/>
              <a:gd name="adj2" fmla="val 62230"/>
            </a:avLst>
          </a:prstGeom>
          <a:gradFill flip="none" rotWithShape="1">
            <a:gsLst>
              <a:gs pos="100000">
                <a:schemeClr val="bg1">
                  <a:lumMod val="65000"/>
                </a:schemeClr>
              </a:gs>
              <a:gs pos="0">
                <a:schemeClr val="bg1">
                  <a:lumMod val="85000"/>
                </a:schemeClr>
              </a:gs>
            </a:gsLst>
            <a:lin ang="0" scaled="1"/>
            <a:tileRect/>
          </a:gradFill>
          <a:ln w="9525" cap="flat" cmpd="sng" algn="ctr">
            <a:noFill/>
            <a:prstDash val="solid"/>
            <a:round/>
            <a:headEnd type="none" w="med" len="med"/>
            <a:tailEnd type="none" w="med" len="med"/>
          </a:ln>
          <a:effectLst/>
          <a:scene3d>
            <a:camera prst="orthographicFront"/>
            <a:lightRig rig="threePt" dir="t"/>
          </a:scene3d>
          <a:sp3d prstMaterial="dkEdge"/>
        </p:spPr>
        <p:txBody>
          <a:bodyPr/>
          <a:lstStyle>
            <a:lvl1pPr eaLnBrk="0" hangingPunct="0">
              <a:defRPr>
                <a:solidFill>
                  <a:schemeClr val="tx1"/>
                </a:solidFill>
                <a:latin typeface="Calibri" pitchFamily="34" charset="0"/>
                <a:cs typeface="Arial" charset="0"/>
              </a:defRPr>
            </a:lvl1pPr>
            <a:lvl2pPr marL="742950" indent="-285750" eaLnBrk="0" hangingPunct="0">
              <a:defRPr>
                <a:solidFill>
                  <a:schemeClr val="tx1"/>
                </a:solidFill>
                <a:latin typeface="Calibri" pitchFamily="34" charset="0"/>
                <a:cs typeface="Arial" charset="0"/>
              </a:defRPr>
            </a:lvl2pPr>
            <a:lvl3pPr marL="1143000" indent="-228600" eaLnBrk="0" hangingPunct="0">
              <a:defRPr>
                <a:solidFill>
                  <a:schemeClr val="tx1"/>
                </a:solidFill>
                <a:latin typeface="Calibri" pitchFamily="34" charset="0"/>
                <a:cs typeface="Arial" charset="0"/>
              </a:defRPr>
            </a:lvl3pPr>
            <a:lvl4pPr marL="1600200" indent="-228600" eaLnBrk="0" hangingPunct="0">
              <a:defRPr>
                <a:solidFill>
                  <a:schemeClr val="tx1"/>
                </a:solidFill>
                <a:latin typeface="Calibri" pitchFamily="34" charset="0"/>
                <a:cs typeface="Arial" charset="0"/>
              </a:defRPr>
            </a:lvl4pPr>
            <a:lvl5pPr marL="2057400" indent="-228600" eaLnBrk="0" hangingPunct="0">
              <a:defRPr>
                <a:solidFill>
                  <a:schemeClr val="tx1"/>
                </a:solidFill>
                <a:latin typeface="Calibri" pitchFamily="34" charset="0"/>
                <a:cs typeface="Arial" charset="0"/>
              </a:defRPr>
            </a:lvl5pPr>
            <a:lvl6pPr marL="2514600" indent="-228600" eaLnBrk="0" fontAlgn="base" hangingPunct="0">
              <a:spcBef>
                <a:spcPct val="0"/>
              </a:spcBef>
              <a:spcAft>
                <a:spcPct val="0"/>
              </a:spcAft>
              <a:defRPr>
                <a:solidFill>
                  <a:schemeClr val="tx1"/>
                </a:solidFill>
                <a:latin typeface="Calibri" pitchFamily="34" charset="0"/>
                <a:cs typeface="Arial" charset="0"/>
              </a:defRPr>
            </a:lvl6pPr>
            <a:lvl7pPr marL="2971800" indent="-228600" eaLnBrk="0" fontAlgn="base" hangingPunct="0">
              <a:spcBef>
                <a:spcPct val="0"/>
              </a:spcBef>
              <a:spcAft>
                <a:spcPct val="0"/>
              </a:spcAft>
              <a:defRPr>
                <a:solidFill>
                  <a:schemeClr val="tx1"/>
                </a:solidFill>
                <a:latin typeface="Calibri" pitchFamily="34" charset="0"/>
                <a:cs typeface="Arial" charset="0"/>
              </a:defRPr>
            </a:lvl7pPr>
            <a:lvl8pPr marL="3429000" indent="-228600" eaLnBrk="0" fontAlgn="base" hangingPunct="0">
              <a:spcBef>
                <a:spcPct val="0"/>
              </a:spcBef>
              <a:spcAft>
                <a:spcPct val="0"/>
              </a:spcAft>
              <a:defRPr>
                <a:solidFill>
                  <a:schemeClr val="tx1"/>
                </a:solidFill>
                <a:latin typeface="Calibri" pitchFamily="34" charset="0"/>
                <a:cs typeface="Arial" charset="0"/>
              </a:defRPr>
            </a:lvl8pPr>
            <a:lvl9pPr marL="3886200" indent="-228600" eaLnBrk="0" fontAlgn="base" hangingPunct="0">
              <a:spcBef>
                <a:spcPct val="0"/>
              </a:spcBef>
              <a:spcAft>
                <a:spcPct val="0"/>
              </a:spcAft>
              <a:defRPr>
                <a:solidFill>
                  <a:schemeClr val="tx1"/>
                </a:solidFill>
                <a:latin typeface="Calibri" pitchFamily="34" charset="0"/>
                <a:cs typeface="Arial" charset="0"/>
              </a:defRPr>
            </a:lvl9pPr>
          </a:lstStyle>
          <a:p>
            <a:pPr>
              <a:defRPr/>
            </a:pPr>
            <a:endParaRPr lang="en-US" sz="1800">
              <a:latin typeface="Arial" charset="0"/>
              <a:ea typeface="+mn-ea"/>
            </a:endParaRPr>
          </a:p>
        </p:txBody>
      </p:sp>
      <p:sp>
        <p:nvSpPr>
          <p:cNvPr id="12" name="Right Arrow 11"/>
          <p:cNvSpPr/>
          <p:nvPr userDrawn="1"/>
        </p:nvSpPr>
        <p:spPr bwMode="auto">
          <a:xfrm rot="10800000">
            <a:off x="5427337" y="3778176"/>
            <a:ext cx="1353183" cy="1022289"/>
          </a:xfrm>
          <a:prstGeom prst="rightArrow">
            <a:avLst>
              <a:gd name="adj1" fmla="val 50000"/>
              <a:gd name="adj2" fmla="val 62230"/>
            </a:avLst>
          </a:prstGeom>
          <a:gradFill flip="none" rotWithShape="1">
            <a:gsLst>
              <a:gs pos="100000">
                <a:schemeClr val="bg1">
                  <a:lumMod val="65000"/>
                </a:schemeClr>
              </a:gs>
              <a:gs pos="0">
                <a:schemeClr val="bg1">
                  <a:lumMod val="85000"/>
                </a:schemeClr>
              </a:gs>
            </a:gsLst>
            <a:lin ang="0" scaled="1"/>
            <a:tileRect/>
          </a:gradFill>
          <a:ln w="9525" cap="flat" cmpd="sng" algn="ctr">
            <a:noFill/>
            <a:prstDash val="solid"/>
            <a:round/>
            <a:headEnd type="none" w="med" len="med"/>
            <a:tailEnd type="none" w="med" len="med"/>
          </a:ln>
          <a:effectLst/>
          <a:scene3d>
            <a:camera prst="orthographicFront"/>
            <a:lightRig rig="threePt" dir="t"/>
          </a:scene3d>
          <a:sp3d prstMaterial="dkEdge"/>
        </p:spPr>
        <p:txBody>
          <a:bodyPr/>
          <a:lstStyle>
            <a:lvl1pPr eaLnBrk="0" hangingPunct="0">
              <a:defRPr>
                <a:solidFill>
                  <a:schemeClr val="tx1"/>
                </a:solidFill>
                <a:latin typeface="Calibri" pitchFamily="34" charset="0"/>
                <a:cs typeface="Arial" charset="0"/>
              </a:defRPr>
            </a:lvl1pPr>
            <a:lvl2pPr marL="742950" indent="-285750" eaLnBrk="0" hangingPunct="0">
              <a:defRPr>
                <a:solidFill>
                  <a:schemeClr val="tx1"/>
                </a:solidFill>
                <a:latin typeface="Calibri" pitchFamily="34" charset="0"/>
                <a:cs typeface="Arial" charset="0"/>
              </a:defRPr>
            </a:lvl2pPr>
            <a:lvl3pPr marL="1143000" indent="-228600" eaLnBrk="0" hangingPunct="0">
              <a:defRPr>
                <a:solidFill>
                  <a:schemeClr val="tx1"/>
                </a:solidFill>
                <a:latin typeface="Calibri" pitchFamily="34" charset="0"/>
                <a:cs typeface="Arial" charset="0"/>
              </a:defRPr>
            </a:lvl3pPr>
            <a:lvl4pPr marL="1600200" indent="-228600" eaLnBrk="0" hangingPunct="0">
              <a:defRPr>
                <a:solidFill>
                  <a:schemeClr val="tx1"/>
                </a:solidFill>
                <a:latin typeface="Calibri" pitchFamily="34" charset="0"/>
                <a:cs typeface="Arial" charset="0"/>
              </a:defRPr>
            </a:lvl4pPr>
            <a:lvl5pPr marL="2057400" indent="-228600" eaLnBrk="0" hangingPunct="0">
              <a:defRPr>
                <a:solidFill>
                  <a:schemeClr val="tx1"/>
                </a:solidFill>
                <a:latin typeface="Calibri" pitchFamily="34" charset="0"/>
                <a:cs typeface="Arial" charset="0"/>
              </a:defRPr>
            </a:lvl5pPr>
            <a:lvl6pPr marL="2514600" indent="-228600" eaLnBrk="0" fontAlgn="base" hangingPunct="0">
              <a:spcBef>
                <a:spcPct val="0"/>
              </a:spcBef>
              <a:spcAft>
                <a:spcPct val="0"/>
              </a:spcAft>
              <a:defRPr>
                <a:solidFill>
                  <a:schemeClr val="tx1"/>
                </a:solidFill>
                <a:latin typeface="Calibri" pitchFamily="34" charset="0"/>
                <a:cs typeface="Arial" charset="0"/>
              </a:defRPr>
            </a:lvl6pPr>
            <a:lvl7pPr marL="2971800" indent="-228600" eaLnBrk="0" fontAlgn="base" hangingPunct="0">
              <a:spcBef>
                <a:spcPct val="0"/>
              </a:spcBef>
              <a:spcAft>
                <a:spcPct val="0"/>
              </a:spcAft>
              <a:defRPr>
                <a:solidFill>
                  <a:schemeClr val="tx1"/>
                </a:solidFill>
                <a:latin typeface="Calibri" pitchFamily="34" charset="0"/>
                <a:cs typeface="Arial" charset="0"/>
              </a:defRPr>
            </a:lvl7pPr>
            <a:lvl8pPr marL="3429000" indent="-228600" eaLnBrk="0" fontAlgn="base" hangingPunct="0">
              <a:spcBef>
                <a:spcPct val="0"/>
              </a:spcBef>
              <a:spcAft>
                <a:spcPct val="0"/>
              </a:spcAft>
              <a:defRPr>
                <a:solidFill>
                  <a:schemeClr val="tx1"/>
                </a:solidFill>
                <a:latin typeface="Calibri" pitchFamily="34" charset="0"/>
                <a:cs typeface="Arial" charset="0"/>
              </a:defRPr>
            </a:lvl8pPr>
            <a:lvl9pPr marL="3886200" indent="-228600" eaLnBrk="0" fontAlgn="base" hangingPunct="0">
              <a:spcBef>
                <a:spcPct val="0"/>
              </a:spcBef>
              <a:spcAft>
                <a:spcPct val="0"/>
              </a:spcAft>
              <a:defRPr>
                <a:solidFill>
                  <a:schemeClr val="tx1"/>
                </a:solidFill>
                <a:latin typeface="Calibri" pitchFamily="34" charset="0"/>
                <a:cs typeface="Arial" charset="0"/>
              </a:defRPr>
            </a:lvl9pPr>
          </a:lstStyle>
          <a:p>
            <a:pPr>
              <a:defRPr/>
            </a:pPr>
            <a:endParaRPr lang="en-US" sz="1800">
              <a:latin typeface="Arial" charset="0"/>
              <a:ea typeface="+mn-ea"/>
            </a:endParaRPr>
          </a:p>
        </p:txBody>
      </p:sp>
      <p:sp>
        <p:nvSpPr>
          <p:cNvPr id="7" name="Text Placeholder 2"/>
          <p:cNvSpPr>
            <a:spLocks noGrp="1"/>
          </p:cNvSpPr>
          <p:nvPr>
            <p:ph type="body" idx="1"/>
          </p:nvPr>
        </p:nvSpPr>
        <p:spPr>
          <a:xfrm>
            <a:off x="505883" y="1371600"/>
            <a:ext cx="4876800" cy="380392"/>
          </a:xfrm>
          <a:prstGeom prst="rect">
            <a:avLst/>
          </a:prstGeom>
          <a:solidFill>
            <a:schemeClr val="accent1"/>
          </a:solidFill>
          <a:ln cmpd="sng">
            <a:solidFill>
              <a:srgbClr val="B01C2E"/>
            </a:solidFill>
            <a:prstDash val="solid"/>
          </a:ln>
        </p:spPr>
        <p:txBody>
          <a:bodyPr lIns="91440" rIns="91440" anchor="ctr"/>
          <a:lstStyle>
            <a:lvl1pPr marL="0" indent="0">
              <a:buNone/>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8" name="Text Placeholder 2"/>
          <p:cNvSpPr>
            <a:spLocks noGrp="1"/>
          </p:cNvSpPr>
          <p:nvPr>
            <p:ph type="body" idx="19"/>
          </p:nvPr>
        </p:nvSpPr>
        <p:spPr>
          <a:xfrm>
            <a:off x="6705600" y="1371600"/>
            <a:ext cx="4876800" cy="380392"/>
          </a:xfrm>
          <a:prstGeom prst="rect">
            <a:avLst/>
          </a:prstGeom>
          <a:solidFill>
            <a:schemeClr val="accent1"/>
          </a:solidFill>
          <a:ln cmpd="sng">
            <a:solidFill>
              <a:srgbClr val="B01C2E"/>
            </a:solidFill>
            <a:prstDash val="solid"/>
          </a:ln>
        </p:spPr>
        <p:txBody>
          <a:bodyPr lIns="91440" rIns="91440" anchor="ctr"/>
          <a:lstStyle>
            <a:lvl1pPr marL="0" indent="0">
              <a:buNone/>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1" name="Content Placeholder 10"/>
          <p:cNvSpPr>
            <a:spLocks noGrp="1"/>
          </p:cNvSpPr>
          <p:nvPr>
            <p:ph sz="quarter" idx="20"/>
          </p:nvPr>
        </p:nvSpPr>
        <p:spPr>
          <a:xfrm>
            <a:off x="505883" y="1807534"/>
            <a:ext cx="4876800" cy="4343400"/>
          </a:xfrm>
          <a:prstGeom prst="rect">
            <a:avLst/>
          </a:prstGeom>
          <a:solidFill>
            <a:srgbClr val="FFFFFF"/>
          </a:solidFill>
          <a:ln>
            <a:solidFill>
              <a:srgbClr val="C0C0C0"/>
            </a:solidFill>
          </a:ln>
        </p:spPr>
        <p:txBody>
          <a:bodyPr/>
          <a:lstStyle>
            <a:lvl1pPr marL="228600" indent="-228600">
              <a:spcBef>
                <a:spcPts val="24"/>
              </a:spcBef>
              <a:buClr>
                <a:schemeClr val="accent1"/>
              </a:buClr>
              <a:buFont typeface="Wingdings 2" pitchFamily="18" charset="2"/>
              <a:buChar char=""/>
              <a:defRPr sz="1200"/>
            </a:lvl1pPr>
            <a:lvl2pPr marL="457200" indent="-228600">
              <a:buClr>
                <a:schemeClr val="accent1"/>
              </a:buClr>
              <a:buFont typeface="Arial" pitchFamily="34" charset="0"/>
              <a:buChar char="•"/>
              <a:defRPr lang="en-US" sz="1200" kern="1200" dirty="0" smtClean="0">
                <a:solidFill>
                  <a:schemeClr val="tx1"/>
                </a:solidFill>
                <a:latin typeface="+mn-lt"/>
                <a:ea typeface="+mn-ea"/>
                <a:cs typeface="+mn-cs"/>
              </a:defRPr>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4" name="Content Placeholder 10"/>
          <p:cNvSpPr>
            <a:spLocks noGrp="1"/>
          </p:cNvSpPr>
          <p:nvPr>
            <p:ph sz="quarter" idx="21"/>
          </p:nvPr>
        </p:nvSpPr>
        <p:spPr>
          <a:xfrm>
            <a:off x="6705600" y="1807534"/>
            <a:ext cx="4876800" cy="4343400"/>
          </a:xfrm>
          <a:prstGeom prst="rect">
            <a:avLst/>
          </a:prstGeom>
          <a:solidFill>
            <a:srgbClr val="FFFFFF"/>
          </a:solidFill>
          <a:ln>
            <a:solidFill>
              <a:srgbClr val="C0C0C0"/>
            </a:solidFill>
          </a:ln>
        </p:spPr>
        <p:txBody>
          <a:bodyPr/>
          <a:lstStyle>
            <a:lvl1pPr marL="228600" indent="-228600">
              <a:spcBef>
                <a:spcPts val="24"/>
              </a:spcBef>
              <a:buClr>
                <a:schemeClr val="accent1"/>
              </a:buClr>
              <a:buFont typeface="Wingdings 2" pitchFamily="18" charset="2"/>
              <a:buChar char=""/>
              <a:defRPr sz="1200"/>
            </a:lvl1pPr>
            <a:lvl2pPr marL="457200" indent="-228600">
              <a:buClr>
                <a:schemeClr val="accent1"/>
              </a:buClr>
              <a:buFont typeface="Arial" pitchFamily="34" charset="0"/>
              <a:buChar char="•"/>
              <a:defRPr lang="en-US" sz="1200" kern="1200" dirty="0" smtClean="0">
                <a:solidFill>
                  <a:schemeClr val="tx1"/>
                </a:solidFill>
                <a:latin typeface="+mn-lt"/>
                <a:ea typeface="+mn-ea"/>
                <a:cs typeface="+mn-cs"/>
              </a:defRPr>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3" name="Slide Number Placeholder 2"/>
          <p:cNvSpPr>
            <a:spLocks noGrp="1"/>
          </p:cNvSpPr>
          <p:nvPr>
            <p:ph type="sldNum" sz="quarter" idx="22"/>
          </p:nvPr>
        </p:nvSpPr>
        <p:spPr/>
        <p:txBody>
          <a:bodyPr/>
          <a:lstStyle>
            <a:lvl1pPr>
              <a:defRPr/>
            </a:lvl1pPr>
          </a:lstStyle>
          <a:p>
            <a:fld id="{0A6B8188-A85F-5349-B14D-08361E6A7245}" type="slidenum">
              <a:rPr lang="en-US" altLang="en-US"/>
              <a:pPr/>
              <a:t>‹#›</a:t>
            </a:fld>
            <a:endParaRPr lang="en-US" altLang="en-US"/>
          </a:p>
        </p:txBody>
      </p:sp>
      <p:sp>
        <p:nvSpPr>
          <p:cNvPr id="15" name="Footer Placeholder 14"/>
          <p:cNvSpPr>
            <a:spLocks noGrp="1"/>
          </p:cNvSpPr>
          <p:nvPr>
            <p:ph type="ftr" sz="quarter" idx="23"/>
          </p:nvPr>
        </p:nvSpPr>
        <p:spPr/>
        <p:txBody>
          <a:bodyPr/>
          <a:lstStyle>
            <a:lvl1pPr>
              <a:defRPr smtClean="0"/>
            </a:lvl1pPr>
          </a:lstStyle>
          <a:p>
            <a:pPr>
              <a:defRPr/>
            </a:pPr>
            <a:r>
              <a:rPr lang="en-US"/>
              <a:t>Redemptions</a:t>
            </a:r>
          </a:p>
        </p:txBody>
      </p:sp>
    </p:spTree>
    <p:extLst>
      <p:ext uri="{BB962C8B-B14F-4D97-AF65-F5344CB8AC3E}">
        <p14:creationId xmlns:p14="http://schemas.microsoft.com/office/powerpoint/2010/main" val="121011248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One Top Arrow to Two Bottom">
    <p:spTree>
      <p:nvGrpSpPr>
        <p:cNvPr id="1" name=""/>
        <p:cNvGrpSpPr/>
        <p:nvPr/>
      </p:nvGrpSpPr>
      <p:grpSpPr>
        <a:xfrm>
          <a:off x="0" y="0"/>
          <a:ext cx="0" cy="0"/>
          <a:chOff x="0" y="0"/>
          <a:chExt cx="0" cy="0"/>
        </a:xfrm>
      </p:grpSpPr>
      <p:sp>
        <p:nvSpPr>
          <p:cNvPr id="10" name="Right Arrow 9"/>
          <p:cNvSpPr/>
          <p:nvPr userDrawn="1"/>
        </p:nvSpPr>
        <p:spPr bwMode="auto">
          <a:xfrm rot="5400000">
            <a:off x="5768941" y="3106216"/>
            <a:ext cx="654118" cy="1363059"/>
          </a:xfrm>
          <a:prstGeom prst="rightArrow">
            <a:avLst>
              <a:gd name="adj1" fmla="val 50000"/>
              <a:gd name="adj2" fmla="val 62230"/>
            </a:avLst>
          </a:prstGeom>
          <a:gradFill flip="none" rotWithShape="1">
            <a:gsLst>
              <a:gs pos="100000">
                <a:schemeClr val="bg1">
                  <a:lumMod val="65000"/>
                </a:schemeClr>
              </a:gs>
              <a:gs pos="0">
                <a:schemeClr val="bg1">
                  <a:lumMod val="85000"/>
                </a:schemeClr>
              </a:gs>
            </a:gsLst>
            <a:lin ang="0" scaled="1"/>
            <a:tileRect/>
          </a:gradFill>
          <a:ln w="9525" cap="flat" cmpd="sng" algn="ctr">
            <a:noFill/>
            <a:prstDash val="solid"/>
            <a:round/>
            <a:headEnd type="none" w="med" len="med"/>
            <a:tailEnd type="none" w="med" len="med"/>
          </a:ln>
          <a:effectLst/>
          <a:scene3d>
            <a:camera prst="orthographicFront"/>
            <a:lightRig rig="threePt" dir="t"/>
          </a:scene3d>
          <a:sp3d prstMaterial="dkEdge"/>
        </p:spPr>
        <p:txBody>
          <a:bodyPr/>
          <a:lstStyle>
            <a:lvl1pPr eaLnBrk="0" hangingPunct="0">
              <a:defRPr>
                <a:solidFill>
                  <a:schemeClr val="tx1"/>
                </a:solidFill>
                <a:latin typeface="Calibri" pitchFamily="34" charset="0"/>
                <a:cs typeface="Arial" charset="0"/>
              </a:defRPr>
            </a:lvl1pPr>
            <a:lvl2pPr marL="742950" indent="-285750" eaLnBrk="0" hangingPunct="0">
              <a:defRPr>
                <a:solidFill>
                  <a:schemeClr val="tx1"/>
                </a:solidFill>
                <a:latin typeface="Calibri" pitchFamily="34" charset="0"/>
                <a:cs typeface="Arial" charset="0"/>
              </a:defRPr>
            </a:lvl2pPr>
            <a:lvl3pPr marL="1143000" indent="-228600" eaLnBrk="0" hangingPunct="0">
              <a:defRPr>
                <a:solidFill>
                  <a:schemeClr val="tx1"/>
                </a:solidFill>
                <a:latin typeface="Calibri" pitchFamily="34" charset="0"/>
                <a:cs typeface="Arial" charset="0"/>
              </a:defRPr>
            </a:lvl3pPr>
            <a:lvl4pPr marL="1600200" indent="-228600" eaLnBrk="0" hangingPunct="0">
              <a:defRPr>
                <a:solidFill>
                  <a:schemeClr val="tx1"/>
                </a:solidFill>
                <a:latin typeface="Calibri" pitchFamily="34" charset="0"/>
                <a:cs typeface="Arial" charset="0"/>
              </a:defRPr>
            </a:lvl4pPr>
            <a:lvl5pPr marL="2057400" indent="-228600" eaLnBrk="0" hangingPunct="0">
              <a:defRPr>
                <a:solidFill>
                  <a:schemeClr val="tx1"/>
                </a:solidFill>
                <a:latin typeface="Calibri" pitchFamily="34" charset="0"/>
                <a:cs typeface="Arial" charset="0"/>
              </a:defRPr>
            </a:lvl5pPr>
            <a:lvl6pPr marL="2514600" indent="-228600" eaLnBrk="0" fontAlgn="base" hangingPunct="0">
              <a:spcBef>
                <a:spcPct val="0"/>
              </a:spcBef>
              <a:spcAft>
                <a:spcPct val="0"/>
              </a:spcAft>
              <a:defRPr>
                <a:solidFill>
                  <a:schemeClr val="tx1"/>
                </a:solidFill>
                <a:latin typeface="Calibri" pitchFamily="34" charset="0"/>
                <a:cs typeface="Arial" charset="0"/>
              </a:defRPr>
            </a:lvl6pPr>
            <a:lvl7pPr marL="2971800" indent="-228600" eaLnBrk="0" fontAlgn="base" hangingPunct="0">
              <a:spcBef>
                <a:spcPct val="0"/>
              </a:spcBef>
              <a:spcAft>
                <a:spcPct val="0"/>
              </a:spcAft>
              <a:defRPr>
                <a:solidFill>
                  <a:schemeClr val="tx1"/>
                </a:solidFill>
                <a:latin typeface="Calibri" pitchFamily="34" charset="0"/>
                <a:cs typeface="Arial" charset="0"/>
              </a:defRPr>
            </a:lvl7pPr>
            <a:lvl8pPr marL="3429000" indent="-228600" eaLnBrk="0" fontAlgn="base" hangingPunct="0">
              <a:spcBef>
                <a:spcPct val="0"/>
              </a:spcBef>
              <a:spcAft>
                <a:spcPct val="0"/>
              </a:spcAft>
              <a:defRPr>
                <a:solidFill>
                  <a:schemeClr val="tx1"/>
                </a:solidFill>
                <a:latin typeface="Calibri" pitchFamily="34" charset="0"/>
                <a:cs typeface="Arial" charset="0"/>
              </a:defRPr>
            </a:lvl8pPr>
            <a:lvl9pPr marL="3886200" indent="-228600" eaLnBrk="0" fontAlgn="base" hangingPunct="0">
              <a:spcBef>
                <a:spcPct val="0"/>
              </a:spcBef>
              <a:spcAft>
                <a:spcPct val="0"/>
              </a:spcAft>
              <a:defRPr>
                <a:solidFill>
                  <a:schemeClr val="tx1"/>
                </a:solidFill>
                <a:latin typeface="Calibri" pitchFamily="34" charset="0"/>
                <a:cs typeface="Arial" charset="0"/>
              </a:defRPr>
            </a:lvl9pPr>
          </a:lstStyle>
          <a:p>
            <a:pPr>
              <a:defRPr/>
            </a:pPr>
            <a:endParaRPr lang="en-US" sz="1800">
              <a:latin typeface="Arial" charset="0"/>
              <a:ea typeface="+mn-ea"/>
            </a:endParaRPr>
          </a:p>
        </p:txBody>
      </p:sp>
      <p:sp>
        <p:nvSpPr>
          <p:cNvPr id="11" name="Content Placeholder 10"/>
          <p:cNvSpPr>
            <a:spLocks noGrp="1"/>
          </p:cNvSpPr>
          <p:nvPr>
            <p:ph sz="quarter" idx="16"/>
          </p:nvPr>
        </p:nvSpPr>
        <p:spPr>
          <a:xfrm>
            <a:off x="609600" y="4479952"/>
            <a:ext cx="5181600" cy="1645920"/>
          </a:xfrm>
          <a:prstGeom prst="rect">
            <a:avLst/>
          </a:prstGeom>
          <a:ln>
            <a:solidFill>
              <a:srgbClr val="C0C0C0"/>
            </a:solidFill>
          </a:ln>
        </p:spPr>
        <p:txBody>
          <a:bodyPr/>
          <a:lstStyle>
            <a:lvl1pPr marL="228600" indent="-228600">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Content Placeholder 10"/>
          <p:cNvSpPr>
            <a:spLocks noGrp="1"/>
          </p:cNvSpPr>
          <p:nvPr>
            <p:ph sz="quarter" idx="17"/>
          </p:nvPr>
        </p:nvSpPr>
        <p:spPr>
          <a:xfrm>
            <a:off x="6400800" y="4479952"/>
            <a:ext cx="5181600" cy="1645920"/>
          </a:xfrm>
          <a:prstGeom prst="rect">
            <a:avLst/>
          </a:prstGeom>
          <a:ln>
            <a:solidFill>
              <a:srgbClr val="C0C0C0"/>
            </a:solidFill>
          </a:ln>
        </p:spPr>
        <p:txBody>
          <a:bodyPr/>
          <a:lstStyle>
            <a:lvl1pPr marL="228600" indent="-228600">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Content Placeholder 10"/>
          <p:cNvSpPr>
            <a:spLocks noGrp="1"/>
          </p:cNvSpPr>
          <p:nvPr>
            <p:ph sz="quarter" idx="18"/>
          </p:nvPr>
        </p:nvSpPr>
        <p:spPr>
          <a:xfrm>
            <a:off x="609600" y="1807534"/>
            <a:ext cx="10972800" cy="1645920"/>
          </a:xfrm>
          <a:prstGeom prst="rect">
            <a:avLst/>
          </a:prstGeom>
          <a:solidFill>
            <a:srgbClr val="FFFFFF"/>
          </a:solidFill>
          <a:ln>
            <a:solidFill>
              <a:srgbClr val="C0C0C0"/>
            </a:solidFill>
          </a:ln>
        </p:spPr>
        <p:txBody>
          <a:bodyPr/>
          <a:lstStyle>
            <a:lvl1pPr marL="228600" indent="-228600">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Text Placeholder 2"/>
          <p:cNvSpPr>
            <a:spLocks noGrp="1"/>
          </p:cNvSpPr>
          <p:nvPr>
            <p:ph type="body" idx="13"/>
          </p:nvPr>
        </p:nvSpPr>
        <p:spPr>
          <a:xfrm>
            <a:off x="609600" y="1417320"/>
            <a:ext cx="10972800" cy="380392"/>
          </a:xfrm>
          <a:prstGeom prst="rect">
            <a:avLst/>
          </a:prstGeom>
          <a:solidFill>
            <a:schemeClr val="accent1"/>
          </a:solidFill>
          <a:ln w="6350" cmpd="sng">
            <a:solidFill>
              <a:srgbClr val="C0C0C0"/>
            </a:solidFill>
            <a:prstDash val="solid"/>
          </a:ln>
        </p:spPr>
        <p:txBody>
          <a:bodyPr lIns="91440" rIns="91440" anchor="ctr"/>
          <a:lstStyle>
            <a:lvl1pPr marL="0" indent="0" algn="ctr">
              <a:buNone/>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8" name="Text Placeholder 2"/>
          <p:cNvSpPr>
            <a:spLocks noGrp="1"/>
          </p:cNvSpPr>
          <p:nvPr>
            <p:ph type="body" idx="19"/>
          </p:nvPr>
        </p:nvSpPr>
        <p:spPr>
          <a:xfrm>
            <a:off x="609600" y="4114800"/>
            <a:ext cx="5181600" cy="380392"/>
          </a:xfrm>
          <a:prstGeom prst="rect">
            <a:avLst/>
          </a:prstGeom>
          <a:solidFill>
            <a:schemeClr val="accent1"/>
          </a:solidFill>
          <a:ln w="6350" cmpd="sng">
            <a:solidFill>
              <a:srgbClr val="C0C0C0"/>
            </a:solidFill>
            <a:prstDash val="solid"/>
          </a:ln>
        </p:spPr>
        <p:txBody>
          <a:bodyPr lIns="91440" rIns="91440" anchor="ctr"/>
          <a:lstStyle>
            <a:lvl1pPr marL="0" indent="0" algn="ctr">
              <a:buNone/>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9" name="Text Placeholder 2"/>
          <p:cNvSpPr>
            <a:spLocks noGrp="1"/>
          </p:cNvSpPr>
          <p:nvPr>
            <p:ph type="body" idx="20"/>
          </p:nvPr>
        </p:nvSpPr>
        <p:spPr>
          <a:xfrm>
            <a:off x="6400800" y="4114800"/>
            <a:ext cx="5181600" cy="380392"/>
          </a:xfrm>
          <a:prstGeom prst="rect">
            <a:avLst/>
          </a:prstGeom>
          <a:solidFill>
            <a:schemeClr val="accent1"/>
          </a:solidFill>
          <a:ln w="6350" cmpd="sng">
            <a:solidFill>
              <a:srgbClr val="C0C0C0"/>
            </a:solidFill>
            <a:prstDash val="solid"/>
          </a:ln>
        </p:spPr>
        <p:txBody>
          <a:bodyPr lIns="91440" rIns="91440" anchor="ctr"/>
          <a:lstStyle>
            <a:lvl1pPr marL="0" indent="0" algn="ctr">
              <a:buNone/>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4"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5" name="Slide Number Placeholder 9"/>
          <p:cNvSpPr>
            <a:spLocks noGrp="1"/>
          </p:cNvSpPr>
          <p:nvPr>
            <p:ph type="sldNum" sz="quarter" idx="21"/>
          </p:nvPr>
        </p:nvSpPr>
        <p:spPr/>
        <p:txBody>
          <a:bodyPr/>
          <a:lstStyle>
            <a:lvl1pPr>
              <a:defRPr/>
            </a:lvl1pPr>
          </a:lstStyle>
          <a:p>
            <a:fld id="{7C6F7C23-5FF9-2A4B-BF08-C1294322DB52}" type="slidenum">
              <a:rPr lang="en-US" altLang="en-US"/>
              <a:pPr/>
              <a:t>‹#›</a:t>
            </a:fld>
            <a:endParaRPr lang="en-US" altLang="en-US"/>
          </a:p>
        </p:txBody>
      </p:sp>
      <p:sp>
        <p:nvSpPr>
          <p:cNvPr id="16" name="Footer Placeholder 15"/>
          <p:cNvSpPr>
            <a:spLocks noGrp="1"/>
          </p:cNvSpPr>
          <p:nvPr>
            <p:ph type="ftr" sz="quarter" idx="22"/>
          </p:nvPr>
        </p:nvSpPr>
        <p:spPr/>
        <p:txBody>
          <a:bodyPr/>
          <a:lstStyle>
            <a:lvl1pPr>
              <a:defRPr smtClean="0"/>
            </a:lvl1pPr>
          </a:lstStyle>
          <a:p>
            <a:pPr>
              <a:defRPr/>
            </a:pPr>
            <a:r>
              <a:rPr lang="en-US"/>
              <a:t>Redemptions</a:t>
            </a:r>
          </a:p>
        </p:txBody>
      </p:sp>
    </p:spTree>
    <p:extLst>
      <p:ext uri="{BB962C8B-B14F-4D97-AF65-F5344CB8AC3E}">
        <p14:creationId xmlns:p14="http://schemas.microsoft.com/office/powerpoint/2010/main" val="50769727"/>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wo Top Arrow to One Bottom">
    <p:spTree>
      <p:nvGrpSpPr>
        <p:cNvPr id="1" name=""/>
        <p:cNvGrpSpPr/>
        <p:nvPr/>
      </p:nvGrpSpPr>
      <p:grpSpPr>
        <a:xfrm>
          <a:off x="0" y="0"/>
          <a:ext cx="0" cy="0"/>
          <a:chOff x="0" y="0"/>
          <a:chExt cx="0" cy="0"/>
        </a:xfrm>
      </p:grpSpPr>
      <p:sp>
        <p:nvSpPr>
          <p:cNvPr id="10" name="Right Arrow 9"/>
          <p:cNvSpPr/>
          <p:nvPr userDrawn="1"/>
        </p:nvSpPr>
        <p:spPr bwMode="auto">
          <a:xfrm rot="5400000">
            <a:off x="5768941" y="3106216"/>
            <a:ext cx="654118" cy="1363059"/>
          </a:xfrm>
          <a:prstGeom prst="rightArrow">
            <a:avLst>
              <a:gd name="adj1" fmla="val 50000"/>
              <a:gd name="adj2" fmla="val 62230"/>
            </a:avLst>
          </a:prstGeom>
          <a:gradFill flip="none" rotWithShape="1">
            <a:gsLst>
              <a:gs pos="100000">
                <a:schemeClr val="bg1">
                  <a:lumMod val="65000"/>
                </a:schemeClr>
              </a:gs>
              <a:gs pos="0">
                <a:schemeClr val="bg1">
                  <a:lumMod val="85000"/>
                </a:schemeClr>
              </a:gs>
            </a:gsLst>
            <a:lin ang="0" scaled="1"/>
            <a:tileRect/>
          </a:gradFill>
          <a:ln w="9525" cap="flat" cmpd="sng" algn="ctr">
            <a:noFill/>
            <a:prstDash val="solid"/>
            <a:round/>
            <a:headEnd type="none" w="med" len="med"/>
            <a:tailEnd type="none" w="med" len="med"/>
          </a:ln>
          <a:effectLst/>
          <a:scene3d>
            <a:camera prst="orthographicFront"/>
            <a:lightRig rig="threePt" dir="t"/>
          </a:scene3d>
          <a:sp3d prstMaterial="dkEdge"/>
        </p:spPr>
        <p:txBody>
          <a:bodyPr/>
          <a:lstStyle>
            <a:lvl1pPr eaLnBrk="0" hangingPunct="0">
              <a:defRPr>
                <a:solidFill>
                  <a:schemeClr val="tx1"/>
                </a:solidFill>
                <a:latin typeface="Calibri" pitchFamily="34" charset="0"/>
                <a:cs typeface="Arial" charset="0"/>
              </a:defRPr>
            </a:lvl1pPr>
            <a:lvl2pPr marL="742950" indent="-285750" eaLnBrk="0" hangingPunct="0">
              <a:defRPr>
                <a:solidFill>
                  <a:schemeClr val="tx1"/>
                </a:solidFill>
                <a:latin typeface="Calibri" pitchFamily="34" charset="0"/>
                <a:cs typeface="Arial" charset="0"/>
              </a:defRPr>
            </a:lvl2pPr>
            <a:lvl3pPr marL="1143000" indent="-228600" eaLnBrk="0" hangingPunct="0">
              <a:defRPr>
                <a:solidFill>
                  <a:schemeClr val="tx1"/>
                </a:solidFill>
                <a:latin typeface="Calibri" pitchFamily="34" charset="0"/>
                <a:cs typeface="Arial" charset="0"/>
              </a:defRPr>
            </a:lvl3pPr>
            <a:lvl4pPr marL="1600200" indent="-228600" eaLnBrk="0" hangingPunct="0">
              <a:defRPr>
                <a:solidFill>
                  <a:schemeClr val="tx1"/>
                </a:solidFill>
                <a:latin typeface="Calibri" pitchFamily="34" charset="0"/>
                <a:cs typeface="Arial" charset="0"/>
              </a:defRPr>
            </a:lvl4pPr>
            <a:lvl5pPr marL="2057400" indent="-228600" eaLnBrk="0" hangingPunct="0">
              <a:defRPr>
                <a:solidFill>
                  <a:schemeClr val="tx1"/>
                </a:solidFill>
                <a:latin typeface="Calibri" pitchFamily="34" charset="0"/>
                <a:cs typeface="Arial" charset="0"/>
              </a:defRPr>
            </a:lvl5pPr>
            <a:lvl6pPr marL="2514600" indent="-228600" eaLnBrk="0" fontAlgn="base" hangingPunct="0">
              <a:spcBef>
                <a:spcPct val="0"/>
              </a:spcBef>
              <a:spcAft>
                <a:spcPct val="0"/>
              </a:spcAft>
              <a:defRPr>
                <a:solidFill>
                  <a:schemeClr val="tx1"/>
                </a:solidFill>
                <a:latin typeface="Calibri" pitchFamily="34" charset="0"/>
                <a:cs typeface="Arial" charset="0"/>
              </a:defRPr>
            </a:lvl6pPr>
            <a:lvl7pPr marL="2971800" indent="-228600" eaLnBrk="0" fontAlgn="base" hangingPunct="0">
              <a:spcBef>
                <a:spcPct val="0"/>
              </a:spcBef>
              <a:spcAft>
                <a:spcPct val="0"/>
              </a:spcAft>
              <a:defRPr>
                <a:solidFill>
                  <a:schemeClr val="tx1"/>
                </a:solidFill>
                <a:latin typeface="Calibri" pitchFamily="34" charset="0"/>
                <a:cs typeface="Arial" charset="0"/>
              </a:defRPr>
            </a:lvl7pPr>
            <a:lvl8pPr marL="3429000" indent="-228600" eaLnBrk="0" fontAlgn="base" hangingPunct="0">
              <a:spcBef>
                <a:spcPct val="0"/>
              </a:spcBef>
              <a:spcAft>
                <a:spcPct val="0"/>
              </a:spcAft>
              <a:defRPr>
                <a:solidFill>
                  <a:schemeClr val="tx1"/>
                </a:solidFill>
                <a:latin typeface="Calibri" pitchFamily="34" charset="0"/>
                <a:cs typeface="Arial" charset="0"/>
              </a:defRPr>
            </a:lvl8pPr>
            <a:lvl9pPr marL="3886200" indent="-228600" eaLnBrk="0" fontAlgn="base" hangingPunct="0">
              <a:spcBef>
                <a:spcPct val="0"/>
              </a:spcBef>
              <a:spcAft>
                <a:spcPct val="0"/>
              </a:spcAft>
              <a:defRPr>
                <a:solidFill>
                  <a:schemeClr val="tx1"/>
                </a:solidFill>
                <a:latin typeface="Calibri" pitchFamily="34" charset="0"/>
                <a:cs typeface="Arial" charset="0"/>
              </a:defRPr>
            </a:lvl9pPr>
          </a:lstStyle>
          <a:p>
            <a:pPr>
              <a:defRPr/>
            </a:pPr>
            <a:endParaRPr lang="en-US" sz="1800">
              <a:latin typeface="Arial" charset="0"/>
              <a:ea typeface="+mn-ea"/>
            </a:endParaRPr>
          </a:p>
        </p:txBody>
      </p:sp>
      <p:sp>
        <p:nvSpPr>
          <p:cNvPr id="11" name="Content Placeholder 10"/>
          <p:cNvSpPr>
            <a:spLocks noGrp="1"/>
          </p:cNvSpPr>
          <p:nvPr>
            <p:ph sz="quarter" idx="16"/>
          </p:nvPr>
        </p:nvSpPr>
        <p:spPr>
          <a:xfrm>
            <a:off x="609600" y="1783080"/>
            <a:ext cx="5181600" cy="1645920"/>
          </a:xfrm>
          <a:prstGeom prst="rect">
            <a:avLst/>
          </a:prstGeom>
          <a:ln>
            <a:solidFill>
              <a:srgbClr val="C0C0C0"/>
            </a:solidFill>
          </a:ln>
        </p:spPr>
        <p:txBody>
          <a:bodyPr/>
          <a:lstStyle>
            <a:lvl1pPr marL="228600" indent="-228600">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Content Placeholder 10"/>
          <p:cNvSpPr>
            <a:spLocks noGrp="1"/>
          </p:cNvSpPr>
          <p:nvPr>
            <p:ph sz="quarter" idx="17"/>
          </p:nvPr>
        </p:nvSpPr>
        <p:spPr>
          <a:xfrm>
            <a:off x="6400800" y="1783080"/>
            <a:ext cx="5181600" cy="1645920"/>
          </a:xfrm>
          <a:prstGeom prst="rect">
            <a:avLst/>
          </a:prstGeom>
          <a:ln>
            <a:solidFill>
              <a:srgbClr val="C0C0C0"/>
            </a:solidFill>
          </a:ln>
        </p:spPr>
        <p:txBody>
          <a:bodyPr/>
          <a:lstStyle>
            <a:lvl1pPr marL="228600" indent="-228600">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Content Placeholder 10"/>
          <p:cNvSpPr>
            <a:spLocks noGrp="1"/>
          </p:cNvSpPr>
          <p:nvPr>
            <p:ph sz="quarter" idx="18"/>
          </p:nvPr>
        </p:nvSpPr>
        <p:spPr>
          <a:xfrm>
            <a:off x="609600" y="4505014"/>
            <a:ext cx="10972800" cy="1645920"/>
          </a:xfrm>
          <a:prstGeom prst="rect">
            <a:avLst/>
          </a:prstGeom>
          <a:solidFill>
            <a:srgbClr val="FFFFFF"/>
          </a:solidFill>
          <a:ln>
            <a:solidFill>
              <a:srgbClr val="C0C0C0"/>
            </a:solidFill>
          </a:ln>
        </p:spPr>
        <p:txBody>
          <a:bodyPr/>
          <a:lstStyle>
            <a:lvl1pPr marL="228600" indent="-228600">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Text Placeholder 2"/>
          <p:cNvSpPr>
            <a:spLocks noGrp="1"/>
          </p:cNvSpPr>
          <p:nvPr>
            <p:ph type="body" idx="13"/>
          </p:nvPr>
        </p:nvSpPr>
        <p:spPr>
          <a:xfrm>
            <a:off x="609600" y="4114800"/>
            <a:ext cx="10972800" cy="380392"/>
          </a:xfrm>
          <a:prstGeom prst="rect">
            <a:avLst/>
          </a:prstGeom>
          <a:solidFill>
            <a:schemeClr val="accent1"/>
          </a:solidFill>
          <a:ln w="6350" cmpd="sng">
            <a:solidFill>
              <a:srgbClr val="C0C0C0"/>
            </a:solidFill>
            <a:prstDash val="solid"/>
          </a:ln>
        </p:spPr>
        <p:txBody>
          <a:bodyPr lIns="91440" rIns="91440" anchor="ctr"/>
          <a:lstStyle>
            <a:lvl1pPr marL="0" indent="0" algn="ctr">
              <a:buNone/>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8" name="Text Placeholder 2"/>
          <p:cNvSpPr>
            <a:spLocks noGrp="1"/>
          </p:cNvSpPr>
          <p:nvPr>
            <p:ph type="body" idx="19"/>
          </p:nvPr>
        </p:nvSpPr>
        <p:spPr>
          <a:xfrm>
            <a:off x="609600" y="1417928"/>
            <a:ext cx="5181600" cy="380392"/>
          </a:xfrm>
          <a:prstGeom prst="rect">
            <a:avLst/>
          </a:prstGeom>
          <a:solidFill>
            <a:schemeClr val="accent1"/>
          </a:solidFill>
          <a:ln w="6350" cmpd="sng">
            <a:solidFill>
              <a:srgbClr val="C0C0C0"/>
            </a:solidFill>
            <a:prstDash val="solid"/>
          </a:ln>
        </p:spPr>
        <p:txBody>
          <a:bodyPr lIns="91440" rIns="91440" anchor="ctr"/>
          <a:lstStyle>
            <a:lvl1pPr marL="0" indent="0" algn="ctr">
              <a:buNone/>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9" name="Text Placeholder 2"/>
          <p:cNvSpPr>
            <a:spLocks noGrp="1"/>
          </p:cNvSpPr>
          <p:nvPr>
            <p:ph type="body" idx="20"/>
          </p:nvPr>
        </p:nvSpPr>
        <p:spPr>
          <a:xfrm>
            <a:off x="6400800" y="1417928"/>
            <a:ext cx="5181600" cy="380392"/>
          </a:xfrm>
          <a:prstGeom prst="rect">
            <a:avLst/>
          </a:prstGeom>
          <a:solidFill>
            <a:schemeClr val="accent1"/>
          </a:solidFill>
          <a:ln w="6350" cmpd="sng">
            <a:solidFill>
              <a:srgbClr val="C0C0C0"/>
            </a:solidFill>
            <a:prstDash val="solid"/>
          </a:ln>
        </p:spPr>
        <p:txBody>
          <a:bodyPr lIns="91440" rIns="91440" anchor="ctr"/>
          <a:lstStyle>
            <a:lvl1pPr marL="0" indent="0" algn="ctr">
              <a:buNone/>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4"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5" name="Slide Number Placeholder 9"/>
          <p:cNvSpPr>
            <a:spLocks noGrp="1"/>
          </p:cNvSpPr>
          <p:nvPr>
            <p:ph type="sldNum" sz="quarter" idx="21"/>
          </p:nvPr>
        </p:nvSpPr>
        <p:spPr/>
        <p:txBody>
          <a:bodyPr/>
          <a:lstStyle>
            <a:lvl1pPr>
              <a:defRPr/>
            </a:lvl1pPr>
          </a:lstStyle>
          <a:p>
            <a:fld id="{06494A95-A7E5-E34F-8DB1-F10A4839B0B9}" type="slidenum">
              <a:rPr lang="en-US" altLang="en-US"/>
              <a:pPr/>
              <a:t>‹#›</a:t>
            </a:fld>
            <a:endParaRPr lang="en-US" altLang="en-US"/>
          </a:p>
        </p:txBody>
      </p:sp>
      <p:sp>
        <p:nvSpPr>
          <p:cNvPr id="16" name="Footer Placeholder 15"/>
          <p:cNvSpPr>
            <a:spLocks noGrp="1"/>
          </p:cNvSpPr>
          <p:nvPr>
            <p:ph type="ftr" sz="quarter" idx="22"/>
          </p:nvPr>
        </p:nvSpPr>
        <p:spPr/>
        <p:txBody>
          <a:bodyPr/>
          <a:lstStyle>
            <a:lvl1pPr>
              <a:defRPr smtClean="0"/>
            </a:lvl1pPr>
          </a:lstStyle>
          <a:p>
            <a:pPr>
              <a:defRPr/>
            </a:pPr>
            <a:r>
              <a:rPr lang="en-US"/>
              <a:t>Redemptions</a:t>
            </a:r>
          </a:p>
        </p:txBody>
      </p:sp>
    </p:spTree>
    <p:extLst>
      <p:ext uri="{BB962C8B-B14F-4D97-AF65-F5344CB8AC3E}">
        <p14:creationId xmlns:p14="http://schemas.microsoft.com/office/powerpoint/2010/main" val="1276061384"/>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ext Blocks - Six Palettes">
    <p:spTree>
      <p:nvGrpSpPr>
        <p:cNvPr id="1" name=""/>
        <p:cNvGrpSpPr/>
        <p:nvPr/>
      </p:nvGrpSpPr>
      <p:grpSpPr>
        <a:xfrm>
          <a:off x="0" y="0"/>
          <a:ext cx="0" cy="0"/>
          <a:chOff x="0" y="0"/>
          <a:chExt cx="0" cy="0"/>
        </a:xfrm>
      </p:grpSpPr>
      <p:sp>
        <p:nvSpPr>
          <p:cNvPr id="28" name="Text Placeholder 5"/>
          <p:cNvSpPr>
            <a:spLocks noGrp="1"/>
          </p:cNvSpPr>
          <p:nvPr>
            <p:ph type="body" sz="quarter" idx="30"/>
          </p:nvPr>
        </p:nvSpPr>
        <p:spPr>
          <a:xfrm>
            <a:off x="6191251" y="4627745"/>
            <a:ext cx="5181600" cy="274320"/>
          </a:xfrm>
          <a:prstGeom prst="rect">
            <a:avLst/>
          </a:prstGeom>
          <a:solidFill>
            <a:srgbClr val="B01C2E"/>
          </a:solidFill>
          <a:ln>
            <a:solidFill>
              <a:srgbClr val="B01C2E"/>
            </a:solidFill>
          </a:ln>
        </p:spPr>
        <p:txBody>
          <a:bodyPr/>
          <a:lstStyle>
            <a:lvl1pPr marL="0" marR="0" indent="0" algn="l" defTabSz="914400" rtl="0" eaLnBrk="1" fontAlgn="auto" latinLnBrk="0" hangingPunct="1">
              <a:lnSpc>
                <a:spcPct val="100000"/>
              </a:lnSpc>
              <a:spcBef>
                <a:spcPct val="20000"/>
              </a:spcBef>
              <a:spcAft>
                <a:spcPts val="0"/>
              </a:spcAft>
              <a:buClr>
                <a:srgbClr val="C00000"/>
              </a:buClr>
              <a:buSzTx/>
              <a:buFont typeface="Wingdings" pitchFamily="2" charset="2"/>
              <a:buNone/>
              <a:tabLst/>
              <a:defRPr sz="1200" b="1" baseline="0">
                <a:solidFill>
                  <a:schemeClr val="bg1"/>
                </a:solidFill>
              </a:defRPr>
            </a:lvl1pPr>
          </a:lstStyle>
          <a:p>
            <a:pPr lvl="0"/>
            <a:r>
              <a:rPr lang="en-US"/>
              <a:t>Click to edit Master text styles</a:t>
            </a:r>
          </a:p>
        </p:txBody>
      </p:sp>
      <p:sp>
        <p:nvSpPr>
          <p:cNvPr id="25" name="Text Placeholder 5"/>
          <p:cNvSpPr>
            <a:spLocks noGrp="1"/>
          </p:cNvSpPr>
          <p:nvPr>
            <p:ph type="body" sz="quarter" idx="27"/>
          </p:nvPr>
        </p:nvSpPr>
        <p:spPr>
          <a:xfrm>
            <a:off x="501651" y="4627745"/>
            <a:ext cx="5181600" cy="274320"/>
          </a:xfrm>
          <a:prstGeom prst="rect">
            <a:avLst/>
          </a:prstGeom>
          <a:solidFill>
            <a:srgbClr val="B01C2E"/>
          </a:solidFill>
          <a:ln>
            <a:solidFill>
              <a:srgbClr val="B01C2E"/>
            </a:solidFill>
          </a:ln>
        </p:spPr>
        <p:txBody>
          <a:bodyPr/>
          <a:lstStyle>
            <a:lvl1pPr marL="0" marR="0" indent="0" algn="l" defTabSz="914400" rtl="0" eaLnBrk="1" fontAlgn="auto" latinLnBrk="0" hangingPunct="1">
              <a:lnSpc>
                <a:spcPct val="100000"/>
              </a:lnSpc>
              <a:spcBef>
                <a:spcPct val="20000"/>
              </a:spcBef>
              <a:spcAft>
                <a:spcPts val="0"/>
              </a:spcAft>
              <a:buClr>
                <a:srgbClr val="C00000"/>
              </a:buClr>
              <a:buSzTx/>
              <a:buFont typeface="Wingdings" pitchFamily="2" charset="2"/>
              <a:buNone/>
              <a:tabLst/>
              <a:defRPr sz="1200" b="1" baseline="0">
                <a:solidFill>
                  <a:schemeClr val="bg1"/>
                </a:solidFill>
              </a:defRPr>
            </a:lvl1pPr>
          </a:lstStyle>
          <a:p>
            <a:pPr lvl="0"/>
            <a:r>
              <a:rPr lang="en-US"/>
              <a:t>Click to edit Master text styles</a:t>
            </a:r>
          </a:p>
        </p:txBody>
      </p:sp>
      <p:sp>
        <p:nvSpPr>
          <p:cNvPr id="24" name="Text Placeholder 5"/>
          <p:cNvSpPr>
            <a:spLocks noGrp="1"/>
          </p:cNvSpPr>
          <p:nvPr>
            <p:ph type="body" sz="quarter" idx="26"/>
          </p:nvPr>
        </p:nvSpPr>
        <p:spPr>
          <a:xfrm>
            <a:off x="501651" y="3015622"/>
            <a:ext cx="5181600" cy="274320"/>
          </a:xfrm>
          <a:prstGeom prst="rect">
            <a:avLst/>
          </a:prstGeom>
          <a:solidFill>
            <a:srgbClr val="B01C2E"/>
          </a:solidFill>
          <a:ln>
            <a:solidFill>
              <a:srgbClr val="B01C2E"/>
            </a:solidFill>
          </a:ln>
        </p:spPr>
        <p:txBody>
          <a:bodyPr/>
          <a:lstStyle>
            <a:lvl1pPr marL="0" marR="0" indent="0" algn="l" defTabSz="914400" rtl="0" eaLnBrk="1" fontAlgn="auto" latinLnBrk="0" hangingPunct="1">
              <a:lnSpc>
                <a:spcPct val="100000"/>
              </a:lnSpc>
              <a:spcBef>
                <a:spcPct val="20000"/>
              </a:spcBef>
              <a:spcAft>
                <a:spcPts val="0"/>
              </a:spcAft>
              <a:buClr>
                <a:srgbClr val="C00000"/>
              </a:buClr>
              <a:buSzTx/>
              <a:buFont typeface="Wingdings" pitchFamily="2" charset="2"/>
              <a:buNone/>
              <a:tabLst/>
              <a:defRPr sz="1200" b="1" baseline="0">
                <a:solidFill>
                  <a:schemeClr val="bg1"/>
                </a:solidFill>
              </a:defRPr>
            </a:lvl1pPr>
          </a:lstStyle>
          <a:p>
            <a:pPr lvl="0"/>
            <a:r>
              <a:rPr lang="en-US"/>
              <a:t>Click to edit Master text styles</a:t>
            </a:r>
          </a:p>
        </p:txBody>
      </p:sp>
      <p:sp>
        <p:nvSpPr>
          <p:cNvPr id="27" name="Text Placeholder 5"/>
          <p:cNvSpPr>
            <a:spLocks noGrp="1"/>
          </p:cNvSpPr>
          <p:nvPr>
            <p:ph type="body" sz="quarter" idx="29"/>
          </p:nvPr>
        </p:nvSpPr>
        <p:spPr>
          <a:xfrm>
            <a:off x="6191251" y="3015622"/>
            <a:ext cx="5181600" cy="274320"/>
          </a:xfrm>
          <a:prstGeom prst="rect">
            <a:avLst/>
          </a:prstGeom>
          <a:solidFill>
            <a:srgbClr val="B01C2E"/>
          </a:solidFill>
          <a:ln>
            <a:solidFill>
              <a:srgbClr val="B01C2E"/>
            </a:solidFill>
          </a:ln>
        </p:spPr>
        <p:txBody>
          <a:bodyPr/>
          <a:lstStyle>
            <a:lvl1pPr marL="0" marR="0" indent="0" algn="l" defTabSz="914400" rtl="0" eaLnBrk="1" fontAlgn="auto" latinLnBrk="0" hangingPunct="1">
              <a:lnSpc>
                <a:spcPct val="100000"/>
              </a:lnSpc>
              <a:spcBef>
                <a:spcPct val="20000"/>
              </a:spcBef>
              <a:spcAft>
                <a:spcPts val="0"/>
              </a:spcAft>
              <a:buClr>
                <a:srgbClr val="C00000"/>
              </a:buClr>
              <a:buSzTx/>
              <a:buFont typeface="Wingdings" pitchFamily="2" charset="2"/>
              <a:buNone/>
              <a:tabLst/>
              <a:defRPr sz="1200" b="1" baseline="0">
                <a:solidFill>
                  <a:schemeClr val="bg1"/>
                </a:solidFill>
              </a:defRPr>
            </a:lvl1pPr>
          </a:lstStyle>
          <a:p>
            <a:pPr lvl="0"/>
            <a:r>
              <a:rPr lang="en-US"/>
              <a:t>Click to edit Master text styles</a:t>
            </a:r>
          </a:p>
        </p:txBody>
      </p:sp>
      <p:sp>
        <p:nvSpPr>
          <p:cNvPr id="26" name="Text Placeholder 5"/>
          <p:cNvSpPr>
            <a:spLocks noGrp="1"/>
          </p:cNvSpPr>
          <p:nvPr>
            <p:ph type="body" sz="quarter" idx="28"/>
          </p:nvPr>
        </p:nvSpPr>
        <p:spPr>
          <a:xfrm>
            <a:off x="6191251" y="1403499"/>
            <a:ext cx="5181600" cy="274320"/>
          </a:xfrm>
          <a:prstGeom prst="rect">
            <a:avLst/>
          </a:prstGeom>
          <a:solidFill>
            <a:srgbClr val="B01C2E"/>
          </a:solidFill>
          <a:ln>
            <a:solidFill>
              <a:srgbClr val="B01C2E"/>
            </a:solidFill>
          </a:ln>
        </p:spPr>
        <p:txBody>
          <a:bodyPr/>
          <a:lstStyle>
            <a:lvl1pPr marL="0" marR="0" indent="0" algn="l" defTabSz="914400" rtl="0" eaLnBrk="1" fontAlgn="auto" latinLnBrk="0" hangingPunct="1">
              <a:lnSpc>
                <a:spcPct val="100000"/>
              </a:lnSpc>
              <a:spcBef>
                <a:spcPct val="20000"/>
              </a:spcBef>
              <a:spcAft>
                <a:spcPts val="0"/>
              </a:spcAft>
              <a:buClr>
                <a:srgbClr val="C00000"/>
              </a:buClr>
              <a:buSzTx/>
              <a:buFont typeface="Wingdings" pitchFamily="2" charset="2"/>
              <a:buNone/>
              <a:tabLst/>
              <a:defRPr sz="1200" b="1" baseline="0">
                <a:solidFill>
                  <a:schemeClr val="bg1"/>
                </a:solidFill>
              </a:defRPr>
            </a:lvl1pPr>
          </a:lstStyle>
          <a:p>
            <a:pPr lvl="0"/>
            <a:r>
              <a:rPr lang="en-US"/>
              <a:t>Click to edit Master text styles</a:t>
            </a:r>
          </a:p>
        </p:txBody>
      </p:sp>
      <p:sp>
        <p:nvSpPr>
          <p:cNvPr id="23" name="Text Placeholder 5"/>
          <p:cNvSpPr>
            <a:spLocks noGrp="1"/>
          </p:cNvSpPr>
          <p:nvPr>
            <p:ph type="body" sz="quarter" idx="25"/>
          </p:nvPr>
        </p:nvSpPr>
        <p:spPr>
          <a:xfrm>
            <a:off x="501651" y="1403499"/>
            <a:ext cx="5181600" cy="274320"/>
          </a:xfrm>
          <a:prstGeom prst="rect">
            <a:avLst/>
          </a:prstGeom>
          <a:solidFill>
            <a:srgbClr val="B01C2E"/>
          </a:solidFill>
          <a:ln>
            <a:solidFill>
              <a:srgbClr val="B01C2E"/>
            </a:solidFill>
          </a:ln>
        </p:spPr>
        <p:txBody>
          <a:bodyPr/>
          <a:lstStyle>
            <a:lvl1pPr marL="0" marR="0" indent="0" algn="l" defTabSz="914400" rtl="0" eaLnBrk="1" fontAlgn="auto" latinLnBrk="0" hangingPunct="1">
              <a:lnSpc>
                <a:spcPct val="100000"/>
              </a:lnSpc>
              <a:spcBef>
                <a:spcPct val="20000"/>
              </a:spcBef>
              <a:spcAft>
                <a:spcPts val="0"/>
              </a:spcAft>
              <a:buClr>
                <a:srgbClr val="C00000"/>
              </a:buClr>
              <a:buSzTx/>
              <a:buFont typeface="Wingdings" pitchFamily="2" charset="2"/>
              <a:buNone/>
              <a:tabLst/>
              <a:defRPr sz="1200" b="1" baseline="0">
                <a:solidFill>
                  <a:schemeClr val="bg1"/>
                </a:solidFill>
              </a:defRPr>
            </a:lvl1pPr>
          </a:lstStyle>
          <a:p>
            <a:pPr lvl="0"/>
            <a:r>
              <a:rPr lang="en-US"/>
              <a:t>Click to edit Master text styles</a:t>
            </a:r>
          </a:p>
        </p:txBody>
      </p:sp>
      <p:sp>
        <p:nvSpPr>
          <p:cNvPr id="17"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8" name="Text Placeholder 5"/>
          <p:cNvSpPr>
            <a:spLocks noGrp="1"/>
          </p:cNvSpPr>
          <p:nvPr>
            <p:ph type="body" sz="quarter" idx="31"/>
          </p:nvPr>
        </p:nvSpPr>
        <p:spPr>
          <a:xfrm>
            <a:off x="501651" y="1676400"/>
            <a:ext cx="5181600" cy="1252728"/>
          </a:xfrm>
          <a:prstGeom prst="rect">
            <a:avLst/>
          </a:prstGeom>
          <a:solidFill>
            <a:srgbClr val="FFFFFF"/>
          </a:solidFill>
          <a:ln>
            <a:solidFill>
              <a:srgbClr val="C0C0C0"/>
            </a:solidFill>
          </a:ln>
        </p:spPr>
        <p:txBody>
          <a:bodyPr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2000" baseline="0"/>
            </a:lvl3pPr>
            <a:lvl4pPr marL="685800">
              <a:buClr>
                <a:srgbClr val="B01C2E"/>
              </a:buClr>
              <a:buFont typeface="Arial" pitchFamily="34" charset="0"/>
              <a:buChar char="–"/>
              <a:defRPr sz="1200"/>
            </a:lvl4pPr>
            <a:lvl5pPr marL="9144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1" name="Text Placeholder 5"/>
          <p:cNvSpPr>
            <a:spLocks noGrp="1"/>
          </p:cNvSpPr>
          <p:nvPr>
            <p:ph type="body" sz="quarter" idx="32"/>
          </p:nvPr>
        </p:nvSpPr>
        <p:spPr>
          <a:xfrm>
            <a:off x="501651" y="3302419"/>
            <a:ext cx="5181600" cy="1252728"/>
          </a:xfrm>
          <a:prstGeom prst="rect">
            <a:avLst/>
          </a:prstGeom>
          <a:solidFill>
            <a:srgbClr val="FFFFFF"/>
          </a:solidFill>
          <a:ln>
            <a:solidFill>
              <a:srgbClr val="C0C0C0"/>
            </a:solidFill>
          </a:ln>
        </p:spPr>
        <p:txBody>
          <a:bodyPr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2000" baseline="0"/>
            </a:lvl3pPr>
            <a:lvl4pPr marL="685800">
              <a:buClr>
                <a:srgbClr val="B01C2E"/>
              </a:buClr>
              <a:buFont typeface="Arial" pitchFamily="34" charset="0"/>
              <a:buChar char="–"/>
              <a:defRPr sz="1200"/>
            </a:lvl4pPr>
            <a:lvl5pPr marL="9144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2" name="Text Placeholder 5"/>
          <p:cNvSpPr>
            <a:spLocks noGrp="1"/>
          </p:cNvSpPr>
          <p:nvPr>
            <p:ph type="body" sz="quarter" idx="33"/>
          </p:nvPr>
        </p:nvSpPr>
        <p:spPr>
          <a:xfrm>
            <a:off x="501651" y="4914990"/>
            <a:ext cx="5181600" cy="1252728"/>
          </a:xfrm>
          <a:prstGeom prst="rect">
            <a:avLst/>
          </a:prstGeom>
          <a:solidFill>
            <a:srgbClr val="FFFFFF"/>
          </a:solidFill>
          <a:ln>
            <a:solidFill>
              <a:srgbClr val="C0C0C0"/>
            </a:solidFill>
          </a:ln>
        </p:spPr>
        <p:txBody>
          <a:bodyPr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2000" baseline="0"/>
            </a:lvl3pPr>
            <a:lvl4pPr marL="685800">
              <a:buClr>
                <a:srgbClr val="B01C2E"/>
              </a:buClr>
              <a:buFont typeface="Arial" pitchFamily="34" charset="0"/>
              <a:buChar char="–"/>
              <a:defRPr sz="1200"/>
            </a:lvl4pPr>
            <a:lvl5pPr marL="9144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3" name="Text Placeholder 5"/>
          <p:cNvSpPr>
            <a:spLocks noGrp="1"/>
          </p:cNvSpPr>
          <p:nvPr>
            <p:ph type="body" sz="quarter" idx="34"/>
          </p:nvPr>
        </p:nvSpPr>
        <p:spPr>
          <a:xfrm>
            <a:off x="6191251" y="1676400"/>
            <a:ext cx="5181600" cy="1252728"/>
          </a:xfrm>
          <a:prstGeom prst="rect">
            <a:avLst/>
          </a:prstGeom>
          <a:solidFill>
            <a:srgbClr val="FFFFFF"/>
          </a:solidFill>
          <a:ln>
            <a:solidFill>
              <a:srgbClr val="C0C0C0"/>
            </a:solidFill>
          </a:ln>
        </p:spPr>
        <p:txBody>
          <a:bodyPr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2000" baseline="0"/>
            </a:lvl3pPr>
            <a:lvl4pPr marL="685800">
              <a:buClr>
                <a:srgbClr val="B01C2E"/>
              </a:buClr>
              <a:buFont typeface="Arial" pitchFamily="34" charset="0"/>
              <a:buChar char="–"/>
              <a:defRPr sz="1200"/>
            </a:lvl4pPr>
            <a:lvl5pPr marL="9144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4" name="Text Placeholder 5"/>
          <p:cNvSpPr>
            <a:spLocks noGrp="1"/>
          </p:cNvSpPr>
          <p:nvPr>
            <p:ph type="body" sz="quarter" idx="35"/>
          </p:nvPr>
        </p:nvSpPr>
        <p:spPr>
          <a:xfrm>
            <a:off x="6191251" y="3302418"/>
            <a:ext cx="5181600" cy="1252728"/>
          </a:xfrm>
          <a:prstGeom prst="rect">
            <a:avLst/>
          </a:prstGeom>
          <a:solidFill>
            <a:srgbClr val="FFFFFF"/>
          </a:solidFill>
          <a:ln>
            <a:solidFill>
              <a:srgbClr val="C0C0C0"/>
            </a:solidFill>
          </a:ln>
        </p:spPr>
        <p:txBody>
          <a:bodyPr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2000" baseline="0"/>
            </a:lvl3pPr>
            <a:lvl4pPr marL="685800">
              <a:buClr>
                <a:srgbClr val="B01C2E"/>
              </a:buClr>
              <a:buFont typeface="Arial" pitchFamily="34" charset="0"/>
              <a:buChar char="–"/>
              <a:defRPr sz="1200"/>
            </a:lvl4pPr>
            <a:lvl5pPr marL="9144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5" name="Text Placeholder 5"/>
          <p:cNvSpPr>
            <a:spLocks noGrp="1"/>
          </p:cNvSpPr>
          <p:nvPr>
            <p:ph type="body" sz="quarter" idx="36"/>
          </p:nvPr>
        </p:nvSpPr>
        <p:spPr>
          <a:xfrm>
            <a:off x="6191251" y="4914990"/>
            <a:ext cx="5181600" cy="1252728"/>
          </a:xfrm>
          <a:prstGeom prst="rect">
            <a:avLst/>
          </a:prstGeom>
          <a:solidFill>
            <a:srgbClr val="FFFFFF"/>
          </a:solidFill>
          <a:ln>
            <a:solidFill>
              <a:srgbClr val="C0C0C0"/>
            </a:solidFill>
          </a:ln>
        </p:spPr>
        <p:txBody>
          <a:bodyPr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2000" baseline="0"/>
            </a:lvl3pPr>
            <a:lvl4pPr marL="685800">
              <a:buClr>
                <a:srgbClr val="B01C2E"/>
              </a:buClr>
              <a:buFont typeface="Arial" pitchFamily="34" charset="0"/>
              <a:buChar char="–"/>
              <a:defRPr sz="1200"/>
            </a:lvl4pPr>
            <a:lvl5pPr marL="9144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Slide Number Placeholder 9"/>
          <p:cNvSpPr>
            <a:spLocks noGrp="1"/>
          </p:cNvSpPr>
          <p:nvPr>
            <p:ph type="sldNum" sz="quarter" idx="37"/>
          </p:nvPr>
        </p:nvSpPr>
        <p:spPr/>
        <p:txBody>
          <a:bodyPr/>
          <a:lstStyle>
            <a:lvl1pPr>
              <a:defRPr/>
            </a:lvl1pPr>
          </a:lstStyle>
          <a:p>
            <a:fld id="{A23329EE-AB34-E748-89A3-8E74FFF398F3}" type="slidenum">
              <a:rPr lang="en-US" altLang="en-US"/>
              <a:pPr/>
              <a:t>‹#›</a:t>
            </a:fld>
            <a:endParaRPr lang="en-US" altLang="en-US"/>
          </a:p>
        </p:txBody>
      </p:sp>
      <p:sp>
        <p:nvSpPr>
          <p:cNvPr id="16" name="Footer Placeholder 12"/>
          <p:cNvSpPr>
            <a:spLocks noGrp="1"/>
          </p:cNvSpPr>
          <p:nvPr>
            <p:ph type="ftr" sz="quarter" idx="38"/>
          </p:nvPr>
        </p:nvSpPr>
        <p:spPr/>
        <p:txBody>
          <a:bodyPr/>
          <a:lstStyle>
            <a:lvl1pPr>
              <a:defRPr/>
            </a:lvl1pPr>
          </a:lstStyle>
          <a:p>
            <a:pPr>
              <a:defRPr/>
            </a:pPr>
            <a:r>
              <a:rPr lang="en-US"/>
              <a:t>Redemptions</a:t>
            </a:r>
            <a:endParaRPr lang="en-US" dirty="0"/>
          </a:p>
        </p:txBody>
      </p:sp>
    </p:spTree>
    <p:extLst>
      <p:ext uri="{BB962C8B-B14F-4D97-AF65-F5344CB8AC3E}">
        <p14:creationId xmlns:p14="http://schemas.microsoft.com/office/powerpoint/2010/main" val="211799333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Text Blocks - Five Palettes">
    <p:spTree>
      <p:nvGrpSpPr>
        <p:cNvPr id="1" name=""/>
        <p:cNvGrpSpPr/>
        <p:nvPr/>
      </p:nvGrpSpPr>
      <p:grpSpPr>
        <a:xfrm>
          <a:off x="0" y="0"/>
          <a:ext cx="0" cy="0"/>
          <a:chOff x="0" y="0"/>
          <a:chExt cx="0" cy="0"/>
        </a:xfrm>
      </p:grpSpPr>
      <p:sp>
        <p:nvSpPr>
          <p:cNvPr id="14" name="Text Placeholder 5"/>
          <p:cNvSpPr>
            <a:spLocks noGrp="1"/>
          </p:cNvSpPr>
          <p:nvPr>
            <p:ph type="body" sz="quarter" idx="25"/>
          </p:nvPr>
        </p:nvSpPr>
        <p:spPr>
          <a:xfrm>
            <a:off x="601565" y="1402080"/>
            <a:ext cx="2011680" cy="274320"/>
          </a:xfrm>
          <a:prstGeom prst="rect">
            <a:avLst/>
          </a:prstGeom>
          <a:solidFill>
            <a:srgbClr val="B01C2E"/>
          </a:solidFill>
          <a:ln>
            <a:solidFill>
              <a:srgbClr val="B01C2E"/>
            </a:solidFill>
          </a:ln>
        </p:spPr>
        <p:txBody>
          <a:bodyPr anchor="ctr"/>
          <a:lstStyle>
            <a:lvl1pPr marL="0" marR="0" indent="0" algn="l" defTabSz="914400" rtl="0" eaLnBrk="1" fontAlgn="auto" latinLnBrk="0" hangingPunct="1">
              <a:lnSpc>
                <a:spcPct val="100000"/>
              </a:lnSpc>
              <a:spcBef>
                <a:spcPts val="0"/>
              </a:spcBef>
              <a:spcAft>
                <a:spcPts val="0"/>
              </a:spcAft>
              <a:buClr>
                <a:srgbClr val="C00000"/>
              </a:buClr>
              <a:buSzTx/>
              <a:buFont typeface="Wingdings" pitchFamily="2" charset="2"/>
              <a:buNone/>
              <a:tabLst/>
              <a:defRPr sz="1100" b="1" baseline="0">
                <a:solidFill>
                  <a:schemeClr val="bg1"/>
                </a:solidFill>
              </a:defRPr>
            </a:lvl1pPr>
          </a:lstStyle>
          <a:p>
            <a:pPr lvl="0"/>
            <a:r>
              <a:rPr lang="en-US"/>
              <a:t>Click to edit Master text styles</a:t>
            </a:r>
          </a:p>
        </p:txBody>
      </p:sp>
      <p:sp>
        <p:nvSpPr>
          <p:cNvPr id="24" name="Text Placeholder 5"/>
          <p:cNvSpPr>
            <a:spLocks noGrp="1"/>
          </p:cNvSpPr>
          <p:nvPr>
            <p:ph type="body" sz="quarter" idx="35"/>
          </p:nvPr>
        </p:nvSpPr>
        <p:spPr>
          <a:xfrm>
            <a:off x="2844800" y="1402080"/>
            <a:ext cx="2011680" cy="274320"/>
          </a:xfrm>
          <a:prstGeom prst="rect">
            <a:avLst/>
          </a:prstGeom>
          <a:solidFill>
            <a:srgbClr val="B01C2E"/>
          </a:solidFill>
          <a:ln>
            <a:solidFill>
              <a:srgbClr val="B01C2E"/>
            </a:solidFill>
          </a:ln>
        </p:spPr>
        <p:txBody>
          <a:bodyPr anchor="ctr"/>
          <a:lstStyle>
            <a:lvl1pPr marL="0" marR="0" indent="0" algn="l" defTabSz="914400" rtl="0" eaLnBrk="1" fontAlgn="auto" latinLnBrk="0" hangingPunct="1">
              <a:lnSpc>
                <a:spcPct val="100000"/>
              </a:lnSpc>
              <a:spcBef>
                <a:spcPts val="0"/>
              </a:spcBef>
              <a:spcAft>
                <a:spcPts val="0"/>
              </a:spcAft>
              <a:buClr>
                <a:srgbClr val="C00000"/>
              </a:buClr>
              <a:buSzTx/>
              <a:buFont typeface="Wingdings" pitchFamily="2" charset="2"/>
              <a:buNone/>
              <a:tabLst/>
              <a:defRPr sz="1100" b="1" baseline="0">
                <a:solidFill>
                  <a:schemeClr val="bg1"/>
                </a:solidFill>
              </a:defRPr>
            </a:lvl1pPr>
          </a:lstStyle>
          <a:p>
            <a:pPr lvl="0"/>
            <a:r>
              <a:rPr lang="en-US"/>
              <a:t>Click to edit Master text styles</a:t>
            </a:r>
          </a:p>
        </p:txBody>
      </p:sp>
      <p:sp>
        <p:nvSpPr>
          <p:cNvPr id="25" name="Text Placeholder 5"/>
          <p:cNvSpPr>
            <a:spLocks noGrp="1"/>
          </p:cNvSpPr>
          <p:nvPr>
            <p:ph type="body" sz="quarter" idx="36"/>
          </p:nvPr>
        </p:nvSpPr>
        <p:spPr>
          <a:xfrm>
            <a:off x="5130360" y="1402080"/>
            <a:ext cx="2011680" cy="274320"/>
          </a:xfrm>
          <a:prstGeom prst="rect">
            <a:avLst/>
          </a:prstGeom>
          <a:solidFill>
            <a:srgbClr val="B01C2E"/>
          </a:solidFill>
          <a:ln>
            <a:solidFill>
              <a:srgbClr val="B01C2E"/>
            </a:solidFill>
          </a:ln>
        </p:spPr>
        <p:txBody>
          <a:bodyPr anchor="ctr"/>
          <a:lstStyle>
            <a:lvl1pPr marL="0" marR="0" indent="0" algn="l" defTabSz="914400" rtl="0" eaLnBrk="1" fontAlgn="auto" latinLnBrk="0" hangingPunct="1">
              <a:lnSpc>
                <a:spcPct val="100000"/>
              </a:lnSpc>
              <a:spcBef>
                <a:spcPts val="0"/>
              </a:spcBef>
              <a:spcAft>
                <a:spcPts val="0"/>
              </a:spcAft>
              <a:buClr>
                <a:srgbClr val="C00000"/>
              </a:buClr>
              <a:buSzTx/>
              <a:buFont typeface="Wingdings" pitchFamily="2" charset="2"/>
              <a:buNone/>
              <a:tabLst/>
              <a:defRPr sz="1100" b="1" baseline="0">
                <a:solidFill>
                  <a:schemeClr val="bg1"/>
                </a:solidFill>
              </a:defRPr>
            </a:lvl1pPr>
          </a:lstStyle>
          <a:p>
            <a:pPr lvl="0"/>
            <a:r>
              <a:rPr lang="en-US"/>
              <a:t>Click to edit Master text styles</a:t>
            </a:r>
          </a:p>
        </p:txBody>
      </p:sp>
      <p:sp>
        <p:nvSpPr>
          <p:cNvPr id="26" name="Text Placeholder 5"/>
          <p:cNvSpPr>
            <a:spLocks noGrp="1"/>
          </p:cNvSpPr>
          <p:nvPr>
            <p:ph type="body" sz="quarter" idx="37"/>
          </p:nvPr>
        </p:nvSpPr>
        <p:spPr>
          <a:xfrm>
            <a:off x="7408972" y="1402080"/>
            <a:ext cx="2011680" cy="274320"/>
          </a:xfrm>
          <a:prstGeom prst="rect">
            <a:avLst/>
          </a:prstGeom>
          <a:solidFill>
            <a:srgbClr val="B01C2E"/>
          </a:solidFill>
          <a:ln>
            <a:solidFill>
              <a:srgbClr val="B01C2E"/>
            </a:solidFill>
          </a:ln>
        </p:spPr>
        <p:txBody>
          <a:bodyPr anchor="ctr"/>
          <a:lstStyle>
            <a:lvl1pPr marL="0" marR="0" indent="0" algn="l" defTabSz="914400" rtl="0" eaLnBrk="1" fontAlgn="auto" latinLnBrk="0" hangingPunct="1">
              <a:lnSpc>
                <a:spcPct val="100000"/>
              </a:lnSpc>
              <a:spcBef>
                <a:spcPts val="0"/>
              </a:spcBef>
              <a:spcAft>
                <a:spcPts val="0"/>
              </a:spcAft>
              <a:buClr>
                <a:srgbClr val="C00000"/>
              </a:buClr>
              <a:buSzTx/>
              <a:buFont typeface="Wingdings" pitchFamily="2" charset="2"/>
              <a:buNone/>
              <a:tabLst/>
              <a:defRPr sz="1100" b="1" baseline="0">
                <a:solidFill>
                  <a:schemeClr val="bg1"/>
                </a:solidFill>
              </a:defRPr>
            </a:lvl1pPr>
          </a:lstStyle>
          <a:p>
            <a:pPr lvl="0"/>
            <a:r>
              <a:rPr lang="en-US"/>
              <a:t>Click to edit Master text styles</a:t>
            </a:r>
          </a:p>
        </p:txBody>
      </p:sp>
      <p:sp>
        <p:nvSpPr>
          <p:cNvPr id="27" name="Text Placeholder 5"/>
          <p:cNvSpPr>
            <a:spLocks noGrp="1"/>
          </p:cNvSpPr>
          <p:nvPr>
            <p:ph type="body" sz="quarter" idx="38"/>
          </p:nvPr>
        </p:nvSpPr>
        <p:spPr>
          <a:xfrm>
            <a:off x="9747251" y="1402080"/>
            <a:ext cx="2011680" cy="274320"/>
          </a:xfrm>
          <a:prstGeom prst="rect">
            <a:avLst/>
          </a:prstGeom>
          <a:solidFill>
            <a:srgbClr val="B01C2E"/>
          </a:solidFill>
          <a:ln>
            <a:solidFill>
              <a:srgbClr val="B01C2E"/>
            </a:solidFill>
          </a:ln>
        </p:spPr>
        <p:txBody>
          <a:bodyPr anchor="ctr"/>
          <a:lstStyle>
            <a:lvl1pPr marL="0" marR="0" indent="0" algn="l" defTabSz="914400" rtl="0" eaLnBrk="1" fontAlgn="auto" latinLnBrk="0" hangingPunct="1">
              <a:lnSpc>
                <a:spcPct val="100000"/>
              </a:lnSpc>
              <a:spcBef>
                <a:spcPts val="0"/>
              </a:spcBef>
              <a:spcAft>
                <a:spcPts val="0"/>
              </a:spcAft>
              <a:buClr>
                <a:srgbClr val="C00000"/>
              </a:buClr>
              <a:buSzTx/>
              <a:buFont typeface="Wingdings" pitchFamily="2" charset="2"/>
              <a:buNone/>
              <a:tabLst/>
              <a:defRPr sz="1100" b="1" baseline="0">
                <a:solidFill>
                  <a:schemeClr val="bg1"/>
                </a:solidFill>
              </a:defRPr>
            </a:lvl1pPr>
          </a:lstStyle>
          <a:p>
            <a:pPr lvl="0"/>
            <a:r>
              <a:rPr lang="en-US"/>
              <a:t>Click to edit Master text styles</a:t>
            </a:r>
          </a:p>
        </p:txBody>
      </p:sp>
      <p:sp>
        <p:nvSpPr>
          <p:cNvPr id="15"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6" name="Text Placeholder 5"/>
          <p:cNvSpPr>
            <a:spLocks noGrp="1"/>
          </p:cNvSpPr>
          <p:nvPr>
            <p:ph type="body" sz="quarter" idx="39"/>
          </p:nvPr>
        </p:nvSpPr>
        <p:spPr>
          <a:xfrm>
            <a:off x="601565" y="1676400"/>
            <a:ext cx="2011680" cy="4389120"/>
          </a:xfrm>
          <a:prstGeom prst="rect">
            <a:avLst/>
          </a:prstGeom>
          <a:solidFill>
            <a:srgbClr val="FFFFFF"/>
          </a:solidFill>
          <a:ln>
            <a:solidFill>
              <a:srgbClr val="C0C0C0"/>
            </a:solidFill>
          </a:ln>
        </p:spPr>
        <p:txBody>
          <a:bodyPr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100" baseline="0"/>
            </a:lvl1pPr>
            <a:lvl2pPr marL="329184" indent="-164592">
              <a:buClr>
                <a:srgbClr val="B01C2E"/>
              </a:buClr>
              <a:buFont typeface="Arial" pitchFamily="34" charset="0"/>
              <a:buChar char="•"/>
              <a:defRPr sz="1100" baseline="0"/>
            </a:lvl2pPr>
            <a:lvl3pPr marL="438912" indent="-173736">
              <a:buClr>
                <a:srgbClr val="B01C2E"/>
              </a:buClr>
              <a:buFont typeface="Arial" pitchFamily="34" charset="0"/>
              <a:buChar char="‒"/>
              <a:defRPr sz="1100" baseline="0"/>
            </a:lvl3pPr>
          </a:lstStyle>
          <a:p>
            <a:pPr lvl="0"/>
            <a:r>
              <a:rPr lang="en-US"/>
              <a:t>Click to edit Master text styles</a:t>
            </a:r>
          </a:p>
          <a:p>
            <a:pPr lvl="1"/>
            <a:r>
              <a:rPr lang="en-US"/>
              <a:t>Second level</a:t>
            </a:r>
          </a:p>
          <a:p>
            <a:pPr lvl="2"/>
            <a:r>
              <a:rPr lang="en-US"/>
              <a:t>Third level</a:t>
            </a:r>
          </a:p>
        </p:txBody>
      </p:sp>
      <p:sp>
        <p:nvSpPr>
          <p:cNvPr id="17" name="Text Placeholder 5"/>
          <p:cNvSpPr>
            <a:spLocks noGrp="1"/>
          </p:cNvSpPr>
          <p:nvPr>
            <p:ph type="body" sz="quarter" idx="40"/>
          </p:nvPr>
        </p:nvSpPr>
        <p:spPr>
          <a:xfrm>
            <a:off x="2844800" y="1676400"/>
            <a:ext cx="2011680" cy="4389120"/>
          </a:xfrm>
          <a:prstGeom prst="rect">
            <a:avLst/>
          </a:prstGeom>
          <a:solidFill>
            <a:srgbClr val="FFFFFF"/>
          </a:solidFill>
          <a:ln>
            <a:solidFill>
              <a:srgbClr val="C0C0C0"/>
            </a:solidFill>
          </a:ln>
        </p:spPr>
        <p:txBody>
          <a:bodyPr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100" baseline="0"/>
            </a:lvl1pPr>
            <a:lvl2pPr marL="329184" indent="-164592">
              <a:buClr>
                <a:srgbClr val="B01C2E"/>
              </a:buClr>
              <a:buFont typeface="Arial" pitchFamily="34" charset="0"/>
              <a:buChar char="•"/>
              <a:defRPr sz="1100" baseline="0"/>
            </a:lvl2pPr>
            <a:lvl3pPr marL="438912" indent="-173736">
              <a:buClr>
                <a:srgbClr val="B01C2E"/>
              </a:buClr>
              <a:buFont typeface="Arial" pitchFamily="34" charset="0"/>
              <a:buChar char="‒"/>
              <a:defRPr sz="1100" baseline="0"/>
            </a:lvl3pPr>
          </a:lstStyle>
          <a:p>
            <a:pPr lvl="0"/>
            <a:r>
              <a:rPr lang="en-US"/>
              <a:t>Click to edit Master text styles</a:t>
            </a:r>
          </a:p>
          <a:p>
            <a:pPr lvl="1"/>
            <a:r>
              <a:rPr lang="en-US"/>
              <a:t>Second level</a:t>
            </a:r>
          </a:p>
          <a:p>
            <a:pPr lvl="2"/>
            <a:r>
              <a:rPr lang="en-US"/>
              <a:t>Third level</a:t>
            </a:r>
          </a:p>
        </p:txBody>
      </p:sp>
      <p:sp>
        <p:nvSpPr>
          <p:cNvPr id="18" name="Text Placeholder 5"/>
          <p:cNvSpPr>
            <a:spLocks noGrp="1"/>
          </p:cNvSpPr>
          <p:nvPr>
            <p:ph type="body" sz="quarter" idx="41"/>
          </p:nvPr>
        </p:nvSpPr>
        <p:spPr>
          <a:xfrm>
            <a:off x="5130360" y="1676400"/>
            <a:ext cx="2011680" cy="4389120"/>
          </a:xfrm>
          <a:prstGeom prst="rect">
            <a:avLst/>
          </a:prstGeom>
          <a:solidFill>
            <a:srgbClr val="FFFFFF"/>
          </a:solidFill>
          <a:ln>
            <a:solidFill>
              <a:srgbClr val="C0C0C0"/>
            </a:solidFill>
          </a:ln>
        </p:spPr>
        <p:txBody>
          <a:bodyPr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100" baseline="0"/>
            </a:lvl1pPr>
            <a:lvl2pPr marL="329184" indent="-164592">
              <a:buClr>
                <a:srgbClr val="B01C2E"/>
              </a:buClr>
              <a:buFont typeface="Arial" pitchFamily="34" charset="0"/>
              <a:buChar char="•"/>
              <a:defRPr sz="1100" baseline="0"/>
            </a:lvl2pPr>
            <a:lvl3pPr marL="438912" indent="-173736">
              <a:buClr>
                <a:srgbClr val="B01C2E"/>
              </a:buClr>
              <a:buFont typeface="Arial" pitchFamily="34" charset="0"/>
              <a:buChar char="‒"/>
              <a:defRPr sz="1100" baseline="0"/>
            </a:lvl3pPr>
          </a:lstStyle>
          <a:p>
            <a:pPr lvl="0"/>
            <a:r>
              <a:rPr lang="en-US"/>
              <a:t>Click to edit Master text styles</a:t>
            </a:r>
          </a:p>
          <a:p>
            <a:pPr lvl="1"/>
            <a:r>
              <a:rPr lang="en-US"/>
              <a:t>Second level</a:t>
            </a:r>
          </a:p>
          <a:p>
            <a:pPr lvl="2"/>
            <a:r>
              <a:rPr lang="en-US"/>
              <a:t>Third level</a:t>
            </a:r>
          </a:p>
        </p:txBody>
      </p:sp>
      <p:sp>
        <p:nvSpPr>
          <p:cNvPr id="28" name="Text Placeholder 5"/>
          <p:cNvSpPr>
            <a:spLocks noGrp="1"/>
          </p:cNvSpPr>
          <p:nvPr>
            <p:ph type="body" sz="quarter" idx="42"/>
          </p:nvPr>
        </p:nvSpPr>
        <p:spPr>
          <a:xfrm>
            <a:off x="7408972" y="1676400"/>
            <a:ext cx="2011680" cy="4389120"/>
          </a:xfrm>
          <a:prstGeom prst="rect">
            <a:avLst/>
          </a:prstGeom>
          <a:solidFill>
            <a:srgbClr val="FFFFFF"/>
          </a:solidFill>
          <a:ln>
            <a:solidFill>
              <a:srgbClr val="C0C0C0"/>
            </a:solidFill>
          </a:ln>
        </p:spPr>
        <p:txBody>
          <a:bodyPr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100" baseline="0"/>
            </a:lvl1pPr>
            <a:lvl2pPr marL="329184" indent="-164592">
              <a:buClr>
                <a:srgbClr val="B01C2E"/>
              </a:buClr>
              <a:buFont typeface="Arial" pitchFamily="34" charset="0"/>
              <a:buChar char="•"/>
              <a:defRPr sz="1100" baseline="0"/>
            </a:lvl2pPr>
            <a:lvl3pPr marL="438912" indent="-173736">
              <a:buClr>
                <a:srgbClr val="B01C2E"/>
              </a:buClr>
              <a:buFont typeface="Arial" pitchFamily="34" charset="0"/>
              <a:buChar char="‒"/>
              <a:defRPr sz="1100" baseline="0"/>
            </a:lvl3pPr>
          </a:lstStyle>
          <a:p>
            <a:pPr lvl="0"/>
            <a:r>
              <a:rPr lang="en-US"/>
              <a:t>Click to edit Master text styles</a:t>
            </a:r>
          </a:p>
          <a:p>
            <a:pPr lvl="1"/>
            <a:r>
              <a:rPr lang="en-US"/>
              <a:t>Second level</a:t>
            </a:r>
          </a:p>
          <a:p>
            <a:pPr lvl="2"/>
            <a:r>
              <a:rPr lang="en-US"/>
              <a:t>Third level</a:t>
            </a:r>
          </a:p>
        </p:txBody>
      </p:sp>
      <p:sp>
        <p:nvSpPr>
          <p:cNvPr id="29" name="Text Placeholder 5"/>
          <p:cNvSpPr>
            <a:spLocks noGrp="1"/>
          </p:cNvSpPr>
          <p:nvPr>
            <p:ph type="body" sz="quarter" idx="43"/>
          </p:nvPr>
        </p:nvSpPr>
        <p:spPr>
          <a:xfrm>
            <a:off x="9747251" y="1676400"/>
            <a:ext cx="2011680" cy="4389120"/>
          </a:xfrm>
          <a:prstGeom prst="rect">
            <a:avLst/>
          </a:prstGeom>
          <a:solidFill>
            <a:srgbClr val="FFFFFF"/>
          </a:solidFill>
          <a:ln>
            <a:solidFill>
              <a:srgbClr val="C0C0C0"/>
            </a:solidFill>
          </a:ln>
        </p:spPr>
        <p:txBody>
          <a:bodyPr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100" baseline="0"/>
            </a:lvl1pPr>
            <a:lvl2pPr marL="329184" indent="-164592">
              <a:buClr>
                <a:srgbClr val="B01C2E"/>
              </a:buClr>
              <a:buFont typeface="Arial" pitchFamily="34" charset="0"/>
              <a:buChar char="•"/>
              <a:defRPr sz="1100" baseline="0"/>
            </a:lvl2pPr>
            <a:lvl3pPr marL="438912" indent="-173736">
              <a:buClr>
                <a:srgbClr val="B01C2E"/>
              </a:buClr>
              <a:buFont typeface="Arial" pitchFamily="34" charset="0"/>
              <a:buChar char="‒"/>
              <a:defRPr sz="1100" baseline="0"/>
            </a:lvl3pPr>
          </a:lstStyle>
          <a:p>
            <a:pPr lvl="0"/>
            <a:r>
              <a:rPr lang="en-US"/>
              <a:t>Click to edit Master text styles</a:t>
            </a:r>
          </a:p>
          <a:p>
            <a:pPr lvl="1"/>
            <a:r>
              <a:rPr lang="en-US"/>
              <a:t>Second level</a:t>
            </a:r>
          </a:p>
          <a:p>
            <a:pPr lvl="2"/>
            <a:r>
              <a:rPr lang="en-US"/>
              <a:t>Third level</a:t>
            </a:r>
          </a:p>
        </p:txBody>
      </p:sp>
      <p:sp>
        <p:nvSpPr>
          <p:cNvPr id="13" name="Slide Number Placeholder 9"/>
          <p:cNvSpPr>
            <a:spLocks noGrp="1"/>
          </p:cNvSpPr>
          <p:nvPr>
            <p:ph type="sldNum" sz="quarter" idx="44"/>
          </p:nvPr>
        </p:nvSpPr>
        <p:spPr/>
        <p:txBody>
          <a:bodyPr/>
          <a:lstStyle>
            <a:lvl1pPr>
              <a:defRPr/>
            </a:lvl1pPr>
          </a:lstStyle>
          <a:p>
            <a:fld id="{1EB3DA79-8920-3645-A529-9AD16B41E65B}" type="slidenum">
              <a:rPr lang="en-US" altLang="en-US"/>
              <a:pPr/>
              <a:t>‹#›</a:t>
            </a:fld>
            <a:endParaRPr lang="en-US" altLang="en-US"/>
          </a:p>
        </p:txBody>
      </p:sp>
      <p:sp>
        <p:nvSpPr>
          <p:cNvPr id="19" name="Footer Placeholder 12"/>
          <p:cNvSpPr>
            <a:spLocks noGrp="1"/>
          </p:cNvSpPr>
          <p:nvPr>
            <p:ph type="ftr" sz="quarter" idx="45"/>
          </p:nvPr>
        </p:nvSpPr>
        <p:spPr/>
        <p:txBody>
          <a:bodyPr/>
          <a:lstStyle>
            <a:lvl1pPr>
              <a:defRPr/>
            </a:lvl1pPr>
          </a:lstStyle>
          <a:p>
            <a:pPr>
              <a:defRPr/>
            </a:pPr>
            <a:r>
              <a:rPr lang="en-US"/>
              <a:t>Redemptions</a:t>
            </a:r>
          </a:p>
        </p:txBody>
      </p:sp>
    </p:spTree>
    <p:extLst>
      <p:ext uri="{BB962C8B-B14F-4D97-AF65-F5344CB8AC3E}">
        <p14:creationId xmlns:p14="http://schemas.microsoft.com/office/powerpoint/2010/main" val="24485453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Major Points">
    <p:spTree>
      <p:nvGrpSpPr>
        <p:cNvPr id="1" name=""/>
        <p:cNvGrpSpPr/>
        <p:nvPr/>
      </p:nvGrpSpPr>
      <p:grpSpPr>
        <a:xfrm>
          <a:off x="0" y="0"/>
          <a:ext cx="0" cy="0"/>
          <a:chOff x="0" y="0"/>
          <a:chExt cx="0" cy="0"/>
        </a:xfrm>
      </p:grpSpPr>
      <p:sp>
        <p:nvSpPr>
          <p:cNvPr id="8" name="Text Placeholder 7"/>
          <p:cNvSpPr>
            <a:spLocks noGrp="1"/>
          </p:cNvSpPr>
          <p:nvPr>
            <p:ph type="body" sz="quarter" idx="19"/>
          </p:nvPr>
        </p:nvSpPr>
        <p:spPr>
          <a:xfrm>
            <a:off x="609600" y="1417320"/>
            <a:ext cx="2243328" cy="1508760"/>
          </a:xfrm>
          <a:prstGeom prst="rect">
            <a:avLst/>
          </a:prstGeom>
          <a:solidFill>
            <a:srgbClr val="B01C2E"/>
          </a:solidFill>
          <a:ln>
            <a:solidFill>
              <a:srgbClr val="B01C2E"/>
            </a:solidFill>
          </a:ln>
        </p:spPr>
        <p:txBody>
          <a:bodyPr anchor="ctr"/>
          <a:lstStyle>
            <a:lvl1pPr>
              <a:buNone/>
              <a:defRPr sz="1200" b="1" baseline="0">
                <a:solidFill>
                  <a:schemeClr val="bg1"/>
                </a:solidFill>
              </a:defRPr>
            </a:lvl1pPr>
          </a:lstStyle>
          <a:p>
            <a:pPr lvl="0"/>
            <a:r>
              <a:rPr lang="en-US"/>
              <a:t>Click to edit Master text styles</a:t>
            </a:r>
          </a:p>
        </p:txBody>
      </p:sp>
      <p:sp>
        <p:nvSpPr>
          <p:cNvPr id="13" name="Text Placeholder 7"/>
          <p:cNvSpPr>
            <a:spLocks noGrp="1"/>
          </p:cNvSpPr>
          <p:nvPr>
            <p:ph type="body" sz="quarter" idx="21"/>
          </p:nvPr>
        </p:nvSpPr>
        <p:spPr>
          <a:xfrm>
            <a:off x="609600" y="3065544"/>
            <a:ext cx="2243328" cy="1508760"/>
          </a:xfrm>
          <a:prstGeom prst="rect">
            <a:avLst/>
          </a:prstGeom>
          <a:solidFill>
            <a:srgbClr val="B01C2E"/>
          </a:solidFill>
          <a:ln>
            <a:solidFill>
              <a:srgbClr val="B01C2E"/>
            </a:solidFill>
          </a:ln>
        </p:spPr>
        <p:txBody>
          <a:bodyPr anchor="ctr"/>
          <a:lstStyle>
            <a:lvl1pPr>
              <a:buNone/>
              <a:defRPr sz="1200" b="1" baseline="0">
                <a:solidFill>
                  <a:schemeClr val="bg1"/>
                </a:solidFill>
              </a:defRPr>
            </a:lvl1pPr>
          </a:lstStyle>
          <a:p>
            <a:pPr lvl="0"/>
            <a:r>
              <a:rPr lang="en-US"/>
              <a:t>Click to edit Master text styles</a:t>
            </a:r>
          </a:p>
        </p:txBody>
      </p:sp>
      <p:sp>
        <p:nvSpPr>
          <p:cNvPr id="17" name="Text Placeholder 7"/>
          <p:cNvSpPr>
            <a:spLocks noGrp="1"/>
          </p:cNvSpPr>
          <p:nvPr>
            <p:ph type="body" sz="quarter" idx="23"/>
          </p:nvPr>
        </p:nvSpPr>
        <p:spPr>
          <a:xfrm>
            <a:off x="609600" y="4713767"/>
            <a:ext cx="2243328" cy="1508760"/>
          </a:xfrm>
          <a:prstGeom prst="rect">
            <a:avLst/>
          </a:prstGeom>
          <a:solidFill>
            <a:srgbClr val="B01C2E"/>
          </a:solidFill>
          <a:ln>
            <a:solidFill>
              <a:srgbClr val="B01C2E"/>
            </a:solidFill>
          </a:ln>
        </p:spPr>
        <p:txBody>
          <a:bodyPr anchor="ctr"/>
          <a:lstStyle>
            <a:lvl1pPr>
              <a:buNone/>
              <a:defRPr sz="1200" b="1" baseline="0">
                <a:solidFill>
                  <a:schemeClr val="bg1"/>
                </a:solidFill>
              </a:defRPr>
            </a:lvl1pPr>
          </a:lstStyle>
          <a:p>
            <a:pPr lvl="0"/>
            <a:r>
              <a:rPr lang="en-US"/>
              <a:t>Click to edit Master text styles</a:t>
            </a:r>
          </a:p>
        </p:txBody>
      </p:sp>
      <p:sp>
        <p:nvSpPr>
          <p:cNvPr id="10"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5" name="Text Placeholder 5"/>
          <p:cNvSpPr>
            <a:spLocks noGrp="1"/>
          </p:cNvSpPr>
          <p:nvPr>
            <p:ph type="body" sz="quarter" idx="31"/>
          </p:nvPr>
        </p:nvSpPr>
        <p:spPr>
          <a:xfrm>
            <a:off x="2844800" y="1417320"/>
            <a:ext cx="8741664" cy="1508760"/>
          </a:xfrm>
          <a:prstGeom prst="rect">
            <a:avLst/>
          </a:prstGeom>
          <a:solidFill>
            <a:srgbClr val="FFFFFF"/>
          </a:solidFill>
          <a:ln>
            <a:solidFill>
              <a:srgbClr val="C0C0C0"/>
            </a:solidFill>
          </a:ln>
        </p:spPr>
        <p:txBody>
          <a:bodyPr rIns="45720" anchor="ctr"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2000" baseline="0"/>
            </a:lvl3pPr>
            <a:lvl4pPr marL="685800">
              <a:buClr>
                <a:srgbClr val="B01C2E"/>
              </a:buClr>
              <a:buFont typeface="Arial" pitchFamily="34" charset="0"/>
              <a:buChar char="–"/>
              <a:defRPr sz="1200"/>
            </a:lvl4pPr>
            <a:lvl5pPr marL="9144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6" name="Text Placeholder 5"/>
          <p:cNvSpPr>
            <a:spLocks noGrp="1"/>
          </p:cNvSpPr>
          <p:nvPr>
            <p:ph type="body" sz="quarter" idx="32"/>
          </p:nvPr>
        </p:nvSpPr>
        <p:spPr>
          <a:xfrm>
            <a:off x="2844800" y="3065543"/>
            <a:ext cx="8741664" cy="1508760"/>
          </a:xfrm>
          <a:prstGeom prst="rect">
            <a:avLst/>
          </a:prstGeom>
          <a:solidFill>
            <a:srgbClr val="FFFFFF"/>
          </a:solidFill>
          <a:ln>
            <a:solidFill>
              <a:srgbClr val="C0C0C0"/>
            </a:solidFill>
          </a:ln>
        </p:spPr>
        <p:txBody>
          <a:bodyPr rIns="45720" anchor="ctr"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2000" baseline="0"/>
            </a:lvl3pPr>
            <a:lvl4pPr marL="685800">
              <a:buClr>
                <a:srgbClr val="B01C2E"/>
              </a:buClr>
              <a:buFont typeface="Arial" pitchFamily="34" charset="0"/>
              <a:buChar char="–"/>
              <a:defRPr sz="1200"/>
            </a:lvl4pPr>
            <a:lvl5pPr marL="9144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8" name="Text Placeholder 5"/>
          <p:cNvSpPr>
            <a:spLocks noGrp="1"/>
          </p:cNvSpPr>
          <p:nvPr>
            <p:ph type="body" sz="quarter" idx="33"/>
          </p:nvPr>
        </p:nvSpPr>
        <p:spPr>
          <a:xfrm>
            <a:off x="2844800" y="4713767"/>
            <a:ext cx="8741664" cy="1508760"/>
          </a:xfrm>
          <a:prstGeom prst="rect">
            <a:avLst/>
          </a:prstGeom>
          <a:solidFill>
            <a:srgbClr val="FFFFFF"/>
          </a:solidFill>
          <a:ln>
            <a:solidFill>
              <a:srgbClr val="C0C0C0"/>
            </a:solidFill>
          </a:ln>
        </p:spPr>
        <p:txBody>
          <a:bodyPr rIns="45720" anchor="ctr"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2000" baseline="0"/>
            </a:lvl3pPr>
            <a:lvl4pPr marL="685800">
              <a:buClr>
                <a:srgbClr val="B01C2E"/>
              </a:buClr>
              <a:buFont typeface="Arial" pitchFamily="34" charset="0"/>
              <a:buChar char="–"/>
              <a:defRPr sz="1200"/>
            </a:lvl4pPr>
            <a:lvl5pPr marL="9144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Slide Number Placeholder 9"/>
          <p:cNvSpPr>
            <a:spLocks noGrp="1"/>
          </p:cNvSpPr>
          <p:nvPr>
            <p:ph type="sldNum" sz="quarter" idx="34"/>
          </p:nvPr>
        </p:nvSpPr>
        <p:spPr/>
        <p:txBody>
          <a:bodyPr/>
          <a:lstStyle>
            <a:lvl1pPr>
              <a:defRPr/>
            </a:lvl1pPr>
          </a:lstStyle>
          <a:p>
            <a:fld id="{055F7767-1EA1-1B4C-AF44-6A3FCE365276}" type="slidenum">
              <a:rPr lang="en-US" altLang="en-US"/>
              <a:pPr/>
              <a:t>‹#›</a:t>
            </a:fld>
            <a:endParaRPr lang="en-US" altLang="en-US"/>
          </a:p>
        </p:txBody>
      </p:sp>
      <p:sp>
        <p:nvSpPr>
          <p:cNvPr id="11" name="Footer Placeholder 12"/>
          <p:cNvSpPr>
            <a:spLocks noGrp="1"/>
          </p:cNvSpPr>
          <p:nvPr>
            <p:ph type="ftr" sz="quarter" idx="35"/>
          </p:nvPr>
        </p:nvSpPr>
        <p:spPr/>
        <p:txBody>
          <a:bodyPr/>
          <a:lstStyle>
            <a:lvl1pPr>
              <a:defRPr/>
            </a:lvl1pPr>
          </a:lstStyle>
          <a:p>
            <a:pPr>
              <a:defRPr/>
            </a:pPr>
            <a:r>
              <a:rPr lang="en-US"/>
              <a:t>Redemptions</a:t>
            </a:r>
          </a:p>
        </p:txBody>
      </p:sp>
    </p:spTree>
    <p:extLst>
      <p:ext uri="{BB962C8B-B14F-4D97-AF65-F5344CB8AC3E}">
        <p14:creationId xmlns:p14="http://schemas.microsoft.com/office/powerpoint/2010/main" val="741605234"/>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Chevrons">
    <p:spTree>
      <p:nvGrpSpPr>
        <p:cNvPr id="1" name=""/>
        <p:cNvGrpSpPr/>
        <p:nvPr/>
      </p:nvGrpSpPr>
      <p:grpSpPr>
        <a:xfrm>
          <a:off x="0" y="0"/>
          <a:ext cx="0" cy="0"/>
          <a:chOff x="0" y="0"/>
          <a:chExt cx="0" cy="0"/>
        </a:xfrm>
      </p:grpSpPr>
      <p:sp>
        <p:nvSpPr>
          <p:cNvPr id="35" name="Text Placeholder 2"/>
          <p:cNvSpPr>
            <a:spLocks noGrp="1"/>
          </p:cNvSpPr>
          <p:nvPr>
            <p:ph type="body" sz="quarter" idx="12"/>
          </p:nvPr>
        </p:nvSpPr>
        <p:spPr>
          <a:xfrm>
            <a:off x="563034" y="1397000"/>
            <a:ext cx="2317751" cy="1155700"/>
          </a:xfrm>
          <a:prstGeom prst="homePlate">
            <a:avLst>
              <a:gd name="adj" fmla="val 19565"/>
            </a:avLst>
          </a:prstGeom>
          <a:solidFill>
            <a:srgbClr val="D7D7D7"/>
          </a:solidFill>
        </p:spPr>
        <p:txBody>
          <a:bodyPr anchor="ctr"/>
          <a:lstStyle>
            <a:lvl1pPr>
              <a:buNone/>
              <a:defRPr sz="1200"/>
            </a:lvl1pPr>
          </a:lstStyle>
          <a:p>
            <a:pPr lvl="0"/>
            <a:r>
              <a:rPr lang="en-US"/>
              <a:t>Click to edit Master text styles</a:t>
            </a:r>
          </a:p>
        </p:txBody>
      </p:sp>
      <p:sp>
        <p:nvSpPr>
          <p:cNvPr id="36" name="Text Placeholder 3"/>
          <p:cNvSpPr>
            <a:spLocks noGrp="1"/>
          </p:cNvSpPr>
          <p:nvPr>
            <p:ph type="body" sz="quarter" idx="13"/>
          </p:nvPr>
        </p:nvSpPr>
        <p:spPr>
          <a:xfrm>
            <a:off x="2747434" y="1397000"/>
            <a:ext cx="2315633" cy="1155700"/>
          </a:xfrm>
          <a:prstGeom prst="chevron">
            <a:avLst>
              <a:gd name="adj" fmla="val 18696"/>
            </a:avLst>
          </a:prstGeom>
          <a:solidFill>
            <a:srgbClr val="D7D7D7"/>
          </a:solidFill>
        </p:spPr>
        <p:txBody>
          <a:bodyPr anchor="ctr"/>
          <a:lstStyle>
            <a:lvl1pPr>
              <a:buNone/>
              <a:defRPr sz="1200"/>
            </a:lvl1pPr>
          </a:lstStyle>
          <a:p>
            <a:pPr lvl="0"/>
            <a:r>
              <a:rPr lang="en-US"/>
              <a:t>Click to edit Master text styles</a:t>
            </a:r>
          </a:p>
        </p:txBody>
      </p:sp>
      <p:sp>
        <p:nvSpPr>
          <p:cNvPr id="37" name="Text Placeholder 4"/>
          <p:cNvSpPr>
            <a:spLocks noGrp="1"/>
          </p:cNvSpPr>
          <p:nvPr>
            <p:ph type="body" sz="quarter" idx="15"/>
          </p:nvPr>
        </p:nvSpPr>
        <p:spPr>
          <a:xfrm>
            <a:off x="7114120" y="1397000"/>
            <a:ext cx="2317749" cy="1155700"/>
          </a:xfrm>
          <a:prstGeom prst="chevron">
            <a:avLst>
              <a:gd name="adj" fmla="val 18696"/>
            </a:avLst>
          </a:prstGeom>
          <a:solidFill>
            <a:srgbClr val="D7D7D7"/>
          </a:solidFill>
        </p:spPr>
        <p:txBody>
          <a:bodyPr anchor="ctr"/>
          <a:lstStyle>
            <a:lvl1pPr>
              <a:buNone/>
              <a:defRPr sz="1200"/>
            </a:lvl1pPr>
          </a:lstStyle>
          <a:p>
            <a:pPr lvl="0"/>
            <a:r>
              <a:rPr lang="en-US"/>
              <a:t>Click to edit Master text styles</a:t>
            </a:r>
          </a:p>
        </p:txBody>
      </p:sp>
      <p:sp>
        <p:nvSpPr>
          <p:cNvPr id="38" name="Text Placeholder 5"/>
          <p:cNvSpPr>
            <a:spLocks noGrp="1"/>
          </p:cNvSpPr>
          <p:nvPr>
            <p:ph type="body" sz="quarter" idx="16"/>
          </p:nvPr>
        </p:nvSpPr>
        <p:spPr>
          <a:xfrm>
            <a:off x="4931834" y="1397000"/>
            <a:ext cx="2315633" cy="1155700"/>
          </a:xfrm>
          <a:prstGeom prst="chevron">
            <a:avLst>
              <a:gd name="adj" fmla="val 18687"/>
            </a:avLst>
          </a:prstGeom>
          <a:solidFill>
            <a:srgbClr val="B01C2E"/>
          </a:solidFill>
        </p:spPr>
        <p:txBody>
          <a:bodyPr anchor="ctr"/>
          <a:lstStyle>
            <a:lvl1pPr>
              <a:buNone/>
              <a:defRPr sz="1200" b="1">
                <a:solidFill>
                  <a:srgbClr val="FFFFFF"/>
                </a:solidFill>
              </a:defRPr>
            </a:lvl1pPr>
          </a:lstStyle>
          <a:p>
            <a:pPr lvl="0"/>
            <a:r>
              <a:rPr lang="en-US"/>
              <a:t>Click to edit Master text styles</a:t>
            </a:r>
          </a:p>
        </p:txBody>
      </p:sp>
      <p:sp>
        <p:nvSpPr>
          <p:cNvPr id="39" name="Text Placeholder 6"/>
          <p:cNvSpPr>
            <a:spLocks noGrp="1"/>
          </p:cNvSpPr>
          <p:nvPr>
            <p:ph type="body" sz="quarter" idx="17"/>
          </p:nvPr>
        </p:nvSpPr>
        <p:spPr>
          <a:xfrm>
            <a:off x="9298521" y="1397000"/>
            <a:ext cx="2315633" cy="1155700"/>
          </a:xfrm>
          <a:prstGeom prst="chevron">
            <a:avLst>
              <a:gd name="adj" fmla="val 18696"/>
            </a:avLst>
          </a:prstGeom>
          <a:solidFill>
            <a:srgbClr val="D7D7D7"/>
          </a:solidFill>
        </p:spPr>
        <p:txBody>
          <a:bodyPr anchor="ctr"/>
          <a:lstStyle>
            <a:lvl1pPr>
              <a:buNone/>
              <a:defRPr sz="1200"/>
            </a:lvl1pPr>
          </a:lstStyle>
          <a:p>
            <a:pPr lvl="0"/>
            <a:r>
              <a:rPr lang="en-US"/>
              <a:t>Click to edit Master text styles</a:t>
            </a:r>
          </a:p>
        </p:txBody>
      </p:sp>
      <p:sp>
        <p:nvSpPr>
          <p:cNvPr id="40" name="Text Placeholder 7"/>
          <p:cNvSpPr>
            <a:spLocks noGrp="1"/>
          </p:cNvSpPr>
          <p:nvPr>
            <p:ph type="body" sz="quarter" idx="18"/>
          </p:nvPr>
        </p:nvSpPr>
        <p:spPr>
          <a:xfrm>
            <a:off x="563033" y="2954338"/>
            <a:ext cx="2863851" cy="1155700"/>
          </a:xfrm>
          <a:prstGeom prst="homePlate">
            <a:avLst>
              <a:gd name="adj" fmla="val 19557"/>
            </a:avLst>
          </a:prstGeom>
          <a:solidFill>
            <a:srgbClr val="B01C2E"/>
          </a:solidFill>
        </p:spPr>
        <p:txBody>
          <a:bodyPr anchor="ctr"/>
          <a:lstStyle>
            <a:lvl1pPr>
              <a:buNone/>
              <a:defRPr sz="1200" b="1">
                <a:solidFill>
                  <a:srgbClr val="FFFFFF"/>
                </a:solidFill>
              </a:defRPr>
            </a:lvl1pPr>
          </a:lstStyle>
          <a:p>
            <a:pPr lvl="0"/>
            <a:r>
              <a:rPr lang="en-US"/>
              <a:t>Click to edit Master text styles</a:t>
            </a:r>
          </a:p>
        </p:txBody>
      </p:sp>
      <p:sp>
        <p:nvSpPr>
          <p:cNvPr id="41" name="Text Placeholder 8"/>
          <p:cNvSpPr>
            <a:spLocks noGrp="1"/>
          </p:cNvSpPr>
          <p:nvPr>
            <p:ph type="body" sz="quarter" idx="19"/>
          </p:nvPr>
        </p:nvSpPr>
        <p:spPr>
          <a:xfrm>
            <a:off x="3291418" y="2954338"/>
            <a:ext cx="2865967" cy="1155700"/>
          </a:xfrm>
          <a:prstGeom prst="chevron">
            <a:avLst>
              <a:gd name="adj" fmla="val 18696"/>
            </a:avLst>
          </a:prstGeom>
          <a:solidFill>
            <a:srgbClr val="D7D7D7"/>
          </a:solidFill>
        </p:spPr>
        <p:txBody>
          <a:bodyPr anchor="ctr"/>
          <a:lstStyle>
            <a:lvl1pPr>
              <a:buNone/>
              <a:defRPr sz="1200"/>
            </a:lvl1pPr>
          </a:lstStyle>
          <a:p>
            <a:pPr lvl="0"/>
            <a:r>
              <a:rPr lang="en-US"/>
              <a:t>Click to edit Master text styles</a:t>
            </a:r>
          </a:p>
        </p:txBody>
      </p:sp>
      <p:sp>
        <p:nvSpPr>
          <p:cNvPr id="42" name="Text Placeholder 9"/>
          <p:cNvSpPr>
            <a:spLocks noGrp="1"/>
          </p:cNvSpPr>
          <p:nvPr>
            <p:ph type="body" sz="quarter" idx="20"/>
          </p:nvPr>
        </p:nvSpPr>
        <p:spPr>
          <a:xfrm>
            <a:off x="8748186" y="2954338"/>
            <a:ext cx="2865967" cy="1155700"/>
          </a:xfrm>
          <a:prstGeom prst="chevron">
            <a:avLst>
              <a:gd name="adj" fmla="val 18696"/>
            </a:avLst>
          </a:prstGeom>
          <a:solidFill>
            <a:srgbClr val="D7D7D7"/>
          </a:solidFill>
        </p:spPr>
        <p:txBody>
          <a:bodyPr anchor="ctr"/>
          <a:lstStyle>
            <a:lvl1pPr>
              <a:buNone/>
              <a:defRPr sz="1200"/>
            </a:lvl1pPr>
          </a:lstStyle>
          <a:p>
            <a:pPr lvl="0"/>
            <a:r>
              <a:rPr lang="en-US"/>
              <a:t>Click to edit Master text styles</a:t>
            </a:r>
          </a:p>
        </p:txBody>
      </p:sp>
      <p:sp>
        <p:nvSpPr>
          <p:cNvPr id="43" name="Text Placeholder 10"/>
          <p:cNvSpPr>
            <a:spLocks noGrp="1"/>
          </p:cNvSpPr>
          <p:nvPr>
            <p:ph type="body" sz="quarter" idx="21"/>
          </p:nvPr>
        </p:nvSpPr>
        <p:spPr>
          <a:xfrm>
            <a:off x="6019802" y="2954338"/>
            <a:ext cx="2865967" cy="1155700"/>
          </a:xfrm>
          <a:prstGeom prst="chevron">
            <a:avLst>
              <a:gd name="adj" fmla="val 18696"/>
            </a:avLst>
          </a:prstGeom>
          <a:solidFill>
            <a:srgbClr val="D7D7D7"/>
          </a:solidFill>
        </p:spPr>
        <p:txBody>
          <a:bodyPr anchor="ctr"/>
          <a:lstStyle>
            <a:lvl1pPr>
              <a:buNone/>
              <a:defRPr sz="1200"/>
            </a:lvl1pPr>
          </a:lstStyle>
          <a:p>
            <a:pPr lvl="0"/>
            <a:r>
              <a:rPr lang="en-US"/>
              <a:t>Click to edit Master text styles</a:t>
            </a:r>
          </a:p>
        </p:txBody>
      </p:sp>
      <p:sp>
        <p:nvSpPr>
          <p:cNvPr id="44" name="Text Placeholder 11"/>
          <p:cNvSpPr>
            <a:spLocks noGrp="1"/>
          </p:cNvSpPr>
          <p:nvPr>
            <p:ph type="body" sz="quarter" idx="22"/>
          </p:nvPr>
        </p:nvSpPr>
        <p:spPr>
          <a:xfrm>
            <a:off x="575734" y="4497388"/>
            <a:ext cx="3754967" cy="1154112"/>
          </a:xfrm>
          <a:prstGeom prst="homePlate">
            <a:avLst>
              <a:gd name="adj" fmla="val 19565"/>
            </a:avLst>
          </a:prstGeom>
          <a:solidFill>
            <a:srgbClr val="D7D7D7"/>
          </a:solidFill>
        </p:spPr>
        <p:txBody>
          <a:bodyPr anchor="ctr"/>
          <a:lstStyle>
            <a:lvl1pPr>
              <a:buNone/>
              <a:defRPr sz="1200"/>
            </a:lvl1pPr>
          </a:lstStyle>
          <a:p>
            <a:pPr lvl="0"/>
            <a:r>
              <a:rPr lang="en-US"/>
              <a:t>Click to edit Master text styles</a:t>
            </a:r>
          </a:p>
        </p:txBody>
      </p:sp>
      <p:sp>
        <p:nvSpPr>
          <p:cNvPr id="45" name="Text Placeholder 12"/>
          <p:cNvSpPr>
            <a:spLocks noGrp="1"/>
          </p:cNvSpPr>
          <p:nvPr>
            <p:ph type="body" sz="quarter" idx="23"/>
          </p:nvPr>
        </p:nvSpPr>
        <p:spPr>
          <a:xfrm>
            <a:off x="4226985" y="4497388"/>
            <a:ext cx="3754967" cy="1154112"/>
          </a:xfrm>
          <a:prstGeom prst="chevron">
            <a:avLst>
              <a:gd name="adj" fmla="val 18696"/>
            </a:avLst>
          </a:prstGeom>
          <a:solidFill>
            <a:srgbClr val="D7D7D7"/>
          </a:solidFill>
        </p:spPr>
        <p:txBody>
          <a:bodyPr anchor="ctr"/>
          <a:lstStyle>
            <a:lvl1pPr>
              <a:buNone/>
              <a:defRPr sz="1200"/>
            </a:lvl1pPr>
          </a:lstStyle>
          <a:p>
            <a:pPr lvl="0"/>
            <a:r>
              <a:rPr lang="en-US"/>
              <a:t>Click to edit Master text styles</a:t>
            </a:r>
          </a:p>
        </p:txBody>
      </p:sp>
      <p:sp>
        <p:nvSpPr>
          <p:cNvPr id="46" name="Text Placeholder 13"/>
          <p:cNvSpPr>
            <a:spLocks noGrp="1"/>
          </p:cNvSpPr>
          <p:nvPr>
            <p:ph type="body" sz="quarter" idx="25"/>
          </p:nvPr>
        </p:nvSpPr>
        <p:spPr>
          <a:xfrm>
            <a:off x="7878234" y="4497388"/>
            <a:ext cx="3754967" cy="1154112"/>
          </a:xfrm>
          <a:prstGeom prst="chevron">
            <a:avLst>
              <a:gd name="adj" fmla="val 18719"/>
            </a:avLst>
          </a:prstGeom>
          <a:solidFill>
            <a:srgbClr val="B01C2E"/>
          </a:solidFill>
        </p:spPr>
        <p:txBody>
          <a:bodyPr anchor="ctr"/>
          <a:lstStyle>
            <a:lvl1pPr>
              <a:buNone/>
              <a:defRPr sz="1200" b="1">
                <a:solidFill>
                  <a:srgbClr val="FFFFFF"/>
                </a:solidFill>
              </a:defRPr>
            </a:lvl1pPr>
          </a:lstStyle>
          <a:p>
            <a:pPr lvl="0"/>
            <a:r>
              <a:rPr lang="en-US"/>
              <a:t>Click to edit Master text styles</a:t>
            </a:r>
          </a:p>
        </p:txBody>
      </p:sp>
      <p:sp>
        <p:nvSpPr>
          <p:cNvPr id="16"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5" name="Slide Number Placeholder 9"/>
          <p:cNvSpPr>
            <a:spLocks noGrp="1"/>
          </p:cNvSpPr>
          <p:nvPr>
            <p:ph type="sldNum" sz="quarter" idx="26"/>
          </p:nvPr>
        </p:nvSpPr>
        <p:spPr/>
        <p:txBody>
          <a:bodyPr/>
          <a:lstStyle>
            <a:lvl1pPr>
              <a:defRPr/>
            </a:lvl1pPr>
          </a:lstStyle>
          <a:p>
            <a:fld id="{48E524AC-D0C7-2340-84EA-A4DF70E82140}" type="slidenum">
              <a:rPr lang="en-US" altLang="en-US"/>
              <a:pPr/>
              <a:t>‹#›</a:t>
            </a:fld>
            <a:endParaRPr lang="en-US" altLang="en-US"/>
          </a:p>
        </p:txBody>
      </p:sp>
      <p:sp>
        <p:nvSpPr>
          <p:cNvPr id="17" name="Footer Placeholder 12"/>
          <p:cNvSpPr>
            <a:spLocks noGrp="1"/>
          </p:cNvSpPr>
          <p:nvPr>
            <p:ph type="ftr" sz="quarter" idx="27"/>
          </p:nvPr>
        </p:nvSpPr>
        <p:spPr/>
        <p:txBody>
          <a:bodyPr/>
          <a:lstStyle>
            <a:lvl1pPr>
              <a:defRPr/>
            </a:lvl1pPr>
          </a:lstStyle>
          <a:p>
            <a:pPr>
              <a:defRPr/>
            </a:pPr>
            <a:r>
              <a:rPr lang="en-US"/>
              <a:t>Redemptions</a:t>
            </a:r>
          </a:p>
        </p:txBody>
      </p:sp>
    </p:spTree>
    <p:extLst>
      <p:ext uri="{BB962C8B-B14F-4D97-AF65-F5344CB8AC3E}">
        <p14:creationId xmlns:p14="http://schemas.microsoft.com/office/powerpoint/2010/main" val="334481802"/>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Text  Blocks - Major Points - Chevrons">
    <p:spTree>
      <p:nvGrpSpPr>
        <p:cNvPr id="1" name=""/>
        <p:cNvGrpSpPr/>
        <p:nvPr/>
      </p:nvGrpSpPr>
      <p:grpSpPr>
        <a:xfrm>
          <a:off x="0" y="0"/>
          <a:ext cx="0" cy="0"/>
          <a:chOff x="0" y="0"/>
          <a:chExt cx="0" cy="0"/>
        </a:xfrm>
      </p:grpSpPr>
      <p:sp>
        <p:nvSpPr>
          <p:cNvPr id="15" name="Text Placeholder 5"/>
          <p:cNvSpPr>
            <a:spLocks noGrp="1"/>
          </p:cNvSpPr>
          <p:nvPr>
            <p:ph type="body" sz="quarter" idx="31"/>
          </p:nvPr>
        </p:nvSpPr>
        <p:spPr>
          <a:xfrm>
            <a:off x="2844800" y="1344304"/>
            <a:ext cx="8839200" cy="859536"/>
          </a:xfrm>
          <a:prstGeom prst="rect">
            <a:avLst/>
          </a:prstGeom>
          <a:solidFill>
            <a:srgbClr val="FFFFFF"/>
          </a:solidFill>
          <a:ln>
            <a:solidFill>
              <a:srgbClr val="C0C0C0"/>
            </a:solidFill>
          </a:ln>
        </p:spPr>
        <p:txBody>
          <a:bodyPr lIns="365760" anchor="ctr"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1200"/>
            </a:lvl5pPr>
          </a:lstStyle>
          <a:p>
            <a:pPr lvl="0"/>
            <a:r>
              <a:rPr lang="en-US"/>
              <a:t>Click to edit Master text styles</a:t>
            </a:r>
          </a:p>
        </p:txBody>
      </p:sp>
      <p:sp>
        <p:nvSpPr>
          <p:cNvPr id="16" name="Text Placeholder 5"/>
          <p:cNvSpPr>
            <a:spLocks noGrp="1"/>
          </p:cNvSpPr>
          <p:nvPr>
            <p:ph type="body" sz="quarter" idx="32"/>
          </p:nvPr>
        </p:nvSpPr>
        <p:spPr>
          <a:xfrm>
            <a:off x="2844800" y="2360778"/>
            <a:ext cx="8839200" cy="859536"/>
          </a:xfrm>
          <a:prstGeom prst="rect">
            <a:avLst/>
          </a:prstGeom>
          <a:solidFill>
            <a:srgbClr val="FFFFFF"/>
          </a:solidFill>
          <a:ln>
            <a:solidFill>
              <a:srgbClr val="C0C0C0"/>
            </a:solidFill>
          </a:ln>
        </p:spPr>
        <p:txBody>
          <a:bodyPr lIns="365760" anchor="ctr"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1200"/>
            </a:lvl5pPr>
          </a:lstStyle>
          <a:p>
            <a:pPr lvl="0"/>
            <a:r>
              <a:rPr lang="en-US"/>
              <a:t>Click to edit Master text styles</a:t>
            </a:r>
          </a:p>
        </p:txBody>
      </p:sp>
      <p:sp>
        <p:nvSpPr>
          <p:cNvPr id="17" name="Text Placeholder 5"/>
          <p:cNvSpPr>
            <a:spLocks noGrp="1"/>
          </p:cNvSpPr>
          <p:nvPr>
            <p:ph type="body" sz="quarter" idx="33"/>
          </p:nvPr>
        </p:nvSpPr>
        <p:spPr>
          <a:xfrm>
            <a:off x="2844800" y="3377252"/>
            <a:ext cx="8839200" cy="859536"/>
          </a:xfrm>
          <a:prstGeom prst="rect">
            <a:avLst/>
          </a:prstGeom>
          <a:solidFill>
            <a:srgbClr val="FFFFFF"/>
          </a:solidFill>
          <a:ln>
            <a:solidFill>
              <a:srgbClr val="C0C0C0"/>
            </a:solidFill>
          </a:ln>
        </p:spPr>
        <p:txBody>
          <a:bodyPr lIns="365760" anchor="ctr"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1200"/>
            </a:lvl5pPr>
          </a:lstStyle>
          <a:p>
            <a:pPr lvl="0"/>
            <a:r>
              <a:rPr lang="en-US"/>
              <a:t>Click to edit Master text styles</a:t>
            </a:r>
          </a:p>
        </p:txBody>
      </p:sp>
      <p:sp>
        <p:nvSpPr>
          <p:cNvPr id="19" name="Text Placeholder 5"/>
          <p:cNvSpPr>
            <a:spLocks noGrp="1"/>
          </p:cNvSpPr>
          <p:nvPr>
            <p:ph type="body" sz="quarter" idx="34"/>
          </p:nvPr>
        </p:nvSpPr>
        <p:spPr>
          <a:xfrm>
            <a:off x="2844800" y="4393726"/>
            <a:ext cx="8839200" cy="859536"/>
          </a:xfrm>
          <a:prstGeom prst="rect">
            <a:avLst/>
          </a:prstGeom>
          <a:solidFill>
            <a:srgbClr val="FFFFFF"/>
          </a:solidFill>
          <a:ln>
            <a:solidFill>
              <a:srgbClr val="C0C0C0"/>
            </a:solidFill>
          </a:ln>
        </p:spPr>
        <p:txBody>
          <a:bodyPr lIns="365760" anchor="ctr"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1200"/>
            </a:lvl5pPr>
          </a:lstStyle>
          <a:p>
            <a:pPr lvl="0"/>
            <a:r>
              <a:rPr lang="en-US"/>
              <a:t>Click to edit Master text styles</a:t>
            </a:r>
          </a:p>
        </p:txBody>
      </p:sp>
      <p:sp>
        <p:nvSpPr>
          <p:cNvPr id="20" name="Text Placeholder 5"/>
          <p:cNvSpPr>
            <a:spLocks noGrp="1"/>
          </p:cNvSpPr>
          <p:nvPr>
            <p:ph type="body" sz="quarter" idx="35"/>
          </p:nvPr>
        </p:nvSpPr>
        <p:spPr>
          <a:xfrm>
            <a:off x="2844800" y="5410200"/>
            <a:ext cx="8839200" cy="859536"/>
          </a:xfrm>
          <a:prstGeom prst="rect">
            <a:avLst/>
          </a:prstGeom>
          <a:solidFill>
            <a:srgbClr val="FFFFFF"/>
          </a:solidFill>
          <a:ln>
            <a:solidFill>
              <a:srgbClr val="C0C0C0"/>
            </a:solidFill>
          </a:ln>
        </p:spPr>
        <p:txBody>
          <a:bodyPr lIns="365760" anchor="ctr"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1200"/>
            </a:lvl5pPr>
          </a:lstStyle>
          <a:p>
            <a:pPr lvl="0"/>
            <a:r>
              <a:rPr lang="en-US"/>
              <a:t>Click to edit Master text styles</a:t>
            </a:r>
          </a:p>
        </p:txBody>
      </p:sp>
      <p:sp>
        <p:nvSpPr>
          <p:cNvPr id="13" name="Text Placeholder 19"/>
          <p:cNvSpPr>
            <a:spLocks noGrp="1"/>
          </p:cNvSpPr>
          <p:nvPr>
            <p:ph type="body" sz="quarter" idx="10"/>
          </p:nvPr>
        </p:nvSpPr>
        <p:spPr>
          <a:xfrm>
            <a:off x="609600" y="1344304"/>
            <a:ext cx="2540000" cy="859536"/>
          </a:xfrm>
          <a:prstGeom prst="homePlate">
            <a:avLst>
              <a:gd name="adj" fmla="val 29359"/>
            </a:avLst>
          </a:prstGeom>
          <a:solidFill>
            <a:srgbClr val="B01C2E"/>
          </a:solidFill>
        </p:spPr>
        <p:txBody>
          <a:bodyPr anchor="ctr"/>
          <a:lstStyle>
            <a:lvl1pPr>
              <a:buNone/>
              <a:defRPr sz="1200" b="1">
                <a:solidFill>
                  <a:srgbClr val="FFFFFF"/>
                </a:solidFill>
              </a:defRPr>
            </a:lvl1pPr>
          </a:lstStyle>
          <a:p>
            <a:pPr lvl="0"/>
            <a:r>
              <a:rPr lang="en-US"/>
              <a:t>Click to edit Master text styles</a:t>
            </a:r>
          </a:p>
        </p:txBody>
      </p:sp>
      <p:sp>
        <p:nvSpPr>
          <p:cNvPr id="26" name="Text Placeholder 19"/>
          <p:cNvSpPr>
            <a:spLocks noGrp="1"/>
          </p:cNvSpPr>
          <p:nvPr>
            <p:ph type="body" sz="quarter" idx="22"/>
          </p:nvPr>
        </p:nvSpPr>
        <p:spPr>
          <a:xfrm>
            <a:off x="609600" y="2357366"/>
            <a:ext cx="2540000" cy="859536"/>
          </a:xfrm>
          <a:prstGeom prst="homePlate">
            <a:avLst>
              <a:gd name="adj" fmla="val 29359"/>
            </a:avLst>
          </a:prstGeom>
          <a:solidFill>
            <a:srgbClr val="B01C2E"/>
          </a:solidFill>
        </p:spPr>
        <p:txBody>
          <a:bodyPr anchor="ctr"/>
          <a:lstStyle>
            <a:lvl1pPr>
              <a:buNone/>
              <a:defRPr sz="1200" b="1">
                <a:solidFill>
                  <a:srgbClr val="FFFFFF"/>
                </a:solidFill>
              </a:defRPr>
            </a:lvl1pPr>
          </a:lstStyle>
          <a:p>
            <a:pPr lvl="0"/>
            <a:r>
              <a:rPr lang="en-US"/>
              <a:t>Click to edit Master text styles</a:t>
            </a:r>
          </a:p>
        </p:txBody>
      </p:sp>
      <p:sp>
        <p:nvSpPr>
          <p:cNvPr id="28" name="Text Placeholder 19"/>
          <p:cNvSpPr>
            <a:spLocks noGrp="1"/>
          </p:cNvSpPr>
          <p:nvPr>
            <p:ph type="body" sz="quarter" idx="24"/>
          </p:nvPr>
        </p:nvSpPr>
        <p:spPr>
          <a:xfrm>
            <a:off x="609600" y="3370428"/>
            <a:ext cx="2540000" cy="859536"/>
          </a:xfrm>
          <a:prstGeom prst="homePlate">
            <a:avLst>
              <a:gd name="adj" fmla="val 29359"/>
            </a:avLst>
          </a:prstGeom>
          <a:solidFill>
            <a:srgbClr val="B01C2E"/>
          </a:solidFill>
        </p:spPr>
        <p:txBody>
          <a:bodyPr anchor="ctr"/>
          <a:lstStyle>
            <a:lvl1pPr>
              <a:buNone/>
              <a:defRPr sz="1200" b="1">
                <a:solidFill>
                  <a:srgbClr val="FFFFFF"/>
                </a:solidFill>
              </a:defRPr>
            </a:lvl1pPr>
          </a:lstStyle>
          <a:p>
            <a:pPr lvl="0"/>
            <a:r>
              <a:rPr lang="en-US"/>
              <a:t>Click to edit Master text styles</a:t>
            </a:r>
          </a:p>
        </p:txBody>
      </p:sp>
      <p:sp>
        <p:nvSpPr>
          <p:cNvPr id="30" name="Text Placeholder 19"/>
          <p:cNvSpPr>
            <a:spLocks noGrp="1"/>
          </p:cNvSpPr>
          <p:nvPr>
            <p:ph type="body" sz="quarter" idx="26"/>
          </p:nvPr>
        </p:nvSpPr>
        <p:spPr>
          <a:xfrm>
            <a:off x="609600" y="4383490"/>
            <a:ext cx="2540000" cy="859536"/>
          </a:xfrm>
          <a:prstGeom prst="homePlate">
            <a:avLst>
              <a:gd name="adj" fmla="val 29359"/>
            </a:avLst>
          </a:prstGeom>
          <a:solidFill>
            <a:srgbClr val="B01C2E"/>
          </a:solidFill>
        </p:spPr>
        <p:txBody>
          <a:bodyPr anchor="ctr"/>
          <a:lstStyle>
            <a:lvl1pPr>
              <a:buNone/>
              <a:defRPr sz="1200" b="1">
                <a:solidFill>
                  <a:srgbClr val="FFFFFF"/>
                </a:solidFill>
              </a:defRPr>
            </a:lvl1pPr>
          </a:lstStyle>
          <a:p>
            <a:pPr lvl="0"/>
            <a:r>
              <a:rPr lang="en-US"/>
              <a:t>Click to edit Master text styles</a:t>
            </a:r>
          </a:p>
        </p:txBody>
      </p:sp>
      <p:sp>
        <p:nvSpPr>
          <p:cNvPr id="32" name="Text Placeholder 19"/>
          <p:cNvSpPr>
            <a:spLocks noGrp="1"/>
          </p:cNvSpPr>
          <p:nvPr>
            <p:ph type="body" sz="quarter" idx="28"/>
          </p:nvPr>
        </p:nvSpPr>
        <p:spPr>
          <a:xfrm>
            <a:off x="609600" y="5396552"/>
            <a:ext cx="2540000" cy="859536"/>
          </a:xfrm>
          <a:prstGeom prst="homePlate">
            <a:avLst>
              <a:gd name="adj" fmla="val 29359"/>
            </a:avLst>
          </a:prstGeom>
          <a:solidFill>
            <a:srgbClr val="B01C2E"/>
          </a:solidFill>
        </p:spPr>
        <p:txBody>
          <a:bodyPr anchor="ctr"/>
          <a:lstStyle>
            <a:lvl1pPr>
              <a:buNone/>
              <a:defRPr sz="1200" b="1">
                <a:solidFill>
                  <a:srgbClr val="FFFFFF"/>
                </a:solidFill>
              </a:defRPr>
            </a:lvl1pPr>
          </a:lstStyle>
          <a:p>
            <a:pPr lvl="0"/>
            <a:r>
              <a:rPr lang="en-US"/>
              <a:t>Click to edit Master text styles</a:t>
            </a:r>
          </a:p>
        </p:txBody>
      </p:sp>
      <p:sp>
        <p:nvSpPr>
          <p:cNvPr id="14"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8" name="Slide Number Placeholder 9"/>
          <p:cNvSpPr>
            <a:spLocks noGrp="1"/>
          </p:cNvSpPr>
          <p:nvPr>
            <p:ph type="sldNum" sz="quarter" idx="36"/>
          </p:nvPr>
        </p:nvSpPr>
        <p:spPr/>
        <p:txBody>
          <a:bodyPr/>
          <a:lstStyle>
            <a:lvl1pPr>
              <a:defRPr/>
            </a:lvl1pPr>
          </a:lstStyle>
          <a:p>
            <a:fld id="{19846C2F-D19C-FA45-A159-B087F18BCDE0}" type="slidenum">
              <a:rPr lang="en-US" altLang="en-US"/>
              <a:pPr/>
              <a:t>‹#›</a:t>
            </a:fld>
            <a:endParaRPr lang="en-US" altLang="en-US"/>
          </a:p>
        </p:txBody>
      </p:sp>
      <p:sp>
        <p:nvSpPr>
          <p:cNvPr id="21" name="Footer Placeholder 12"/>
          <p:cNvSpPr>
            <a:spLocks noGrp="1"/>
          </p:cNvSpPr>
          <p:nvPr>
            <p:ph type="ftr" sz="quarter" idx="37"/>
          </p:nvPr>
        </p:nvSpPr>
        <p:spPr/>
        <p:txBody>
          <a:bodyPr/>
          <a:lstStyle>
            <a:lvl1pPr>
              <a:defRPr/>
            </a:lvl1pPr>
          </a:lstStyle>
          <a:p>
            <a:pPr>
              <a:defRPr/>
            </a:pPr>
            <a:r>
              <a:rPr lang="en-US"/>
              <a:t>Redemptions</a:t>
            </a:r>
          </a:p>
        </p:txBody>
      </p:sp>
    </p:spTree>
    <p:extLst>
      <p:ext uri="{BB962C8B-B14F-4D97-AF65-F5344CB8AC3E}">
        <p14:creationId xmlns:p14="http://schemas.microsoft.com/office/powerpoint/2010/main" val="878794286"/>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Timeline">
    <p:spTree>
      <p:nvGrpSpPr>
        <p:cNvPr id="1" name=""/>
        <p:cNvGrpSpPr/>
        <p:nvPr/>
      </p:nvGrpSpPr>
      <p:grpSpPr>
        <a:xfrm>
          <a:off x="0" y="0"/>
          <a:ext cx="0" cy="0"/>
          <a:chOff x="0" y="0"/>
          <a:chExt cx="0" cy="0"/>
        </a:xfrm>
      </p:grpSpPr>
      <p:sp>
        <p:nvSpPr>
          <p:cNvPr id="15" name="Line 105"/>
          <p:cNvSpPr>
            <a:spLocks noChangeShapeType="1"/>
          </p:cNvSpPr>
          <p:nvPr/>
        </p:nvSpPr>
        <p:spPr bwMode="gray">
          <a:xfrm>
            <a:off x="5892800" y="3632201"/>
            <a:ext cx="0" cy="519113"/>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91440" bIns="91440"/>
          <a:lstStyle/>
          <a:p>
            <a:endParaRPr lang="en-US" sz="1800"/>
          </a:p>
        </p:txBody>
      </p:sp>
      <p:sp>
        <p:nvSpPr>
          <p:cNvPr id="16" name="Line 115"/>
          <p:cNvSpPr>
            <a:spLocks noChangeShapeType="1"/>
          </p:cNvSpPr>
          <p:nvPr userDrawn="1"/>
        </p:nvSpPr>
        <p:spPr bwMode="gray">
          <a:xfrm>
            <a:off x="3048000" y="3632201"/>
            <a:ext cx="0" cy="519113"/>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91440" bIns="91440"/>
          <a:lstStyle/>
          <a:p>
            <a:endParaRPr lang="en-US" sz="1800"/>
          </a:p>
        </p:txBody>
      </p:sp>
      <p:sp>
        <p:nvSpPr>
          <p:cNvPr id="17" name="Line 118"/>
          <p:cNvSpPr>
            <a:spLocks noChangeShapeType="1"/>
          </p:cNvSpPr>
          <p:nvPr/>
        </p:nvSpPr>
        <p:spPr bwMode="gray">
          <a:xfrm>
            <a:off x="9004300" y="3632201"/>
            <a:ext cx="0" cy="519113"/>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91440" bIns="91440"/>
          <a:lstStyle/>
          <a:p>
            <a:endParaRPr lang="en-US" sz="1800"/>
          </a:p>
        </p:txBody>
      </p:sp>
      <p:grpSp>
        <p:nvGrpSpPr>
          <p:cNvPr id="18" name="Group 123"/>
          <p:cNvGrpSpPr>
            <a:grpSpLocks/>
          </p:cNvGrpSpPr>
          <p:nvPr userDrawn="1"/>
        </p:nvGrpSpPr>
        <p:grpSpPr bwMode="auto">
          <a:xfrm>
            <a:off x="611718" y="3478213"/>
            <a:ext cx="10358967" cy="182562"/>
            <a:chOff x="289" y="2191"/>
            <a:chExt cx="4894" cy="115"/>
          </a:xfrm>
        </p:grpSpPr>
        <p:grpSp>
          <p:nvGrpSpPr>
            <p:cNvPr id="19" name="Group 44"/>
            <p:cNvGrpSpPr>
              <a:grpSpLocks/>
            </p:cNvGrpSpPr>
            <p:nvPr/>
          </p:nvGrpSpPr>
          <p:grpSpPr bwMode="auto">
            <a:xfrm>
              <a:off x="289" y="2191"/>
              <a:ext cx="1470" cy="115"/>
              <a:chOff x="696" y="2508"/>
              <a:chExt cx="1470" cy="168"/>
            </a:xfrm>
          </p:grpSpPr>
          <p:sp>
            <p:nvSpPr>
              <p:cNvPr id="53" name="Line 45"/>
              <p:cNvSpPr>
                <a:spLocks noChangeShapeType="1"/>
              </p:cNvSpPr>
              <p:nvPr/>
            </p:nvSpPr>
            <p:spPr bwMode="gray">
              <a:xfrm>
                <a:off x="69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54" name="Line 46"/>
              <p:cNvSpPr>
                <a:spLocks noChangeShapeType="1"/>
              </p:cNvSpPr>
              <p:nvPr/>
            </p:nvSpPr>
            <p:spPr bwMode="gray">
              <a:xfrm>
                <a:off x="81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55" name="Line 47"/>
              <p:cNvSpPr>
                <a:spLocks noChangeShapeType="1"/>
              </p:cNvSpPr>
              <p:nvPr/>
            </p:nvSpPr>
            <p:spPr bwMode="gray">
              <a:xfrm>
                <a:off x="94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56" name="Line 48"/>
              <p:cNvSpPr>
                <a:spLocks noChangeShapeType="1"/>
              </p:cNvSpPr>
              <p:nvPr/>
            </p:nvSpPr>
            <p:spPr bwMode="gray">
              <a:xfrm>
                <a:off x="106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57" name="Line 49"/>
              <p:cNvSpPr>
                <a:spLocks noChangeShapeType="1"/>
              </p:cNvSpPr>
              <p:nvPr/>
            </p:nvSpPr>
            <p:spPr bwMode="gray">
              <a:xfrm>
                <a:off x="118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58" name="Line 50"/>
              <p:cNvSpPr>
                <a:spLocks noChangeShapeType="1"/>
              </p:cNvSpPr>
              <p:nvPr/>
            </p:nvSpPr>
            <p:spPr bwMode="gray">
              <a:xfrm>
                <a:off x="130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59" name="Line 51"/>
              <p:cNvSpPr>
                <a:spLocks noChangeShapeType="1"/>
              </p:cNvSpPr>
              <p:nvPr/>
            </p:nvSpPr>
            <p:spPr bwMode="gray">
              <a:xfrm>
                <a:off x="143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60" name="Line 52"/>
              <p:cNvSpPr>
                <a:spLocks noChangeShapeType="1"/>
              </p:cNvSpPr>
              <p:nvPr/>
            </p:nvSpPr>
            <p:spPr bwMode="gray">
              <a:xfrm>
                <a:off x="155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61" name="Line 53"/>
              <p:cNvSpPr>
                <a:spLocks noChangeShapeType="1"/>
              </p:cNvSpPr>
              <p:nvPr/>
            </p:nvSpPr>
            <p:spPr bwMode="gray">
              <a:xfrm>
                <a:off x="167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62" name="Line 54"/>
              <p:cNvSpPr>
                <a:spLocks noChangeShapeType="1"/>
              </p:cNvSpPr>
              <p:nvPr/>
            </p:nvSpPr>
            <p:spPr bwMode="gray">
              <a:xfrm>
                <a:off x="216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63" name="Line 55"/>
              <p:cNvSpPr>
                <a:spLocks noChangeShapeType="1"/>
              </p:cNvSpPr>
              <p:nvPr/>
            </p:nvSpPr>
            <p:spPr bwMode="gray">
              <a:xfrm>
                <a:off x="179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64" name="Line 56"/>
              <p:cNvSpPr>
                <a:spLocks noChangeShapeType="1"/>
              </p:cNvSpPr>
              <p:nvPr/>
            </p:nvSpPr>
            <p:spPr bwMode="gray">
              <a:xfrm>
                <a:off x="192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65" name="Line 57"/>
              <p:cNvSpPr>
                <a:spLocks noChangeShapeType="1"/>
              </p:cNvSpPr>
              <p:nvPr/>
            </p:nvSpPr>
            <p:spPr bwMode="gray">
              <a:xfrm>
                <a:off x="204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grpSp>
        <p:grpSp>
          <p:nvGrpSpPr>
            <p:cNvPr id="20" name="Group 58"/>
            <p:cNvGrpSpPr>
              <a:grpSpLocks/>
            </p:cNvGrpSpPr>
            <p:nvPr/>
          </p:nvGrpSpPr>
          <p:grpSpPr bwMode="auto">
            <a:xfrm>
              <a:off x="1758" y="2191"/>
              <a:ext cx="1470" cy="115"/>
              <a:chOff x="696" y="2508"/>
              <a:chExt cx="1470" cy="168"/>
            </a:xfrm>
          </p:grpSpPr>
          <p:sp>
            <p:nvSpPr>
              <p:cNvPr id="40" name="Line 59"/>
              <p:cNvSpPr>
                <a:spLocks noChangeShapeType="1"/>
              </p:cNvSpPr>
              <p:nvPr/>
            </p:nvSpPr>
            <p:spPr bwMode="gray">
              <a:xfrm>
                <a:off x="69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41" name="Line 60"/>
              <p:cNvSpPr>
                <a:spLocks noChangeShapeType="1"/>
              </p:cNvSpPr>
              <p:nvPr/>
            </p:nvSpPr>
            <p:spPr bwMode="gray">
              <a:xfrm>
                <a:off x="81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42" name="Line 61"/>
              <p:cNvSpPr>
                <a:spLocks noChangeShapeType="1"/>
              </p:cNvSpPr>
              <p:nvPr/>
            </p:nvSpPr>
            <p:spPr bwMode="gray">
              <a:xfrm>
                <a:off x="94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43" name="Line 62"/>
              <p:cNvSpPr>
                <a:spLocks noChangeShapeType="1"/>
              </p:cNvSpPr>
              <p:nvPr/>
            </p:nvSpPr>
            <p:spPr bwMode="gray">
              <a:xfrm>
                <a:off x="106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44" name="Line 63"/>
              <p:cNvSpPr>
                <a:spLocks noChangeShapeType="1"/>
              </p:cNvSpPr>
              <p:nvPr/>
            </p:nvSpPr>
            <p:spPr bwMode="gray">
              <a:xfrm>
                <a:off x="118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45" name="Line 64"/>
              <p:cNvSpPr>
                <a:spLocks noChangeShapeType="1"/>
              </p:cNvSpPr>
              <p:nvPr/>
            </p:nvSpPr>
            <p:spPr bwMode="gray">
              <a:xfrm>
                <a:off x="130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46" name="Line 65"/>
              <p:cNvSpPr>
                <a:spLocks noChangeShapeType="1"/>
              </p:cNvSpPr>
              <p:nvPr/>
            </p:nvSpPr>
            <p:spPr bwMode="gray">
              <a:xfrm>
                <a:off x="143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47" name="Line 66"/>
              <p:cNvSpPr>
                <a:spLocks noChangeShapeType="1"/>
              </p:cNvSpPr>
              <p:nvPr/>
            </p:nvSpPr>
            <p:spPr bwMode="gray">
              <a:xfrm>
                <a:off x="155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48" name="Line 67"/>
              <p:cNvSpPr>
                <a:spLocks noChangeShapeType="1"/>
              </p:cNvSpPr>
              <p:nvPr/>
            </p:nvSpPr>
            <p:spPr bwMode="gray">
              <a:xfrm>
                <a:off x="167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49" name="Line 68"/>
              <p:cNvSpPr>
                <a:spLocks noChangeShapeType="1"/>
              </p:cNvSpPr>
              <p:nvPr/>
            </p:nvSpPr>
            <p:spPr bwMode="gray">
              <a:xfrm>
                <a:off x="216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50" name="Line 69"/>
              <p:cNvSpPr>
                <a:spLocks noChangeShapeType="1"/>
              </p:cNvSpPr>
              <p:nvPr/>
            </p:nvSpPr>
            <p:spPr bwMode="gray">
              <a:xfrm>
                <a:off x="179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51" name="Line 70"/>
              <p:cNvSpPr>
                <a:spLocks noChangeShapeType="1"/>
              </p:cNvSpPr>
              <p:nvPr/>
            </p:nvSpPr>
            <p:spPr bwMode="gray">
              <a:xfrm>
                <a:off x="192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52" name="Line 71"/>
              <p:cNvSpPr>
                <a:spLocks noChangeShapeType="1"/>
              </p:cNvSpPr>
              <p:nvPr/>
            </p:nvSpPr>
            <p:spPr bwMode="gray">
              <a:xfrm>
                <a:off x="204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grpSp>
        <p:grpSp>
          <p:nvGrpSpPr>
            <p:cNvPr id="21" name="Group 72"/>
            <p:cNvGrpSpPr>
              <a:grpSpLocks/>
            </p:cNvGrpSpPr>
            <p:nvPr/>
          </p:nvGrpSpPr>
          <p:grpSpPr bwMode="auto">
            <a:xfrm>
              <a:off x="3227" y="2191"/>
              <a:ext cx="1470" cy="115"/>
              <a:chOff x="696" y="2508"/>
              <a:chExt cx="1470" cy="168"/>
            </a:xfrm>
          </p:grpSpPr>
          <p:sp>
            <p:nvSpPr>
              <p:cNvPr id="27" name="Line 73"/>
              <p:cNvSpPr>
                <a:spLocks noChangeShapeType="1"/>
              </p:cNvSpPr>
              <p:nvPr/>
            </p:nvSpPr>
            <p:spPr bwMode="gray">
              <a:xfrm>
                <a:off x="69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28" name="Line 74"/>
              <p:cNvSpPr>
                <a:spLocks noChangeShapeType="1"/>
              </p:cNvSpPr>
              <p:nvPr/>
            </p:nvSpPr>
            <p:spPr bwMode="gray">
              <a:xfrm>
                <a:off x="81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29" name="Line 75"/>
              <p:cNvSpPr>
                <a:spLocks noChangeShapeType="1"/>
              </p:cNvSpPr>
              <p:nvPr/>
            </p:nvSpPr>
            <p:spPr bwMode="gray">
              <a:xfrm>
                <a:off x="94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30" name="Line 76"/>
              <p:cNvSpPr>
                <a:spLocks noChangeShapeType="1"/>
              </p:cNvSpPr>
              <p:nvPr/>
            </p:nvSpPr>
            <p:spPr bwMode="gray">
              <a:xfrm>
                <a:off x="106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31" name="Line 77"/>
              <p:cNvSpPr>
                <a:spLocks noChangeShapeType="1"/>
              </p:cNvSpPr>
              <p:nvPr/>
            </p:nvSpPr>
            <p:spPr bwMode="gray">
              <a:xfrm>
                <a:off x="118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32" name="Line 78"/>
              <p:cNvSpPr>
                <a:spLocks noChangeShapeType="1"/>
              </p:cNvSpPr>
              <p:nvPr/>
            </p:nvSpPr>
            <p:spPr bwMode="gray">
              <a:xfrm>
                <a:off x="130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33" name="Line 79"/>
              <p:cNvSpPr>
                <a:spLocks noChangeShapeType="1"/>
              </p:cNvSpPr>
              <p:nvPr/>
            </p:nvSpPr>
            <p:spPr bwMode="gray">
              <a:xfrm>
                <a:off x="143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34" name="Line 80"/>
              <p:cNvSpPr>
                <a:spLocks noChangeShapeType="1"/>
              </p:cNvSpPr>
              <p:nvPr/>
            </p:nvSpPr>
            <p:spPr bwMode="gray">
              <a:xfrm>
                <a:off x="155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35" name="Line 81"/>
              <p:cNvSpPr>
                <a:spLocks noChangeShapeType="1"/>
              </p:cNvSpPr>
              <p:nvPr/>
            </p:nvSpPr>
            <p:spPr bwMode="gray">
              <a:xfrm>
                <a:off x="167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36" name="Line 82"/>
              <p:cNvSpPr>
                <a:spLocks noChangeShapeType="1"/>
              </p:cNvSpPr>
              <p:nvPr/>
            </p:nvSpPr>
            <p:spPr bwMode="gray">
              <a:xfrm>
                <a:off x="216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37" name="Line 83"/>
              <p:cNvSpPr>
                <a:spLocks noChangeShapeType="1"/>
              </p:cNvSpPr>
              <p:nvPr/>
            </p:nvSpPr>
            <p:spPr bwMode="gray">
              <a:xfrm>
                <a:off x="179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38" name="Line 84"/>
              <p:cNvSpPr>
                <a:spLocks noChangeShapeType="1"/>
              </p:cNvSpPr>
              <p:nvPr/>
            </p:nvSpPr>
            <p:spPr bwMode="gray">
              <a:xfrm>
                <a:off x="192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39" name="Line 85"/>
              <p:cNvSpPr>
                <a:spLocks noChangeShapeType="1"/>
              </p:cNvSpPr>
              <p:nvPr/>
            </p:nvSpPr>
            <p:spPr bwMode="gray">
              <a:xfrm>
                <a:off x="204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grpSp>
        <p:sp>
          <p:nvSpPr>
            <p:cNvPr id="22" name="Line 90"/>
            <p:cNvSpPr>
              <a:spLocks noChangeShapeType="1"/>
            </p:cNvSpPr>
            <p:nvPr/>
          </p:nvSpPr>
          <p:spPr bwMode="gray">
            <a:xfrm>
              <a:off x="4698" y="2191"/>
              <a:ext cx="0" cy="115"/>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23" name="Line 91"/>
            <p:cNvSpPr>
              <a:spLocks noChangeShapeType="1"/>
            </p:cNvSpPr>
            <p:nvPr/>
          </p:nvSpPr>
          <p:spPr bwMode="gray">
            <a:xfrm>
              <a:off x="4820"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24" name="Line 92"/>
            <p:cNvSpPr>
              <a:spLocks noChangeShapeType="1"/>
            </p:cNvSpPr>
            <p:nvPr/>
          </p:nvSpPr>
          <p:spPr bwMode="gray">
            <a:xfrm>
              <a:off x="4943"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25" name="Line 93"/>
            <p:cNvSpPr>
              <a:spLocks noChangeShapeType="1"/>
            </p:cNvSpPr>
            <p:nvPr/>
          </p:nvSpPr>
          <p:spPr bwMode="gray">
            <a:xfrm>
              <a:off x="5065"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26" name="Line 122"/>
            <p:cNvSpPr>
              <a:spLocks noChangeShapeType="1"/>
            </p:cNvSpPr>
            <p:nvPr/>
          </p:nvSpPr>
          <p:spPr bwMode="gray">
            <a:xfrm>
              <a:off x="5183"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grpSp>
      <p:sp>
        <p:nvSpPr>
          <p:cNvPr id="66" name="Line 125"/>
          <p:cNvSpPr>
            <a:spLocks noChangeShapeType="1"/>
          </p:cNvSpPr>
          <p:nvPr userDrawn="1"/>
        </p:nvSpPr>
        <p:spPr bwMode="gray">
          <a:xfrm>
            <a:off x="4572000" y="3651251"/>
            <a:ext cx="0" cy="1757363"/>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91440" bIns="91440"/>
          <a:lstStyle/>
          <a:p>
            <a:endParaRPr lang="en-US" sz="1800"/>
          </a:p>
        </p:txBody>
      </p:sp>
      <p:sp>
        <p:nvSpPr>
          <p:cNvPr id="67" name="Line 4"/>
          <p:cNvSpPr>
            <a:spLocks noChangeShapeType="1"/>
          </p:cNvSpPr>
          <p:nvPr userDrawn="1"/>
        </p:nvSpPr>
        <p:spPr bwMode="gray">
          <a:xfrm>
            <a:off x="2235200" y="2976563"/>
            <a:ext cx="0" cy="512762"/>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91440" bIns="91440"/>
          <a:lstStyle/>
          <a:p>
            <a:endParaRPr lang="en-US" sz="1800"/>
          </a:p>
        </p:txBody>
      </p:sp>
      <p:sp>
        <p:nvSpPr>
          <p:cNvPr id="68" name="Line 108"/>
          <p:cNvSpPr>
            <a:spLocks noChangeShapeType="1"/>
          </p:cNvSpPr>
          <p:nvPr userDrawn="1"/>
        </p:nvSpPr>
        <p:spPr bwMode="gray">
          <a:xfrm>
            <a:off x="7416800" y="2976563"/>
            <a:ext cx="0" cy="512762"/>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91440" bIns="91440"/>
          <a:lstStyle/>
          <a:p>
            <a:endParaRPr lang="en-US" sz="1800"/>
          </a:p>
        </p:txBody>
      </p:sp>
      <p:sp>
        <p:nvSpPr>
          <p:cNvPr id="69" name="Line 111"/>
          <p:cNvSpPr>
            <a:spLocks noChangeShapeType="1"/>
          </p:cNvSpPr>
          <p:nvPr userDrawn="1"/>
        </p:nvSpPr>
        <p:spPr bwMode="gray">
          <a:xfrm>
            <a:off x="10261600" y="2976563"/>
            <a:ext cx="0" cy="512762"/>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91440" bIns="91440"/>
          <a:lstStyle/>
          <a:p>
            <a:endParaRPr lang="en-US" sz="1800"/>
          </a:p>
        </p:txBody>
      </p:sp>
      <p:sp>
        <p:nvSpPr>
          <p:cNvPr id="70" name="Line 139"/>
          <p:cNvSpPr>
            <a:spLocks noChangeShapeType="1"/>
          </p:cNvSpPr>
          <p:nvPr userDrawn="1"/>
        </p:nvSpPr>
        <p:spPr bwMode="gray">
          <a:xfrm>
            <a:off x="4375151" y="2074863"/>
            <a:ext cx="0" cy="1414462"/>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91440" bIns="91440"/>
          <a:lstStyle/>
          <a:p>
            <a:endParaRPr lang="en-US" sz="1800"/>
          </a:p>
        </p:txBody>
      </p:sp>
      <p:sp>
        <p:nvSpPr>
          <p:cNvPr id="71" name="AutoShape 3"/>
          <p:cNvSpPr>
            <a:spLocks noChangeArrowheads="1"/>
          </p:cNvSpPr>
          <p:nvPr userDrawn="1"/>
        </p:nvSpPr>
        <p:spPr bwMode="gray">
          <a:xfrm>
            <a:off x="603251" y="3413125"/>
            <a:ext cx="10985500" cy="311150"/>
          </a:xfrm>
          <a:prstGeom prst="rightArrow">
            <a:avLst>
              <a:gd name="adj1" fmla="val 52037"/>
              <a:gd name="adj2" fmla="val 96479"/>
            </a:avLst>
          </a:prstGeom>
          <a:solidFill>
            <a:srgbClr val="808080"/>
          </a:solidFill>
          <a:ln>
            <a:noFill/>
          </a:ln>
          <a:extLst>
            <a:ext uri="{91240B29-F687-4F45-9708-019B960494DF}">
              <a14:hiddenLine xmlns:a14="http://schemas.microsoft.com/office/drawing/2010/main" w="12700">
                <a:solidFill>
                  <a:srgbClr val="000000"/>
                </a:solidFill>
                <a:miter lim="800000"/>
                <a:headEnd type="none" w="sm" len="sm"/>
                <a:tailEnd type="none" w="med" len="lg"/>
              </a14:hiddenLine>
            </a:ext>
          </a:extLst>
        </p:spPr>
        <p:txBody>
          <a:bodyPr wrap="none" tIns="91440" bIns="91440" anchor="ctr"/>
          <a:lstStyle>
            <a:lvl1pPr eaLnBrk="0" hangingPunct="0">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1pPr>
            <a:lvl2pPr marL="742950" indent="-285750" eaLnBrk="0" hangingPunct="0">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2pPr>
            <a:lvl3pPr marL="1143000" indent="-228600" eaLnBrk="0" hangingPunct="0">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3pPr>
            <a:lvl4pPr marL="1600200" indent="-228600" eaLnBrk="0" hangingPunct="0">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4pPr>
            <a:lvl5pPr marL="2057400" indent="-228600" eaLnBrk="0" hangingPunct="0">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9pPr>
          </a:lstStyle>
          <a:p>
            <a:pPr eaLnBrk="1" hangingPunct="1"/>
            <a:endParaRPr lang="nl-NL" altLang="en-US" sz="1000" b="1">
              <a:solidFill>
                <a:srgbClr val="4D4D4D"/>
              </a:solidFill>
              <a:latin typeface="Arial" charset="0"/>
            </a:endParaRPr>
          </a:p>
        </p:txBody>
      </p:sp>
      <p:grpSp>
        <p:nvGrpSpPr>
          <p:cNvPr id="72" name="Group 123"/>
          <p:cNvGrpSpPr>
            <a:grpSpLocks/>
          </p:cNvGrpSpPr>
          <p:nvPr userDrawn="1"/>
        </p:nvGrpSpPr>
        <p:grpSpPr bwMode="auto">
          <a:xfrm>
            <a:off x="814918" y="3460751"/>
            <a:ext cx="10358967" cy="182563"/>
            <a:chOff x="289" y="2191"/>
            <a:chExt cx="4894" cy="115"/>
          </a:xfrm>
        </p:grpSpPr>
        <p:grpSp>
          <p:nvGrpSpPr>
            <p:cNvPr id="73" name="Group 44"/>
            <p:cNvGrpSpPr>
              <a:grpSpLocks/>
            </p:cNvGrpSpPr>
            <p:nvPr/>
          </p:nvGrpSpPr>
          <p:grpSpPr bwMode="auto">
            <a:xfrm>
              <a:off x="289" y="2191"/>
              <a:ext cx="1470" cy="115"/>
              <a:chOff x="696" y="2508"/>
              <a:chExt cx="1470" cy="168"/>
            </a:xfrm>
          </p:grpSpPr>
          <p:sp>
            <p:nvSpPr>
              <p:cNvPr id="107" name="Line 45"/>
              <p:cNvSpPr>
                <a:spLocks noChangeShapeType="1"/>
              </p:cNvSpPr>
              <p:nvPr/>
            </p:nvSpPr>
            <p:spPr bwMode="gray">
              <a:xfrm>
                <a:off x="69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08" name="Line 46"/>
              <p:cNvSpPr>
                <a:spLocks noChangeShapeType="1"/>
              </p:cNvSpPr>
              <p:nvPr/>
            </p:nvSpPr>
            <p:spPr bwMode="gray">
              <a:xfrm>
                <a:off x="81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09" name="Line 47"/>
              <p:cNvSpPr>
                <a:spLocks noChangeShapeType="1"/>
              </p:cNvSpPr>
              <p:nvPr/>
            </p:nvSpPr>
            <p:spPr bwMode="gray">
              <a:xfrm>
                <a:off x="94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10" name="Line 48"/>
              <p:cNvSpPr>
                <a:spLocks noChangeShapeType="1"/>
              </p:cNvSpPr>
              <p:nvPr/>
            </p:nvSpPr>
            <p:spPr bwMode="gray">
              <a:xfrm>
                <a:off x="106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11" name="Line 49"/>
              <p:cNvSpPr>
                <a:spLocks noChangeShapeType="1"/>
              </p:cNvSpPr>
              <p:nvPr/>
            </p:nvSpPr>
            <p:spPr bwMode="gray">
              <a:xfrm>
                <a:off x="118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12" name="Line 50"/>
              <p:cNvSpPr>
                <a:spLocks noChangeShapeType="1"/>
              </p:cNvSpPr>
              <p:nvPr/>
            </p:nvSpPr>
            <p:spPr bwMode="gray">
              <a:xfrm>
                <a:off x="130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13" name="Line 51"/>
              <p:cNvSpPr>
                <a:spLocks noChangeShapeType="1"/>
              </p:cNvSpPr>
              <p:nvPr/>
            </p:nvSpPr>
            <p:spPr bwMode="gray">
              <a:xfrm>
                <a:off x="143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14" name="Line 52"/>
              <p:cNvSpPr>
                <a:spLocks noChangeShapeType="1"/>
              </p:cNvSpPr>
              <p:nvPr/>
            </p:nvSpPr>
            <p:spPr bwMode="gray">
              <a:xfrm>
                <a:off x="155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15" name="Line 53"/>
              <p:cNvSpPr>
                <a:spLocks noChangeShapeType="1"/>
              </p:cNvSpPr>
              <p:nvPr/>
            </p:nvSpPr>
            <p:spPr bwMode="gray">
              <a:xfrm>
                <a:off x="167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16" name="Line 54"/>
              <p:cNvSpPr>
                <a:spLocks noChangeShapeType="1"/>
              </p:cNvSpPr>
              <p:nvPr/>
            </p:nvSpPr>
            <p:spPr bwMode="gray">
              <a:xfrm>
                <a:off x="216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17" name="Line 55"/>
              <p:cNvSpPr>
                <a:spLocks noChangeShapeType="1"/>
              </p:cNvSpPr>
              <p:nvPr/>
            </p:nvSpPr>
            <p:spPr bwMode="gray">
              <a:xfrm>
                <a:off x="179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18" name="Line 56"/>
              <p:cNvSpPr>
                <a:spLocks noChangeShapeType="1"/>
              </p:cNvSpPr>
              <p:nvPr/>
            </p:nvSpPr>
            <p:spPr bwMode="gray">
              <a:xfrm>
                <a:off x="192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19" name="Line 57"/>
              <p:cNvSpPr>
                <a:spLocks noChangeShapeType="1"/>
              </p:cNvSpPr>
              <p:nvPr/>
            </p:nvSpPr>
            <p:spPr bwMode="gray">
              <a:xfrm>
                <a:off x="204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grpSp>
        <p:grpSp>
          <p:nvGrpSpPr>
            <p:cNvPr id="74" name="Group 58"/>
            <p:cNvGrpSpPr>
              <a:grpSpLocks/>
            </p:cNvGrpSpPr>
            <p:nvPr/>
          </p:nvGrpSpPr>
          <p:grpSpPr bwMode="auto">
            <a:xfrm>
              <a:off x="1758" y="2191"/>
              <a:ext cx="1470" cy="115"/>
              <a:chOff x="696" y="2508"/>
              <a:chExt cx="1470" cy="168"/>
            </a:xfrm>
          </p:grpSpPr>
          <p:sp>
            <p:nvSpPr>
              <p:cNvPr id="94" name="Line 59"/>
              <p:cNvSpPr>
                <a:spLocks noChangeShapeType="1"/>
              </p:cNvSpPr>
              <p:nvPr/>
            </p:nvSpPr>
            <p:spPr bwMode="gray">
              <a:xfrm>
                <a:off x="69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95" name="Line 60"/>
              <p:cNvSpPr>
                <a:spLocks noChangeShapeType="1"/>
              </p:cNvSpPr>
              <p:nvPr/>
            </p:nvSpPr>
            <p:spPr bwMode="gray">
              <a:xfrm>
                <a:off x="81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96" name="Line 61"/>
              <p:cNvSpPr>
                <a:spLocks noChangeShapeType="1"/>
              </p:cNvSpPr>
              <p:nvPr/>
            </p:nvSpPr>
            <p:spPr bwMode="gray">
              <a:xfrm>
                <a:off x="94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97" name="Line 62"/>
              <p:cNvSpPr>
                <a:spLocks noChangeShapeType="1"/>
              </p:cNvSpPr>
              <p:nvPr/>
            </p:nvSpPr>
            <p:spPr bwMode="gray">
              <a:xfrm>
                <a:off x="106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98" name="Line 63"/>
              <p:cNvSpPr>
                <a:spLocks noChangeShapeType="1"/>
              </p:cNvSpPr>
              <p:nvPr/>
            </p:nvSpPr>
            <p:spPr bwMode="gray">
              <a:xfrm>
                <a:off x="118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99" name="Line 64"/>
              <p:cNvSpPr>
                <a:spLocks noChangeShapeType="1"/>
              </p:cNvSpPr>
              <p:nvPr/>
            </p:nvSpPr>
            <p:spPr bwMode="gray">
              <a:xfrm>
                <a:off x="130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00" name="Line 65"/>
              <p:cNvSpPr>
                <a:spLocks noChangeShapeType="1"/>
              </p:cNvSpPr>
              <p:nvPr/>
            </p:nvSpPr>
            <p:spPr bwMode="gray">
              <a:xfrm>
                <a:off x="143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01" name="Line 66"/>
              <p:cNvSpPr>
                <a:spLocks noChangeShapeType="1"/>
              </p:cNvSpPr>
              <p:nvPr/>
            </p:nvSpPr>
            <p:spPr bwMode="gray">
              <a:xfrm>
                <a:off x="155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02" name="Line 67"/>
              <p:cNvSpPr>
                <a:spLocks noChangeShapeType="1"/>
              </p:cNvSpPr>
              <p:nvPr/>
            </p:nvSpPr>
            <p:spPr bwMode="gray">
              <a:xfrm>
                <a:off x="167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03" name="Line 68"/>
              <p:cNvSpPr>
                <a:spLocks noChangeShapeType="1"/>
              </p:cNvSpPr>
              <p:nvPr/>
            </p:nvSpPr>
            <p:spPr bwMode="gray">
              <a:xfrm>
                <a:off x="216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04" name="Line 69"/>
              <p:cNvSpPr>
                <a:spLocks noChangeShapeType="1"/>
              </p:cNvSpPr>
              <p:nvPr/>
            </p:nvSpPr>
            <p:spPr bwMode="gray">
              <a:xfrm>
                <a:off x="179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05" name="Line 70"/>
              <p:cNvSpPr>
                <a:spLocks noChangeShapeType="1"/>
              </p:cNvSpPr>
              <p:nvPr/>
            </p:nvSpPr>
            <p:spPr bwMode="gray">
              <a:xfrm>
                <a:off x="192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06" name="Line 71"/>
              <p:cNvSpPr>
                <a:spLocks noChangeShapeType="1"/>
              </p:cNvSpPr>
              <p:nvPr/>
            </p:nvSpPr>
            <p:spPr bwMode="gray">
              <a:xfrm>
                <a:off x="204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grpSp>
        <p:grpSp>
          <p:nvGrpSpPr>
            <p:cNvPr id="75" name="Group 72"/>
            <p:cNvGrpSpPr>
              <a:grpSpLocks/>
            </p:cNvGrpSpPr>
            <p:nvPr/>
          </p:nvGrpSpPr>
          <p:grpSpPr bwMode="auto">
            <a:xfrm>
              <a:off x="3227" y="2191"/>
              <a:ext cx="1470" cy="115"/>
              <a:chOff x="696" y="2508"/>
              <a:chExt cx="1470" cy="168"/>
            </a:xfrm>
          </p:grpSpPr>
          <p:sp>
            <p:nvSpPr>
              <p:cNvPr id="81" name="Line 73"/>
              <p:cNvSpPr>
                <a:spLocks noChangeShapeType="1"/>
              </p:cNvSpPr>
              <p:nvPr/>
            </p:nvSpPr>
            <p:spPr bwMode="gray">
              <a:xfrm>
                <a:off x="69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82" name="Line 74"/>
              <p:cNvSpPr>
                <a:spLocks noChangeShapeType="1"/>
              </p:cNvSpPr>
              <p:nvPr/>
            </p:nvSpPr>
            <p:spPr bwMode="gray">
              <a:xfrm>
                <a:off x="81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83" name="Line 75"/>
              <p:cNvSpPr>
                <a:spLocks noChangeShapeType="1"/>
              </p:cNvSpPr>
              <p:nvPr/>
            </p:nvSpPr>
            <p:spPr bwMode="gray">
              <a:xfrm>
                <a:off x="94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84" name="Line 76"/>
              <p:cNvSpPr>
                <a:spLocks noChangeShapeType="1"/>
              </p:cNvSpPr>
              <p:nvPr/>
            </p:nvSpPr>
            <p:spPr bwMode="gray">
              <a:xfrm>
                <a:off x="106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85" name="Line 77"/>
              <p:cNvSpPr>
                <a:spLocks noChangeShapeType="1"/>
              </p:cNvSpPr>
              <p:nvPr/>
            </p:nvSpPr>
            <p:spPr bwMode="gray">
              <a:xfrm>
                <a:off x="118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86" name="Line 78"/>
              <p:cNvSpPr>
                <a:spLocks noChangeShapeType="1"/>
              </p:cNvSpPr>
              <p:nvPr/>
            </p:nvSpPr>
            <p:spPr bwMode="gray">
              <a:xfrm>
                <a:off x="130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87" name="Line 79"/>
              <p:cNvSpPr>
                <a:spLocks noChangeShapeType="1"/>
              </p:cNvSpPr>
              <p:nvPr/>
            </p:nvSpPr>
            <p:spPr bwMode="gray">
              <a:xfrm>
                <a:off x="143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88" name="Line 80"/>
              <p:cNvSpPr>
                <a:spLocks noChangeShapeType="1"/>
              </p:cNvSpPr>
              <p:nvPr/>
            </p:nvSpPr>
            <p:spPr bwMode="gray">
              <a:xfrm>
                <a:off x="155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89" name="Line 81"/>
              <p:cNvSpPr>
                <a:spLocks noChangeShapeType="1"/>
              </p:cNvSpPr>
              <p:nvPr/>
            </p:nvSpPr>
            <p:spPr bwMode="gray">
              <a:xfrm>
                <a:off x="167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90" name="Line 82"/>
              <p:cNvSpPr>
                <a:spLocks noChangeShapeType="1"/>
              </p:cNvSpPr>
              <p:nvPr/>
            </p:nvSpPr>
            <p:spPr bwMode="gray">
              <a:xfrm>
                <a:off x="216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91" name="Line 83"/>
              <p:cNvSpPr>
                <a:spLocks noChangeShapeType="1"/>
              </p:cNvSpPr>
              <p:nvPr/>
            </p:nvSpPr>
            <p:spPr bwMode="gray">
              <a:xfrm>
                <a:off x="179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92" name="Line 84"/>
              <p:cNvSpPr>
                <a:spLocks noChangeShapeType="1"/>
              </p:cNvSpPr>
              <p:nvPr/>
            </p:nvSpPr>
            <p:spPr bwMode="gray">
              <a:xfrm>
                <a:off x="192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93" name="Line 85"/>
              <p:cNvSpPr>
                <a:spLocks noChangeShapeType="1"/>
              </p:cNvSpPr>
              <p:nvPr/>
            </p:nvSpPr>
            <p:spPr bwMode="gray">
              <a:xfrm>
                <a:off x="204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grpSp>
        <p:sp>
          <p:nvSpPr>
            <p:cNvPr id="76" name="Line 90"/>
            <p:cNvSpPr>
              <a:spLocks noChangeShapeType="1"/>
            </p:cNvSpPr>
            <p:nvPr/>
          </p:nvSpPr>
          <p:spPr bwMode="gray">
            <a:xfrm>
              <a:off x="4698" y="2191"/>
              <a:ext cx="0" cy="115"/>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77" name="Line 91"/>
            <p:cNvSpPr>
              <a:spLocks noChangeShapeType="1"/>
            </p:cNvSpPr>
            <p:nvPr/>
          </p:nvSpPr>
          <p:spPr bwMode="gray">
            <a:xfrm>
              <a:off x="4820"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78" name="Line 92"/>
            <p:cNvSpPr>
              <a:spLocks noChangeShapeType="1"/>
            </p:cNvSpPr>
            <p:nvPr/>
          </p:nvSpPr>
          <p:spPr bwMode="gray">
            <a:xfrm>
              <a:off x="4943"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79" name="Line 93"/>
            <p:cNvSpPr>
              <a:spLocks noChangeShapeType="1"/>
            </p:cNvSpPr>
            <p:nvPr/>
          </p:nvSpPr>
          <p:spPr bwMode="gray">
            <a:xfrm>
              <a:off x="5065"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80" name="Line 122"/>
            <p:cNvSpPr>
              <a:spLocks noChangeShapeType="1"/>
            </p:cNvSpPr>
            <p:nvPr/>
          </p:nvSpPr>
          <p:spPr bwMode="gray">
            <a:xfrm>
              <a:off x="5183"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grpSp>
      <p:sp>
        <p:nvSpPr>
          <p:cNvPr id="248" name="Text Placeholder 246"/>
          <p:cNvSpPr>
            <a:spLocks noGrp="1"/>
          </p:cNvSpPr>
          <p:nvPr>
            <p:ph type="body" sz="quarter" idx="11"/>
          </p:nvPr>
        </p:nvSpPr>
        <p:spPr>
          <a:xfrm>
            <a:off x="3381155" y="1295400"/>
            <a:ext cx="2032000" cy="838200"/>
          </a:xfrm>
          <a:prstGeom prst="rect">
            <a:avLst/>
          </a:prstGeom>
          <a:solidFill>
            <a:schemeClr val="bg1"/>
          </a:solidFill>
          <a:ln>
            <a:solidFill>
              <a:srgbClr val="C0C0C0"/>
            </a:solidFill>
          </a:ln>
        </p:spPr>
        <p:txBody>
          <a:bodyPr/>
          <a:lstStyle>
            <a:lvl1pPr marL="0" indent="0">
              <a:buFont typeface="NSimSun" pitchFamily="49" charset="-122"/>
              <a:buChar char=" "/>
              <a:defRPr sz="1000" b="1">
                <a:solidFill>
                  <a:srgbClr val="B01C2E"/>
                </a:solidFill>
              </a:defRPr>
            </a:lvl1pPr>
            <a:lvl2pPr marL="0" indent="0">
              <a:buFont typeface="NSimSun" pitchFamily="49" charset="-122"/>
              <a:buChar char=" "/>
              <a:tabLst/>
              <a:defRPr sz="900" baseline="0"/>
            </a:lvl2pPr>
            <a:lvl3pPr>
              <a:buNone/>
              <a:defRPr sz="1000"/>
            </a:lvl3pPr>
            <a:lvl4pPr>
              <a:buNone/>
              <a:defRPr sz="1000"/>
            </a:lvl4pPr>
            <a:lvl5pPr>
              <a:buNone/>
              <a:defRPr sz="1000"/>
            </a:lvl5pPr>
          </a:lstStyle>
          <a:p>
            <a:pPr lvl="0"/>
            <a:r>
              <a:rPr lang="en-US"/>
              <a:t>Click to edit Master text styles</a:t>
            </a:r>
          </a:p>
          <a:p>
            <a:pPr lvl="1"/>
            <a:r>
              <a:rPr lang="en-US"/>
              <a:t>Second level</a:t>
            </a:r>
          </a:p>
        </p:txBody>
      </p:sp>
      <p:sp>
        <p:nvSpPr>
          <p:cNvPr id="143" name="Text Placeholder 142"/>
          <p:cNvSpPr>
            <a:spLocks noGrp="1"/>
          </p:cNvSpPr>
          <p:nvPr>
            <p:ph type="body" sz="quarter" idx="19"/>
          </p:nvPr>
        </p:nvSpPr>
        <p:spPr>
          <a:xfrm>
            <a:off x="1422400" y="3733800"/>
            <a:ext cx="609600" cy="137160"/>
          </a:xfrm>
          <a:prstGeom prst="rect">
            <a:avLst/>
          </a:prstGeom>
          <a:ln>
            <a:noFill/>
          </a:ln>
        </p:spPr>
        <p:txBody>
          <a:bodyPr anchor="ctr"/>
          <a:lstStyle>
            <a:lvl1pPr marL="0" indent="0" algn="ctr">
              <a:spcBef>
                <a:spcPts val="0"/>
              </a:spcBef>
              <a:buNone/>
              <a:defRPr sz="900"/>
            </a:lvl1pPr>
          </a:lstStyle>
          <a:p>
            <a:pPr lvl="0"/>
            <a:r>
              <a:rPr lang="en-US"/>
              <a:t>Click to edit Master text styles</a:t>
            </a:r>
          </a:p>
        </p:txBody>
      </p:sp>
      <p:sp>
        <p:nvSpPr>
          <p:cNvPr id="144" name="Text Placeholder 142"/>
          <p:cNvSpPr>
            <a:spLocks noGrp="1"/>
          </p:cNvSpPr>
          <p:nvPr>
            <p:ph type="body" sz="quarter" idx="20"/>
          </p:nvPr>
        </p:nvSpPr>
        <p:spPr>
          <a:xfrm>
            <a:off x="4775200" y="3733800"/>
            <a:ext cx="609600" cy="137160"/>
          </a:xfrm>
          <a:prstGeom prst="rect">
            <a:avLst/>
          </a:prstGeom>
          <a:ln>
            <a:noFill/>
          </a:ln>
        </p:spPr>
        <p:txBody>
          <a:bodyPr anchor="ctr"/>
          <a:lstStyle>
            <a:lvl1pPr marL="0" indent="0" algn="ctr">
              <a:spcBef>
                <a:spcPts val="0"/>
              </a:spcBef>
              <a:buNone/>
              <a:defRPr sz="900"/>
            </a:lvl1pPr>
          </a:lstStyle>
          <a:p>
            <a:pPr lvl="0"/>
            <a:r>
              <a:rPr lang="en-US"/>
              <a:t>Click to edit Master text styles</a:t>
            </a:r>
          </a:p>
        </p:txBody>
      </p:sp>
      <p:sp>
        <p:nvSpPr>
          <p:cNvPr id="146" name="Text Placeholder 142"/>
          <p:cNvSpPr>
            <a:spLocks noGrp="1"/>
          </p:cNvSpPr>
          <p:nvPr>
            <p:ph type="body" sz="quarter" idx="21"/>
          </p:nvPr>
        </p:nvSpPr>
        <p:spPr>
          <a:xfrm>
            <a:off x="7071360" y="3733800"/>
            <a:ext cx="609600" cy="137160"/>
          </a:xfrm>
          <a:prstGeom prst="rect">
            <a:avLst/>
          </a:prstGeom>
          <a:ln>
            <a:noFill/>
          </a:ln>
        </p:spPr>
        <p:txBody>
          <a:bodyPr anchor="ctr"/>
          <a:lstStyle>
            <a:lvl1pPr marL="0" indent="0" algn="ctr">
              <a:spcBef>
                <a:spcPts val="0"/>
              </a:spcBef>
              <a:buNone/>
              <a:defRPr sz="900"/>
            </a:lvl1pPr>
          </a:lstStyle>
          <a:p>
            <a:pPr lvl="0"/>
            <a:r>
              <a:rPr lang="en-US"/>
              <a:t>Click to edit Master text styles</a:t>
            </a:r>
          </a:p>
        </p:txBody>
      </p:sp>
      <p:sp>
        <p:nvSpPr>
          <p:cNvPr id="147" name="Text Placeholder 142"/>
          <p:cNvSpPr>
            <a:spLocks noGrp="1"/>
          </p:cNvSpPr>
          <p:nvPr>
            <p:ph type="body" sz="quarter" idx="22"/>
          </p:nvPr>
        </p:nvSpPr>
        <p:spPr>
          <a:xfrm>
            <a:off x="9631680" y="3733800"/>
            <a:ext cx="609600" cy="137160"/>
          </a:xfrm>
          <a:prstGeom prst="rect">
            <a:avLst/>
          </a:prstGeom>
          <a:ln>
            <a:noFill/>
          </a:ln>
        </p:spPr>
        <p:txBody>
          <a:bodyPr anchor="ctr"/>
          <a:lstStyle>
            <a:lvl1pPr marL="0" indent="0" algn="ctr">
              <a:spcBef>
                <a:spcPts val="0"/>
              </a:spcBef>
              <a:buNone/>
              <a:defRPr sz="900"/>
            </a:lvl1pPr>
          </a:lstStyle>
          <a:p>
            <a:pPr lvl="0"/>
            <a:r>
              <a:rPr lang="en-US"/>
              <a:t>Click to edit Master text styles</a:t>
            </a:r>
          </a:p>
        </p:txBody>
      </p:sp>
      <p:sp>
        <p:nvSpPr>
          <p:cNvPr id="141"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32" name="Text Placeholder 246"/>
          <p:cNvSpPr>
            <a:spLocks noGrp="1"/>
          </p:cNvSpPr>
          <p:nvPr>
            <p:ph type="body" sz="quarter" idx="23"/>
          </p:nvPr>
        </p:nvSpPr>
        <p:spPr>
          <a:xfrm>
            <a:off x="1219200" y="2133600"/>
            <a:ext cx="2032000" cy="838200"/>
          </a:xfrm>
          <a:prstGeom prst="rect">
            <a:avLst/>
          </a:prstGeom>
          <a:solidFill>
            <a:schemeClr val="bg1"/>
          </a:solidFill>
          <a:ln>
            <a:solidFill>
              <a:srgbClr val="C0C0C0"/>
            </a:solidFill>
          </a:ln>
        </p:spPr>
        <p:txBody>
          <a:bodyPr/>
          <a:lstStyle>
            <a:lvl1pPr marL="0" indent="0">
              <a:buFont typeface="NSimSun" pitchFamily="49" charset="-122"/>
              <a:buChar char=" "/>
              <a:defRPr sz="1000" b="1">
                <a:solidFill>
                  <a:srgbClr val="B01C2E"/>
                </a:solidFill>
              </a:defRPr>
            </a:lvl1pPr>
            <a:lvl2pPr marL="0" indent="0">
              <a:buFont typeface="NSimSun" pitchFamily="49" charset="-122"/>
              <a:buChar char=" "/>
              <a:tabLst/>
              <a:defRPr sz="900" baseline="0"/>
            </a:lvl2pPr>
            <a:lvl3pPr>
              <a:buNone/>
              <a:defRPr sz="1000"/>
            </a:lvl3pPr>
            <a:lvl4pPr>
              <a:buNone/>
              <a:defRPr sz="1000"/>
            </a:lvl4pPr>
            <a:lvl5pPr>
              <a:buNone/>
              <a:defRPr sz="1000"/>
            </a:lvl5pPr>
          </a:lstStyle>
          <a:p>
            <a:pPr lvl="0"/>
            <a:r>
              <a:rPr lang="en-US"/>
              <a:t>Click to edit Master text styles</a:t>
            </a:r>
          </a:p>
          <a:p>
            <a:pPr lvl="1"/>
            <a:r>
              <a:rPr lang="en-US"/>
              <a:t>Second level</a:t>
            </a:r>
          </a:p>
        </p:txBody>
      </p:sp>
      <p:sp>
        <p:nvSpPr>
          <p:cNvPr id="148" name="Text Placeholder 246"/>
          <p:cNvSpPr>
            <a:spLocks noGrp="1"/>
          </p:cNvSpPr>
          <p:nvPr>
            <p:ph type="body" sz="quarter" idx="24"/>
          </p:nvPr>
        </p:nvSpPr>
        <p:spPr>
          <a:xfrm>
            <a:off x="9245600" y="2133600"/>
            <a:ext cx="2032000" cy="838200"/>
          </a:xfrm>
          <a:prstGeom prst="rect">
            <a:avLst/>
          </a:prstGeom>
          <a:solidFill>
            <a:schemeClr val="bg1"/>
          </a:solidFill>
          <a:ln>
            <a:solidFill>
              <a:srgbClr val="C0C0C0"/>
            </a:solidFill>
          </a:ln>
        </p:spPr>
        <p:txBody>
          <a:bodyPr/>
          <a:lstStyle>
            <a:lvl1pPr marL="0" indent="0">
              <a:buFont typeface="NSimSun" pitchFamily="49" charset="-122"/>
              <a:buChar char=" "/>
              <a:defRPr sz="1000" b="1">
                <a:solidFill>
                  <a:srgbClr val="B01C2E"/>
                </a:solidFill>
              </a:defRPr>
            </a:lvl1pPr>
            <a:lvl2pPr marL="0" indent="0">
              <a:buFont typeface="NSimSun" pitchFamily="49" charset="-122"/>
              <a:buChar char=" "/>
              <a:tabLst/>
              <a:defRPr sz="900" baseline="0"/>
            </a:lvl2pPr>
            <a:lvl3pPr>
              <a:buNone/>
              <a:defRPr sz="1000"/>
            </a:lvl3pPr>
            <a:lvl4pPr>
              <a:buNone/>
              <a:defRPr sz="1000"/>
            </a:lvl4pPr>
            <a:lvl5pPr>
              <a:buNone/>
              <a:defRPr sz="1000"/>
            </a:lvl5pPr>
          </a:lstStyle>
          <a:p>
            <a:pPr lvl="0"/>
            <a:r>
              <a:rPr lang="en-US"/>
              <a:t>Click to edit Master text styles</a:t>
            </a:r>
          </a:p>
          <a:p>
            <a:pPr lvl="1"/>
            <a:r>
              <a:rPr lang="en-US"/>
              <a:t>Second level</a:t>
            </a:r>
          </a:p>
        </p:txBody>
      </p:sp>
      <p:sp>
        <p:nvSpPr>
          <p:cNvPr id="149" name="Text Placeholder 246"/>
          <p:cNvSpPr>
            <a:spLocks noGrp="1"/>
          </p:cNvSpPr>
          <p:nvPr>
            <p:ph type="body" sz="quarter" idx="25"/>
          </p:nvPr>
        </p:nvSpPr>
        <p:spPr>
          <a:xfrm>
            <a:off x="2032000" y="4114800"/>
            <a:ext cx="2032000" cy="838200"/>
          </a:xfrm>
          <a:prstGeom prst="rect">
            <a:avLst/>
          </a:prstGeom>
          <a:solidFill>
            <a:schemeClr val="bg1"/>
          </a:solidFill>
          <a:ln>
            <a:solidFill>
              <a:srgbClr val="C0C0C0"/>
            </a:solidFill>
          </a:ln>
        </p:spPr>
        <p:txBody>
          <a:bodyPr/>
          <a:lstStyle>
            <a:lvl1pPr marL="0" indent="0">
              <a:buFont typeface="NSimSun" pitchFamily="49" charset="-122"/>
              <a:buChar char=" "/>
              <a:defRPr sz="1000" b="1">
                <a:solidFill>
                  <a:srgbClr val="B01C2E"/>
                </a:solidFill>
              </a:defRPr>
            </a:lvl1pPr>
            <a:lvl2pPr marL="0" indent="0">
              <a:buFont typeface="NSimSun" pitchFamily="49" charset="-122"/>
              <a:buChar char=" "/>
              <a:tabLst/>
              <a:defRPr sz="900" baseline="0"/>
            </a:lvl2pPr>
            <a:lvl3pPr>
              <a:buNone/>
              <a:defRPr sz="1000"/>
            </a:lvl3pPr>
            <a:lvl4pPr>
              <a:buNone/>
              <a:defRPr sz="1000"/>
            </a:lvl4pPr>
            <a:lvl5pPr>
              <a:buNone/>
              <a:defRPr sz="1000"/>
            </a:lvl5pPr>
          </a:lstStyle>
          <a:p>
            <a:pPr lvl="0"/>
            <a:r>
              <a:rPr lang="en-US"/>
              <a:t>Click to edit Master text styles</a:t>
            </a:r>
          </a:p>
          <a:p>
            <a:pPr lvl="1"/>
            <a:r>
              <a:rPr lang="en-US"/>
              <a:t>Second level</a:t>
            </a:r>
          </a:p>
        </p:txBody>
      </p:sp>
      <p:sp>
        <p:nvSpPr>
          <p:cNvPr id="150" name="Text Placeholder 246"/>
          <p:cNvSpPr>
            <a:spLocks noGrp="1"/>
          </p:cNvSpPr>
          <p:nvPr>
            <p:ph type="body" sz="quarter" idx="26"/>
          </p:nvPr>
        </p:nvSpPr>
        <p:spPr>
          <a:xfrm>
            <a:off x="6400800" y="2133600"/>
            <a:ext cx="2032000" cy="838200"/>
          </a:xfrm>
          <a:prstGeom prst="rect">
            <a:avLst/>
          </a:prstGeom>
          <a:solidFill>
            <a:schemeClr val="bg1"/>
          </a:solidFill>
          <a:ln>
            <a:solidFill>
              <a:srgbClr val="C0C0C0"/>
            </a:solidFill>
          </a:ln>
        </p:spPr>
        <p:txBody>
          <a:bodyPr/>
          <a:lstStyle>
            <a:lvl1pPr marL="0" indent="0">
              <a:buFont typeface="NSimSun" pitchFamily="49" charset="-122"/>
              <a:buChar char=" "/>
              <a:defRPr sz="1000" b="1">
                <a:solidFill>
                  <a:srgbClr val="B01C2E"/>
                </a:solidFill>
              </a:defRPr>
            </a:lvl1pPr>
            <a:lvl2pPr marL="0" indent="0">
              <a:buFont typeface="NSimSun" pitchFamily="49" charset="-122"/>
              <a:buChar char=" "/>
              <a:tabLst/>
              <a:defRPr sz="900" baseline="0"/>
            </a:lvl2pPr>
            <a:lvl3pPr>
              <a:buNone/>
              <a:defRPr sz="1000"/>
            </a:lvl3pPr>
            <a:lvl4pPr>
              <a:buNone/>
              <a:defRPr sz="1000"/>
            </a:lvl4pPr>
            <a:lvl5pPr>
              <a:buNone/>
              <a:defRPr sz="1000"/>
            </a:lvl5pPr>
          </a:lstStyle>
          <a:p>
            <a:pPr lvl="0"/>
            <a:r>
              <a:rPr lang="en-US"/>
              <a:t>Click to edit Master text styles</a:t>
            </a:r>
          </a:p>
          <a:p>
            <a:pPr lvl="1"/>
            <a:r>
              <a:rPr lang="en-US"/>
              <a:t>Second level</a:t>
            </a:r>
          </a:p>
        </p:txBody>
      </p:sp>
      <p:sp>
        <p:nvSpPr>
          <p:cNvPr id="151" name="Text Placeholder 246"/>
          <p:cNvSpPr>
            <a:spLocks noGrp="1"/>
          </p:cNvSpPr>
          <p:nvPr>
            <p:ph type="body" sz="quarter" idx="27"/>
          </p:nvPr>
        </p:nvSpPr>
        <p:spPr>
          <a:xfrm>
            <a:off x="3556000" y="5181600"/>
            <a:ext cx="2032000" cy="838200"/>
          </a:xfrm>
          <a:prstGeom prst="rect">
            <a:avLst/>
          </a:prstGeom>
          <a:solidFill>
            <a:schemeClr val="bg1"/>
          </a:solidFill>
          <a:ln>
            <a:solidFill>
              <a:srgbClr val="C0C0C0"/>
            </a:solidFill>
          </a:ln>
        </p:spPr>
        <p:txBody>
          <a:bodyPr/>
          <a:lstStyle>
            <a:lvl1pPr marL="0" indent="0">
              <a:buFont typeface="NSimSun" pitchFamily="49" charset="-122"/>
              <a:buChar char=" "/>
              <a:defRPr sz="1000" b="1">
                <a:solidFill>
                  <a:srgbClr val="B01C2E"/>
                </a:solidFill>
              </a:defRPr>
            </a:lvl1pPr>
            <a:lvl2pPr marL="0" indent="0">
              <a:buFont typeface="NSimSun" pitchFamily="49" charset="-122"/>
              <a:buChar char=" "/>
              <a:tabLst/>
              <a:defRPr sz="900" baseline="0"/>
            </a:lvl2pPr>
            <a:lvl3pPr>
              <a:buNone/>
              <a:defRPr sz="1000"/>
            </a:lvl3pPr>
            <a:lvl4pPr>
              <a:buNone/>
              <a:defRPr sz="1000"/>
            </a:lvl4pPr>
            <a:lvl5pPr>
              <a:buNone/>
              <a:defRPr sz="1000"/>
            </a:lvl5pPr>
          </a:lstStyle>
          <a:p>
            <a:pPr lvl="0"/>
            <a:r>
              <a:rPr lang="en-US"/>
              <a:t>Click to edit Master text styles</a:t>
            </a:r>
          </a:p>
          <a:p>
            <a:pPr lvl="1"/>
            <a:r>
              <a:rPr lang="en-US"/>
              <a:t>Second level</a:t>
            </a:r>
          </a:p>
        </p:txBody>
      </p:sp>
      <p:sp>
        <p:nvSpPr>
          <p:cNvPr id="152" name="Text Placeholder 246"/>
          <p:cNvSpPr>
            <a:spLocks noGrp="1"/>
          </p:cNvSpPr>
          <p:nvPr>
            <p:ph type="body" sz="quarter" idx="28"/>
          </p:nvPr>
        </p:nvSpPr>
        <p:spPr>
          <a:xfrm>
            <a:off x="7988300" y="4114800"/>
            <a:ext cx="2032000" cy="838200"/>
          </a:xfrm>
          <a:prstGeom prst="rect">
            <a:avLst/>
          </a:prstGeom>
          <a:solidFill>
            <a:schemeClr val="bg1"/>
          </a:solidFill>
          <a:ln>
            <a:solidFill>
              <a:srgbClr val="C0C0C0"/>
            </a:solidFill>
          </a:ln>
        </p:spPr>
        <p:txBody>
          <a:bodyPr/>
          <a:lstStyle>
            <a:lvl1pPr marL="0" indent="0">
              <a:buFont typeface="NSimSun" pitchFamily="49" charset="-122"/>
              <a:buChar char=" "/>
              <a:defRPr sz="1000" b="1">
                <a:solidFill>
                  <a:srgbClr val="B01C2E"/>
                </a:solidFill>
              </a:defRPr>
            </a:lvl1pPr>
            <a:lvl2pPr marL="0" indent="0">
              <a:buFont typeface="NSimSun" pitchFamily="49" charset="-122"/>
              <a:buChar char=" "/>
              <a:tabLst/>
              <a:defRPr sz="900" baseline="0"/>
            </a:lvl2pPr>
            <a:lvl3pPr>
              <a:buNone/>
              <a:defRPr sz="1000"/>
            </a:lvl3pPr>
            <a:lvl4pPr>
              <a:buNone/>
              <a:defRPr sz="1000"/>
            </a:lvl4pPr>
            <a:lvl5pPr>
              <a:buNone/>
              <a:defRPr sz="1000"/>
            </a:lvl5pPr>
          </a:lstStyle>
          <a:p>
            <a:pPr lvl="0"/>
            <a:r>
              <a:rPr lang="en-US"/>
              <a:t>Click to edit Master text styles</a:t>
            </a:r>
          </a:p>
          <a:p>
            <a:pPr lvl="1"/>
            <a:r>
              <a:rPr lang="en-US"/>
              <a:t>Second level</a:t>
            </a:r>
          </a:p>
        </p:txBody>
      </p:sp>
      <p:sp>
        <p:nvSpPr>
          <p:cNvPr id="153" name="Text Placeholder 246"/>
          <p:cNvSpPr>
            <a:spLocks noGrp="1"/>
          </p:cNvSpPr>
          <p:nvPr>
            <p:ph type="body" sz="quarter" idx="29"/>
          </p:nvPr>
        </p:nvSpPr>
        <p:spPr>
          <a:xfrm>
            <a:off x="4876800" y="4114800"/>
            <a:ext cx="2032000" cy="838200"/>
          </a:xfrm>
          <a:prstGeom prst="rect">
            <a:avLst/>
          </a:prstGeom>
          <a:solidFill>
            <a:schemeClr val="bg1"/>
          </a:solidFill>
          <a:ln>
            <a:solidFill>
              <a:srgbClr val="C0C0C0"/>
            </a:solidFill>
          </a:ln>
        </p:spPr>
        <p:txBody>
          <a:bodyPr/>
          <a:lstStyle>
            <a:lvl1pPr marL="0" indent="0">
              <a:buFont typeface="NSimSun" pitchFamily="49" charset="-122"/>
              <a:buChar char=" "/>
              <a:defRPr sz="1000" b="1">
                <a:solidFill>
                  <a:srgbClr val="B01C2E"/>
                </a:solidFill>
              </a:defRPr>
            </a:lvl1pPr>
            <a:lvl2pPr marL="0" indent="0">
              <a:buFont typeface="NSimSun" pitchFamily="49" charset="-122"/>
              <a:buChar char=" "/>
              <a:tabLst/>
              <a:defRPr sz="900" baseline="0"/>
            </a:lvl2pPr>
            <a:lvl3pPr>
              <a:buNone/>
              <a:defRPr sz="1000"/>
            </a:lvl3pPr>
            <a:lvl4pPr>
              <a:buNone/>
              <a:defRPr sz="1000"/>
            </a:lvl4pPr>
            <a:lvl5pPr>
              <a:buNone/>
              <a:defRPr sz="1000"/>
            </a:lvl5pPr>
          </a:lstStyle>
          <a:p>
            <a:pPr lvl="0"/>
            <a:r>
              <a:rPr lang="en-US"/>
              <a:t>Click to edit Master text styles</a:t>
            </a:r>
          </a:p>
          <a:p>
            <a:pPr lvl="1"/>
            <a:r>
              <a:rPr lang="en-US"/>
              <a:t>Second level</a:t>
            </a:r>
          </a:p>
        </p:txBody>
      </p:sp>
      <p:sp>
        <p:nvSpPr>
          <p:cNvPr id="120" name="Slide Number Placeholder 9"/>
          <p:cNvSpPr>
            <a:spLocks noGrp="1"/>
          </p:cNvSpPr>
          <p:nvPr>
            <p:ph type="sldNum" sz="quarter" idx="30"/>
          </p:nvPr>
        </p:nvSpPr>
        <p:spPr/>
        <p:txBody>
          <a:bodyPr/>
          <a:lstStyle>
            <a:lvl1pPr>
              <a:defRPr/>
            </a:lvl1pPr>
          </a:lstStyle>
          <a:p>
            <a:fld id="{132B4441-E44F-854A-A9C3-46F08E0FCFC7}" type="slidenum">
              <a:rPr lang="en-US" altLang="en-US"/>
              <a:pPr/>
              <a:t>‹#›</a:t>
            </a:fld>
            <a:endParaRPr lang="en-US" altLang="en-US"/>
          </a:p>
        </p:txBody>
      </p:sp>
      <p:sp>
        <p:nvSpPr>
          <p:cNvPr id="121" name="Footer Placeholder 133"/>
          <p:cNvSpPr>
            <a:spLocks noGrp="1"/>
          </p:cNvSpPr>
          <p:nvPr>
            <p:ph type="ftr" sz="quarter" idx="31"/>
          </p:nvPr>
        </p:nvSpPr>
        <p:spPr/>
        <p:txBody>
          <a:bodyPr/>
          <a:lstStyle>
            <a:lvl1pPr>
              <a:defRPr smtClean="0"/>
            </a:lvl1pPr>
          </a:lstStyle>
          <a:p>
            <a:pPr>
              <a:defRPr/>
            </a:pPr>
            <a:r>
              <a:rPr lang="en-US"/>
              <a:t>Redemptions</a:t>
            </a:r>
          </a:p>
        </p:txBody>
      </p:sp>
    </p:spTree>
    <p:extLst>
      <p:ext uri="{BB962C8B-B14F-4D97-AF65-F5344CB8AC3E}">
        <p14:creationId xmlns:p14="http://schemas.microsoft.com/office/powerpoint/2010/main" val="1317036782"/>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Agenda / TOC">
    <p:spTree>
      <p:nvGrpSpPr>
        <p:cNvPr id="1" name=""/>
        <p:cNvGrpSpPr/>
        <p:nvPr/>
      </p:nvGrpSpPr>
      <p:grpSpPr>
        <a:xfrm>
          <a:off x="0" y="0"/>
          <a:ext cx="0" cy="0"/>
          <a:chOff x="0" y="0"/>
          <a:chExt cx="0" cy="0"/>
        </a:xfrm>
      </p:grpSpPr>
      <p:sp>
        <p:nvSpPr>
          <p:cNvPr id="28" name="Text Placeholder 27"/>
          <p:cNvSpPr>
            <a:spLocks noGrp="1"/>
          </p:cNvSpPr>
          <p:nvPr>
            <p:ph type="body" sz="quarter" idx="21"/>
          </p:nvPr>
        </p:nvSpPr>
        <p:spPr>
          <a:xfrm>
            <a:off x="1219201" y="1295400"/>
            <a:ext cx="9566031" cy="411480"/>
          </a:xfrm>
          <a:prstGeom prst="rect">
            <a:avLst/>
          </a:prstGeom>
          <a:ln>
            <a:solidFill>
              <a:srgbClr val="C0C0C0"/>
            </a:solidFill>
          </a:ln>
        </p:spPr>
        <p:txBody>
          <a:bodyPr anchor="ctr"/>
          <a:lstStyle>
            <a:lvl1pPr>
              <a:buNone/>
              <a:defRPr sz="1200"/>
            </a:lvl1pPr>
          </a:lstStyle>
          <a:p>
            <a:pPr lvl="0"/>
            <a:r>
              <a:rPr lang="en-US"/>
              <a:t>Click to edit Master text styles</a:t>
            </a:r>
          </a:p>
        </p:txBody>
      </p:sp>
      <p:sp>
        <p:nvSpPr>
          <p:cNvPr id="30" name="Text Placeholder 27"/>
          <p:cNvSpPr>
            <a:spLocks noGrp="1"/>
          </p:cNvSpPr>
          <p:nvPr>
            <p:ph type="body" sz="quarter" idx="22"/>
          </p:nvPr>
        </p:nvSpPr>
        <p:spPr>
          <a:xfrm>
            <a:off x="1219201" y="1800013"/>
            <a:ext cx="9566031" cy="411480"/>
          </a:xfrm>
          <a:prstGeom prst="rect">
            <a:avLst/>
          </a:prstGeom>
          <a:ln>
            <a:solidFill>
              <a:srgbClr val="C0C0C0"/>
            </a:solidFill>
          </a:ln>
        </p:spPr>
        <p:txBody>
          <a:bodyPr anchor="ctr"/>
          <a:lstStyle>
            <a:lvl1pPr>
              <a:buNone/>
              <a:defRPr sz="1200"/>
            </a:lvl1pPr>
          </a:lstStyle>
          <a:p>
            <a:pPr lvl="0"/>
            <a:r>
              <a:rPr lang="en-US"/>
              <a:t>Click to edit Master text styles</a:t>
            </a:r>
          </a:p>
        </p:txBody>
      </p:sp>
      <p:sp>
        <p:nvSpPr>
          <p:cNvPr id="31" name="Text Placeholder 27"/>
          <p:cNvSpPr>
            <a:spLocks noGrp="1"/>
          </p:cNvSpPr>
          <p:nvPr>
            <p:ph type="body" sz="quarter" idx="23"/>
          </p:nvPr>
        </p:nvSpPr>
        <p:spPr>
          <a:xfrm>
            <a:off x="1219201" y="2304626"/>
            <a:ext cx="9566031" cy="411480"/>
          </a:xfrm>
          <a:prstGeom prst="rect">
            <a:avLst/>
          </a:prstGeom>
          <a:ln>
            <a:solidFill>
              <a:srgbClr val="C0C0C0"/>
            </a:solidFill>
          </a:ln>
        </p:spPr>
        <p:txBody>
          <a:bodyPr anchor="ctr"/>
          <a:lstStyle>
            <a:lvl1pPr>
              <a:buNone/>
              <a:defRPr sz="1200"/>
            </a:lvl1pPr>
          </a:lstStyle>
          <a:p>
            <a:pPr lvl="0"/>
            <a:r>
              <a:rPr lang="en-US"/>
              <a:t>Click to edit Master text styles</a:t>
            </a:r>
          </a:p>
        </p:txBody>
      </p:sp>
      <p:sp>
        <p:nvSpPr>
          <p:cNvPr id="32" name="Text Placeholder 27"/>
          <p:cNvSpPr>
            <a:spLocks noGrp="1"/>
          </p:cNvSpPr>
          <p:nvPr>
            <p:ph type="body" sz="quarter" idx="24"/>
          </p:nvPr>
        </p:nvSpPr>
        <p:spPr>
          <a:xfrm>
            <a:off x="1219201" y="2809239"/>
            <a:ext cx="9566031" cy="411480"/>
          </a:xfrm>
          <a:prstGeom prst="rect">
            <a:avLst/>
          </a:prstGeom>
          <a:ln>
            <a:solidFill>
              <a:srgbClr val="C0C0C0"/>
            </a:solidFill>
          </a:ln>
        </p:spPr>
        <p:txBody>
          <a:bodyPr anchor="ctr"/>
          <a:lstStyle>
            <a:lvl1pPr>
              <a:buNone/>
              <a:defRPr sz="1200"/>
            </a:lvl1pPr>
          </a:lstStyle>
          <a:p>
            <a:pPr lvl="0"/>
            <a:r>
              <a:rPr lang="en-US"/>
              <a:t>Click to edit Master text styles</a:t>
            </a:r>
          </a:p>
        </p:txBody>
      </p:sp>
      <p:sp>
        <p:nvSpPr>
          <p:cNvPr id="33" name="Text Placeholder 27"/>
          <p:cNvSpPr>
            <a:spLocks noGrp="1"/>
          </p:cNvSpPr>
          <p:nvPr>
            <p:ph type="body" sz="quarter" idx="25"/>
          </p:nvPr>
        </p:nvSpPr>
        <p:spPr>
          <a:xfrm>
            <a:off x="1219201" y="3313852"/>
            <a:ext cx="9566031" cy="411480"/>
          </a:xfrm>
          <a:prstGeom prst="rect">
            <a:avLst/>
          </a:prstGeom>
          <a:ln>
            <a:solidFill>
              <a:srgbClr val="C0C0C0"/>
            </a:solidFill>
          </a:ln>
        </p:spPr>
        <p:txBody>
          <a:bodyPr anchor="ctr"/>
          <a:lstStyle>
            <a:lvl1pPr>
              <a:buNone/>
              <a:defRPr sz="1200"/>
            </a:lvl1pPr>
          </a:lstStyle>
          <a:p>
            <a:pPr lvl="0"/>
            <a:r>
              <a:rPr lang="en-US"/>
              <a:t>Click to edit Master text styles</a:t>
            </a:r>
          </a:p>
        </p:txBody>
      </p:sp>
      <p:sp>
        <p:nvSpPr>
          <p:cNvPr id="34" name="Text Placeholder 27"/>
          <p:cNvSpPr>
            <a:spLocks noGrp="1"/>
          </p:cNvSpPr>
          <p:nvPr>
            <p:ph type="body" sz="quarter" idx="26"/>
          </p:nvPr>
        </p:nvSpPr>
        <p:spPr>
          <a:xfrm>
            <a:off x="1219201" y="3818465"/>
            <a:ext cx="9566031" cy="411480"/>
          </a:xfrm>
          <a:prstGeom prst="rect">
            <a:avLst/>
          </a:prstGeom>
          <a:ln>
            <a:solidFill>
              <a:srgbClr val="C0C0C0"/>
            </a:solidFill>
          </a:ln>
        </p:spPr>
        <p:txBody>
          <a:bodyPr anchor="ctr"/>
          <a:lstStyle>
            <a:lvl1pPr>
              <a:buNone/>
              <a:defRPr sz="1200"/>
            </a:lvl1pPr>
          </a:lstStyle>
          <a:p>
            <a:pPr lvl="0"/>
            <a:r>
              <a:rPr lang="en-US"/>
              <a:t>Click to edit Master text styles</a:t>
            </a:r>
          </a:p>
        </p:txBody>
      </p:sp>
      <p:sp>
        <p:nvSpPr>
          <p:cNvPr id="35" name="Text Placeholder 27"/>
          <p:cNvSpPr>
            <a:spLocks noGrp="1"/>
          </p:cNvSpPr>
          <p:nvPr>
            <p:ph type="body" sz="quarter" idx="27"/>
          </p:nvPr>
        </p:nvSpPr>
        <p:spPr>
          <a:xfrm>
            <a:off x="1219201" y="4323078"/>
            <a:ext cx="9566031" cy="411480"/>
          </a:xfrm>
          <a:prstGeom prst="rect">
            <a:avLst/>
          </a:prstGeom>
          <a:ln>
            <a:solidFill>
              <a:srgbClr val="C0C0C0"/>
            </a:solidFill>
          </a:ln>
        </p:spPr>
        <p:txBody>
          <a:bodyPr anchor="ctr"/>
          <a:lstStyle>
            <a:lvl1pPr>
              <a:buNone/>
              <a:defRPr sz="1200"/>
            </a:lvl1pPr>
          </a:lstStyle>
          <a:p>
            <a:pPr lvl="0"/>
            <a:r>
              <a:rPr lang="en-US"/>
              <a:t>Click to edit Master text styles</a:t>
            </a:r>
          </a:p>
        </p:txBody>
      </p:sp>
      <p:sp>
        <p:nvSpPr>
          <p:cNvPr id="36" name="Text Placeholder 27"/>
          <p:cNvSpPr>
            <a:spLocks noGrp="1"/>
          </p:cNvSpPr>
          <p:nvPr>
            <p:ph type="body" sz="quarter" idx="28"/>
          </p:nvPr>
        </p:nvSpPr>
        <p:spPr>
          <a:xfrm>
            <a:off x="1219201" y="4827691"/>
            <a:ext cx="9566031" cy="411480"/>
          </a:xfrm>
          <a:prstGeom prst="rect">
            <a:avLst/>
          </a:prstGeom>
          <a:ln>
            <a:solidFill>
              <a:srgbClr val="C0C0C0"/>
            </a:solidFill>
          </a:ln>
        </p:spPr>
        <p:txBody>
          <a:bodyPr anchor="ctr"/>
          <a:lstStyle>
            <a:lvl1pPr>
              <a:buNone/>
              <a:defRPr sz="1200"/>
            </a:lvl1pPr>
          </a:lstStyle>
          <a:p>
            <a:pPr lvl="0"/>
            <a:r>
              <a:rPr lang="en-US"/>
              <a:t>Click to edit Master text styles</a:t>
            </a:r>
          </a:p>
        </p:txBody>
      </p:sp>
      <p:sp>
        <p:nvSpPr>
          <p:cNvPr id="23" name="Text Placeholder 22"/>
          <p:cNvSpPr>
            <a:spLocks noGrp="1"/>
          </p:cNvSpPr>
          <p:nvPr>
            <p:ph type="body" sz="quarter" idx="29"/>
          </p:nvPr>
        </p:nvSpPr>
        <p:spPr>
          <a:xfrm>
            <a:off x="609600" y="1295400"/>
            <a:ext cx="609600" cy="411480"/>
          </a:xfrm>
          <a:prstGeom prst="rect">
            <a:avLst/>
          </a:prstGeom>
          <a:solidFill>
            <a:srgbClr val="B01C2E"/>
          </a:solidFill>
          <a:ln>
            <a:solidFill>
              <a:srgbClr val="999999"/>
            </a:solidFill>
          </a:ln>
        </p:spPr>
        <p:txBody>
          <a:bodyPr anchor="ctr"/>
          <a:lstStyle>
            <a:lvl1pPr marL="0" indent="0" algn="ctr">
              <a:spcBef>
                <a:spcPts val="0"/>
              </a:spcBef>
              <a:buNone/>
              <a:defRPr sz="1400" b="1">
                <a:solidFill>
                  <a:srgbClr val="FFFFFF"/>
                </a:solidFill>
              </a:defRPr>
            </a:lvl1pPr>
          </a:lstStyle>
          <a:p>
            <a:pPr lvl="0"/>
            <a:r>
              <a:rPr lang="en-US"/>
              <a:t>Click to edit Master text styles</a:t>
            </a:r>
          </a:p>
        </p:txBody>
      </p:sp>
      <p:sp>
        <p:nvSpPr>
          <p:cNvPr id="24" name="Text Placeholder 22"/>
          <p:cNvSpPr>
            <a:spLocks noGrp="1"/>
          </p:cNvSpPr>
          <p:nvPr>
            <p:ph type="body" sz="quarter" idx="30"/>
          </p:nvPr>
        </p:nvSpPr>
        <p:spPr>
          <a:xfrm>
            <a:off x="609600" y="1800013"/>
            <a:ext cx="609600" cy="411480"/>
          </a:xfrm>
          <a:prstGeom prst="rect">
            <a:avLst/>
          </a:prstGeom>
          <a:solidFill>
            <a:srgbClr val="B01C2E"/>
          </a:solidFill>
          <a:ln>
            <a:solidFill>
              <a:srgbClr val="999999"/>
            </a:solidFill>
          </a:ln>
        </p:spPr>
        <p:txBody>
          <a:bodyPr anchor="ctr"/>
          <a:lstStyle>
            <a:lvl1pPr marL="0" marR="0" indent="0" algn="ctr" defTabSz="914400" rtl="0" eaLnBrk="1" fontAlgn="auto" latinLnBrk="0" hangingPunct="1">
              <a:lnSpc>
                <a:spcPct val="100000"/>
              </a:lnSpc>
              <a:spcBef>
                <a:spcPts val="0"/>
              </a:spcBef>
              <a:spcAft>
                <a:spcPts val="0"/>
              </a:spcAft>
              <a:buClrTx/>
              <a:buSzTx/>
              <a:buFont typeface="Arial" pitchFamily="34" charset="0"/>
              <a:buNone/>
              <a:tabLst/>
              <a:defRPr sz="1400" b="1">
                <a:solidFill>
                  <a:srgbClr val="FFFFFF"/>
                </a:solidFill>
              </a:defRPr>
            </a:lvl1pPr>
          </a:lstStyle>
          <a:p>
            <a:pPr lvl="0"/>
            <a:r>
              <a:rPr lang="en-US"/>
              <a:t>Click to edit Master text styles</a:t>
            </a:r>
          </a:p>
        </p:txBody>
      </p:sp>
      <p:sp>
        <p:nvSpPr>
          <p:cNvPr id="27" name="Text Placeholder 22"/>
          <p:cNvSpPr>
            <a:spLocks noGrp="1"/>
          </p:cNvSpPr>
          <p:nvPr>
            <p:ph type="body" sz="quarter" idx="31"/>
          </p:nvPr>
        </p:nvSpPr>
        <p:spPr>
          <a:xfrm>
            <a:off x="609600" y="2304626"/>
            <a:ext cx="609600" cy="411480"/>
          </a:xfrm>
          <a:prstGeom prst="rect">
            <a:avLst/>
          </a:prstGeom>
          <a:solidFill>
            <a:srgbClr val="B01C2E"/>
          </a:solidFill>
          <a:ln>
            <a:solidFill>
              <a:srgbClr val="999999"/>
            </a:solidFill>
          </a:ln>
        </p:spPr>
        <p:txBody>
          <a:bodyPr anchor="ctr"/>
          <a:lstStyle>
            <a:lvl1pPr marL="0" indent="0" algn="ctr">
              <a:spcBef>
                <a:spcPts val="0"/>
              </a:spcBef>
              <a:buNone/>
              <a:defRPr sz="1400" b="1">
                <a:solidFill>
                  <a:srgbClr val="FFFFFF"/>
                </a:solidFill>
              </a:defRPr>
            </a:lvl1pPr>
          </a:lstStyle>
          <a:p>
            <a:pPr lvl="0"/>
            <a:r>
              <a:rPr lang="en-US"/>
              <a:t>Click to edit Master text styles</a:t>
            </a:r>
          </a:p>
        </p:txBody>
      </p:sp>
      <p:sp>
        <p:nvSpPr>
          <p:cNvPr id="29" name="Text Placeholder 22"/>
          <p:cNvSpPr>
            <a:spLocks noGrp="1"/>
          </p:cNvSpPr>
          <p:nvPr>
            <p:ph type="body" sz="quarter" idx="32"/>
          </p:nvPr>
        </p:nvSpPr>
        <p:spPr>
          <a:xfrm>
            <a:off x="609600" y="2809239"/>
            <a:ext cx="609600" cy="411480"/>
          </a:xfrm>
          <a:prstGeom prst="rect">
            <a:avLst/>
          </a:prstGeom>
          <a:solidFill>
            <a:srgbClr val="B01C2E"/>
          </a:solidFill>
          <a:ln>
            <a:solidFill>
              <a:srgbClr val="999999"/>
            </a:solidFill>
          </a:ln>
        </p:spPr>
        <p:txBody>
          <a:bodyPr anchor="ctr"/>
          <a:lstStyle>
            <a:lvl1pPr marL="0" indent="0" algn="ctr">
              <a:spcBef>
                <a:spcPts val="0"/>
              </a:spcBef>
              <a:buNone/>
              <a:defRPr sz="1400" b="1">
                <a:solidFill>
                  <a:srgbClr val="FFFFFF"/>
                </a:solidFill>
              </a:defRPr>
            </a:lvl1pPr>
          </a:lstStyle>
          <a:p>
            <a:pPr lvl="0"/>
            <a:r>
              <a:rPr lang="en-US"/>
              <a:t>Click to edit Master text styles</a:t>
            </a:r>
          </a:p>
        </p:txBody>
      </p:sp>
      <p:sp>
        <p:nvSpPr>
          <p:cNvPr id="37" name="Text Placeholder 22"/>
          <p:cNvSpPr>
            <a:spLocks noGrp="1"/>
          </p:cNvSpPr>
          <p:nvPr>
            <p:ph type="body" sz="quarter" idx="33"/>
          </p:nvPr>
        </p:nvSpPr>
        <p:spPr>
          <a:xfrm>
            <a:off x="609600" y="3313852"/>
            <a:ext cx="609600" cy="411480"/>
          </a:xfrm>
          <a:prstGeom prst="rect">
            <a:avLst/>
          </a:prstGeom>
          <a:solidFill>
            <a:srgbClr val="B01C2E"/>
          </a:solidFill>
          <a:ln>
            <a:solidFill>
              <a:srgbClr val="999999"/>
            </a:solidFill>
          </a:ln>
        </p:spPr>
        <p:txBody>
          <a:bodyPr anchor="ctr"/>
          <a:lstStyle>
            <a:lvl1pPr marL="0" indent="0" algn="ctr">
              <a:spcBef>
                <a:spcPts val="0"/>
              </a:spcBef>
              <a:buNone/>
              <a:defRPr sz="1400" b="1">
                <a:solidFill>
                  <a:srgbClr val="FFFFFF"/>
                </a:solidFill>
              </a:defRPr>
            </a:lvl1pPr>
          </a:lstStyle>
          <a:p>
            <a:pPr lvl="0"/>
            <a:r>
              <a:rPr lang="en-US"/>
              <a:t>Click to edit Master text styles</a:t>
            </a:r>
          </a:p>
        </p:txBody>
      </p:sp>
      <p:sp>
        <p:nvSpPr>
          <p:cNvPr id="38" name="Text Placeholder 22"/>
          <p:cNvSpPr>
            <a:spLocks noGrp="1"/>
          </p:cNvSpPr>
          <p:nvPr>
            <p:ph type="body" sz="quarter" idx="34"/>
          </p:nvPr>
        </p:nvSpPr>
        <p:spPr>
          <a:xfrm>
            <a:off x="609600" y="3818465"/>
            <a:ext cx="609600" cy="411480"/>
          </a:xfrm>
          <a:prstGeom prst="rect">
            <a:avLst/>
          </a:prstGeom>
          <a:solidFill>
            <a:srgbClr val="B01C2E"/>
          </a:solidFill>
          <a:ln>
            <a:solidFill>
              <a:srgbClr val="999999"/>
            </a:solidFill>
          </a:ln>
        </p:spPr>
        <p:txBody>
          <a:bodyPr anchor="ctr"/>
          <a:lstStyle>
            <a:lvl1pPr marL="0" indent="0" algn="ctr">
              <a:spcBef>
                <a:spcPts val="0"/>
              </a:spcBef>
              <a:buNone/>
              <a:defRPr sz="1400" b="1">
                <a:solidFill>
                  <a:srgbClr val="FFFFFF"/>
                </a:solidFill>
              </a:defRPr>
            </a:lvl1pPr>
          </a:lstStyle>
          <a:p>
            <a:pPr lvl="0"/>
            <a:r>
              <a:rPr lang="en-US"/>
              <a:t>Click to edit Master text styles</a:t>
            </a:r>
          </a:p>
        </p:txBody>
      </p:sp>
      <p:sp>
        <p:nvSpPr>
          <p:cNvPr id="39" name="Text Placeholder 22"/>
          <p:cNvSpPr>
            <a:spLocks noGrp="1"/>
          </p:cNvSpPr>
          <p:nvPr>
            <p:ph type="body" sz="quarter" idx="35"/>
          </p:nvPr>
        </p:nvSpPr>
        <p:spPr>
          <a:xfrm>
            <a:off x="609600" y="4323078"/>
            <a:ext cx="609600" cy="411480"/>
          </a:xfrm>
          <a:prstGeom prst="rect">
            <a:avLst/>
          </a:prstGeom>
          <a:solidFill>
            <a:srgbClr val="B01C2E"/>
          </a:solidFill>
          <a:ln>
            <a:solidFill>
              <a:srgbClr val="999999"/>
            </a:solidFill>
          </a:ln>
        </p:spPr>
        <p:txBody>
          <a:bodyPr anchor="ctr"/>
          <a:lstStyle>
            <a:lvl1pPr marL="0" indent="0" algn="ctr">
              <a:spcBef>
                <a:spcPts val="0"/>
              </a:spcBef>
              <a:buNone/>
              <a:defRPr sz="1400" b="1">
                <a:solidFill>
                  <a:srgbClr val="FFFFFF"/>
                </a:solidFill>
              </a:defRPr>
            </a:lvl1pPr>
          </a:lstStyle>
          <a:p>
            <a:pPr lvl="0"/>
            <a:r>
              <a:rPr lang="en-US"/>
              <a:t>Click to edit Master text styles</a:t>
            </a:r>
          </a:p>
        </p:txBody>
      </p:sp>
      <p:sp>
        <p:nvSpPr>
          <p:cNvPr id="40" name="Text Placeholder 22"/>
          <p:cNvSpPr>
            <a:spLocks noGrp="1"/>
          </p:cNvSpPr>
          <p:nvPr>
            <p:ph type="body" sz="quarter" idx="36"/>
          </p:nvPr>
        </p:nvSpPr>
        <p:spPr>
          <a:xfrm>
            <a:off x="609600" y="4827691"/>
            <a:ext cx="609600" cy="411480"/>
          </a:xfrm>
          <a:prstGeom prst="rect">
            <a:avLst/>
          </a:prstGeom>
          <a:solidFill>
            <a:srgbClr val="B01C2E"/>
          </a:solidFill>
          <a:ln>
            <a:solidFill>
              <a:srgbClr val="999999"/>
            </a:solidFill>
          </a:ln>
        </p:spPr>
        <p:txBody>
          <a:bodyPr anchor="ctr"/>
          <a:lstStyle>
            <a:lvl1pPr marL="0" indent="0" algn="ctr">
              <a:spcBef>
                <a:spcPts val="0"/>
              </a:spcBef>
              <a:buNone/>
              <a:defRPr sz="1400" b="1">
                <a:solidFill>
                  <a:srgbClr val="FFFFFF"/>
                </a:solidFill>
              </a:defRPr>
            </a:lvl1pPr>
          </a:lstStyle>
          <a:p>
            <a:pPr lvl="0"/>
            <a:r>
              <a:rPr lang="en-US"/>
              <a:t>Click to edit Master text styles</a:t>
            </a:r>
          </a:p>
        </p:txBody>
      </p:sp>
      <p:sp>
        <p:nvSpPr>
          <p:cNvPr id="21"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22" name="Text Placeholder 22"/>
          <p:cNvSpPr>
            <a:spLocks noGrp="1"/>
          </p:cNvSpPr>
          <p:nvPr>
            <p:ph type="body" sz="quarter" idx="37"/>
          </p:nvPr>
        </p:nvSpPr>
        <p:spPr>
          <a:xfrm>
            <a:off x="10972800" y="1295400"/>
            <a:ext cx="609600" cy="411480"/>
          </a:xfrm>
          <a:prstGeom prst="rect">
            <a:avLst/>
          </a:prstGeom>
          <a:noFill/>
          <a:ln>
            <a:solidFill>
              <a:srgbClr val="C0C0C0"/>
            </a:solidFill>
          </a:ln>
        </p:spPr>
        <p:txBody>
          <a:bodyPr anchor="ctr"/>
          <a:lstStyle>
            <a:lvl1pPr marL="0" indent="0" algn="ctr">
              <a:spcBef>
                <a:spcPts val="0"/>
              </a:spcBef>
              <a:buNone/>
              <a:defRPr sz="1200" b="1">
                <a:solidFill>
                  <a:schemeClr val="tx1"/>
                </a:solidFill>
              </a:defRPr>
            </a:lvl1pPr>
          </a:lstStyle>
          <a:p>
            <a:pPr lvl="0"/>
            <a:r>
              <a:rPr lang="en-US"/>
              <a:t>Click to edit Master text styles</a:t>
            </a:r>
          </a:p>
        </p:txBody>
      </p:sp>
      <p:sp>
        <p:nvSpPr>
          <p:cNvPr id="25" name="Text Placeholder 22"/>
          <p:cNvSpPr>
            <a:spLocks noGrp="1"/>
          </p:cNvSpPr>
          <p:nvPr>
            <p:ph type="body" sz="quarter" idx="38"/>
          </p:nvPr>
        </p:nvSpPr>
        <p:spPr>
          <a:xfrm>
            <a:off x="10972800" y="1800013"/>
            <a:ext cx="609600" cy="411480"/>
          </a:xfrm>
          <a:prstGeom prst="rect">
            <a:avLst/>
          </a:prstGeom>
          <a:noFill/>
          <a:ln>
            <a:solidFill>
              <a:srgbClr val="C0C0C0"/>
            </a:solidFill>
          </a:ln>
        </p:spPr>
        <p:txBody>
          <a:bodyPr anchor="ctr"/>
          <a:lstStyle>
            <a:lvl1pPr marL="0" marR="0" indent="0" algn="ctr" defTabSz="914400" rtl="0" eaLnBrk="1" fontAlgn="auto" latinLnBrk="0" hangingPunct="1">
              <a:lnSpc>
                <a:spcPct val="100000"/>
              </a:lnSpc>
              <a:spcBef>
                <a:spcPts val="0"/>
              </a:spcBef>
              <a:spcAft>
                <a:spcPts val="0"/>
              </a:spcAft>
              <a:buClrTx/>
              <a:buSzTx/>
              <a:buFont typeface="Arial" pitchFamily="34" charset="0"/>
              <a:buNone/>
              <a:tabLst/>
              <a:defRPr sz="1200" b="1">
                <a:solidFill>
                  <a:schemeClr val="tx1"/>
                </a:solidFill>
              </a:defRPr>
            </a:lvl1pPr>
          </a:lstStyle>
          <a:p>
            <a:pPr lvl="0"/>
            <a:r>
              <a:rPr lang="en-US"/>
              <a:t>Click to edit Master text styles</a:t>
            </a:r>
          </a:p>
        </p:txBody>
      </p:sp>
      <p:sp>
        <p:nvSpPr>
          <p:cNvPr id="26" name="Text Placeholder 22"/>
          <p:cNvSpPr>
            <a:spLocks noGrp="1"/>
          </p:cNvSpPr>
          <p:nvPr>
            <p:ph type="body" sz="quarter" idx="39"/>
          </p:nvPr>
        </p:nvSpPr>
        <p:spPr>
          <a:xfrm>
            <a:off x="10972800" y="2304626"/>
            <a:ext cx="609600" cy="411480"/>
          </a:xfrm>
          <a:prstGeom prst="rect">
            <a:avLst/>
          </a:prstGeom>
          <a:noFill/>
          <a:ln>
            <a:solidFill>
              <a:srgbClr val="C0C0C0"/>
            </a:solidFill>
          </a:ln>
        </p:spPr>
        <p:txBody>
          <a:bodyPr anchor="ctr"/>
          <a:lstStyle>
            <a:lvl1pPr marL="0" indent="0" algn="ctr">
              <a:spcBef>
                <a:spcPts val="0"/>
              </a:spcBef>
              <a:buNone/>
              <a:defRPr sz="1200" b="1">
                <a:solidFill>
                  <a:schemeClr val="tx1"/>
                </a:solidFill>
              </a:defRPr>
            </a:lvl1pPr>
          </a:lstStyle>
          <a:p>
            <a:pPr lvl="0"/>
            <a:r>
              <a:rPr lang="en-US"/>
              <a:t>Click to edit Master text styles</a:t>
            </a:r>
          </a:p>
        </p:txBody>
      </p:sp>
      <p:sp>
        <p:nvSpPr>
          <p:cNvPr id="41" name="Text Placeholder 22"/>
          <p:cNvSpPr>
            <a:spLocks noGrp="1"/>
          </p:cNvSpPr>
          <p:nvPr>
            <p:ph type="body" sz="quarter" idx="40"/>
          </p:nvPr>
        </p:nvSpPr>
        <p:spPr>
          <a:xfrm>
            <a:off x="10972800" y="2809239"/>
            <a:ext cx="609600" cy="411480"/>
          </a:xfrm>
          <a:prstGeom prst="rect">
            <a:avLst/>
          </a:prstGeom>
          <a:noFill/>
          <a:ln>
            <a:solidFill>
              <a:srgbClr val="C0C0C0"/>
            </a:solidFill>
          </a:ln>
        </p:spPr>
        <p:txBody>
          <a:bodyPr anchor="ctr"/>
          <a:lstStyle>
            <a:lvl1pPr marL="0" indent="0" algn="ctr">
              <a:spcBef>
                <a:spcPts val="0"/>
              </a:spcBef>
              <a:buNone/>
              <a:defRPr sz="1200" b="1">
                <a:solidFill>
                  <a:schemeClr val="tx1"/>
                </a:solidFill>
              </a:defRPr>
            </a:lvl1pPr>
          </a:lstStyle>
          <a:p>
            <a:pPr lvl="0"/>
            <a:r>
              <a:rPr lang="en-US"/>
              <a:t>Click to edit Master text styles</a:t>
            </a:r>
          </a:p>
        </p:txBody>
      </p:sp>
      <p:sp>
        <p:nvSpPr>
          <p:cNvPr id="42" name="Text Placeholder 22"/>
          <p:cNvSpPr>
            <a:spLocks noGrp="1"/>
          </p:cNvSpPr>
          <p:nvPr>
            <p:ph type="body" sz="quarter" idx="41"/>
          </p:nvPr>
        </p:nvSpPr>
        <p:spPr>
          <a:xfrm>
            <a:off x="10972800" y="3313852"/>
            <a:ext cx="609600" cy="411480"/>
          </a:xfrm>
          <a:prstGeom prst="rect">
            <a:avLst/>
          </a:prstGeom>
          <a:noFill/>
          <a:ln>
            <a:solidFill>
              <a:srgbClr val="C0C0C0"/>
            </a:solidFill>
          </a:ln>
        </p:spPr>
        <p:txBody>
          <a:bodyPr anchor="ctr"/>
          <a:lstStyle>
            <a:lvl1pPr marL="0" indent="0" algn="ctr">
              <a:spcBef>
                <a:spcPts val="0"/>
              </a:spcBef>
              <a:buNone/>
              <a:defRPr sz="1200" b="1">
                <a:solidFill>
                  <a:schemeClr val="tx1"/>
                </a:solidFill>
              </a:defRPr>
            </a:lvl1pPr>
          </a:lstStyle>
          <a:p>
            <a:pPr lvl="0"/>
            <a:r>
              <a:rPr lang="en-US"/>
              <a:t>Click to edit Master text styles</a:t>
            </a:r>
          </a:p>
        </p:txBody>
      </p:sp>
      <p:sp>
        <p:nvSpPr>
          <p:cNvPr id="43" name="Text Placeholder 22"/>
          <p:cNvSpPr>
            <a:spLocks noGrp="1"/>
          </p:cNvSpPr>
          <p:nvPr>
            <p:ph type="body" sz="quarter" idx="42"/>
          </p:nvPr>
        </p:nvSpPr>
        <p:spPr>
          <a:xfrm>
            <a:off x="10972800" y="3818465"/>
            <a:ext cx="609600" cy="411480"/>
          </a:xfrm>
          <a:prstGeom prst="rect">
            <a:avLst/>
          </a:prstGeom>
          <a:noFill/>
          <a:ln>
            <a:solidFill>
              <a:srgbClr val="C0C0C0"/>
            </a:solidFill>
          </a:ln>
        </p:spPr>
        <p:txBody>
          <a:bodyPr anchor="ctr"/>
          <a:lstStyle>
            <a:lvl1pPr marL="0" indent="0" algn="ctr">
              <a:spcBef>
                <a:spcPts val="0"/>
              </a:spcBef>
              <a:buNone/>
              <a:defRPr sz="1200" b="1">
                <a:solidFill>
                  <a:schemeClr val="tx1"/>
                </a:solidFill>
              </a:defRPr>
            </a:lvl1pPr>
          </a:lstStyle>
          <a:p>
            <a:pPr lvl="0"/>
            <a:r>
              <a:rPr lang="en-US"/>
              <a:t>Click to edit Master text styles</a:t>
            </a:r>
          </a:p>
        </p:txBody>
      </p:sp>
      <p:sp>
        <p:nvSpPr>
          <p:cNvPr id="44" name="Text Placeholder 22"/>
          <p:cNvSpPr>
            <a:spLocks noGrp="1"/>
          </p:cNvSpPr>
          <p:nvPr>
            <p:ph type="body" sz="quarter" idx="43"/>
          </p:nvPr>
        </p:nvSpPr>
        <p:spPr>
          <a:xfrm>
            <a:off x="10972800" y="4323078"/>
            <a:ext cx="609600" cy="411480"/>
          </a:xfrm>
          <a:prstGeom prst="rect">
            <a:avLst/>
          </a:prstGeom>
          <a:noFill/>
          <a:ln>
            <a:solidFill>
              <a:srgbClr val="C0C0C0"/>
            </a:solidFill>
          </a:ln>
        </p:spPr>
        <p:txBody>
          <a:bodyPr anchor="ctr"/>
          <a:lstStyle>
            <a:lvl1pPr marL="0" indent="0" algn="ctr">
              <a:spcBef>
                <a:spcPts val="0"/>
              </a:spcBef>
              <a:buNone/>
              <a:defRPr sz="1200" b="1">
                <a:solidFill>
                  <a:schemeClr val="tx1"/>
                </a:solidFill>
              </a:defRPr>
            </a:lvl1pPr>
          </a:lstStyle>
          <a:p>
            <a:pPr lvl="0"/>
            <a:r>
              <a:rPr lang="en-US"/>
              <a:t>Click to edit Master text styles</a:t>
            </a:r>
          </a:p>
        </p:txBody>
      </p:sp>
      <p:sp>
        <p:nvSpPr>
          <p:cNvPr id="45" name="Text Placeholder 22"/>
          <p:cNvSpPr>
            <a:spLocks noGrp="1"/>
          </p:cNvSpPr>
          <p:nvPr>
            <p:ph type="body" sz="quarter" idx="44"/>
          </p:nvPr>
        </p:nvSpPr>
        <p:spPr>
          <a:xfrm>
            <a:off x="10972800" y="4827691"/>
            <a:ext cx="609600" cy="411480"/>
          </a:xfrm>
          <a:prstGeom prst="rect">
            <a:avLst/>
          </a:prstGeom>
          <a:noFill/>
          <a:ln>
            <a:solidFill>
              <a:srgbClr val="C0C0C0"/>
            </a:solidFill>
          </a:ln>
        </p:spPr>
        <p:txBody>
          <a:bodyPr anchor="ctr"/>
          <a:lstStyle>
            <a:lvl1pPr marL="0" indent="0" algn="ctr">
              <a:spcBef>
                <a:spcPts val="0"/>
              </a:spcBef>
              <a:buNone/>
              <a:defRPr sz="1200" b="1">
                <a:solidFill>
                  <a:schemeClr val="tx1"/>
                </a:solidFill>
              </a:defRPr>
            </a:lvl1pPr>
          </a:lstStyle>
          <a:p>
            <a:pPr lvl="0"/>
            <a:r>
              <a:rPr lang="en-US"/>
              <a:t>Click to edit Master text styles</a:t>
            </a:r>
          </a:p>
        </p:txBody>
      </p:sp>
      <p:sp>
        <p:nvSpPr>
          <p:cNvPr id="46" name="Text Placeholder 27"/>
          <p:cNvSpPr>
            <a:spLocks noGrp="1"/>
          </p:cNvSpPr>
          <p:nvPr>
            <p:ph type="body" sz="quarter" idx="45"/>
          </p:nvPr>
        </p:nvSpPr>
        <p:spPr>
          <a:xfrm>
            <a:off x="1215702" y="5332304"/>
            <a:ext cx="9566031" cy="411480"/>
          </a:xfrm>
          <a:prstGeom prst="rect">
            <a:avLst/>
          </a:prstGeom>
          <a:ln>
            <a:solidFill>
              <a:srgbClr val="C0C0C0"/>
            </a:solidFill>
          </a:ln>
        </p:spPr>
        <p:txBody>
          <a:bodyPr anchor="ctr"/>
          <a:lstStyle>
            <a:lvl1pPr>
              <a:buNone/>
              <a:defRPr sz="1200"/>
            </a:lvl1pPr>
          </a:lstStyle>
          <a:p>
            <a:pPr lvl="0"/>
            <a:r>
              <a:rPr lang="en-US"/>
              <a:t>Click to edit Master text styles</a:t>
            </a:r>
          </a:p>
        </p:txBody>
      </p:sp>
      <p:sp>
        <p:nvSpPr>
          <p:cNvPr id="47" name="Text Placeholder 22"/>
          <p:cNvSpPr>
            <a:spLocks noGrp="1"/>
          </p:cNvSpPr>
          <p:nvPr>
            <p:ph type="body" sz="quarter" idx="46"/>
          </p:nvPr>
        </p:nvSpPr>
        <p:spPr>
          <a:xfrm>
            <a:off x="606100" y="5332304"/>
            <a:ext cx="609600" cy="411480"/>
          </a:xfrm>
          <a:prstGeom prst="rect">
            <a:avLst/>
          </a:prstGeom>
          <a:solidFill>
            <a:srgbClr val="B01C2E"/>
          </a:solidFill>
          <a:ln>
            <a:solidFill>
              <a:srgbClr val="999999"/>
            </a:solidFill>
          </a:ln>
        </p:spPr>
        <p:txBody>
          <a:bodyPr anchor="ctr"/>
          <a:lstStyle>
            <a:lvl1pPr marL="0" indent="0" algn="ctr">
              <a:spcBef>
                <a:spcPts val="0"/>
              </a:spcBef>
              <a:buNone/>
              <a:defRPr sz="1400" b="1">
                <a:solidFill>
                  <a:srgbClr val="FFFFFF"/>
                </a:solidFill>
              </a:defRPr>
            </a:lvl1pPr>
          </a:lstStyle>
          <a:p>
            <a:pPr lvl="0"/>
            <a:r>
              <a:rPr lang="en-US"/>
              <a:t>Click to edit Master text styles</a:t>
            </a:r>
          </a:p>
        </p:txBody>
      </p:sp>
      <p:sp>
        <p:nvSpPr>
          <p:cNvPr id="48" name="Text Placeholder 22"/>
          <p:cNvSpPr>
            <a:spLocks noGrp="1"/>
          </p:cNvSpPr>
          <p:nvPr>
            <p:ph type="body" sz="quarter" idx="47"/>
          </p:nvPr>
        </p:nvSpPr>
        <p:spPr>
          <a:xfrm>
            <a:off x="10969300" y="5332304"/>
            <a:ext cx="609600" cy="411480"/>
          </a:xfrm>
          <a:prstGeom prst="rect">
            <a:avLst/>
          </a:prstGeom>
          <a:noFill/>
          <a:ln>
            <a:solidFill>
              <a:srgbClr val="C0C0C0"/>
            </a:solidFill>
          </a:ln>
        </p:spPr>
        <p:txBody>
          <a:bodyPr anchor="ctr"/>
          <a:lstStyle>
            <a:lvl1pPr marL="0" indent="0" algn="ctr">
              <a:spcBef>
                <a:spcPts val="0"/>
              </a:spcBef>
              <a:buNone/>
              <a:defRPr sz="1200" b="1">
                <a:solidFill>
                  <a:schemeClr val="tx1"/>
                </a:solidFill>
              </a:defRPr>
            </a:lvl1pPr>
          </a:lstStyle>
          <a:p>
            <a:pPr lvl="0"/>
            <a:r>
              <a:rPr lang="en-US"/>
              <a:t>Click to edit Master text styles</a:t>
            </a:r>
          </a:p>
        </p:txBody>
      </p:sp>
      <p:sp>
        <p:nvSpPr>
          <p:cNvPr id="49" name="Text Placeholder 27"/>
          <p:cNvSpPr>
            <a:spLocks noGrp="1"/>
          </p:cNvSpPr>
          <p:nvPr>
            <p:ph type="body" sz="quarter" idx="48"/>
          </p:nvPr>
        </p:nvSpPr>
        <p:spPr>
          <a:xfrm>
            <a:off x="1215702" y="5836920"/>
            <a:ext cx="9566031" cy="411480"/>
          </a:xfrm>
          <a:prstGeom prst="rect">
            <a:avLst/>
          </a:prstGeom>
          <a:ln>
            <a:solidFill>
              <a:srgbClr val="C0C0C0"/>
            </a:solidFill>
          </a:ln>
        </p:spPr>
        <p:txBody>
          <a:bodyPr anchor="ctr"/>
          <a:lstStyle>
            <a:lvl1pPr>
              <a:buNone/>
              <a:defRPr sz="1200"/>
            </a:lvl1pPr>
          </a:lstStyle>
          <a:p>
            <a:pPr lvl="0"/>
            <a:r>
              <a:rPr lang="en-US"/>
              <a:t>Click to edit Master text styles</a:t>
            </a:r>
          </a:p>
        </p:txBody>
      </p:sp>
      <p:sp>
        <p:nvSpPr>
          <p:cNvPr id="50" name="Text Placeholder 22"/>
          <p:cNvSpPr>
            <a:spLocks noGrp="1"/>
          </p:cNvSpPr>
          <p:nvPr>
            <p:ph type="body" sz="quarter" idx="49"/>
          </p:nvPr>
        </p:nvSpPr>
        <p:spPr>
          <a:xfrm>
            <a:off x="606100" y="5836920"/>
            <a:ext cx="609600" cy="411480"/>
          </a:xfrm>
          <a:prstGeom prst="rect">
            <a:avLst/>
          </a:prstGeom>
          <a:solidFill>
            <a:srgbClr val="B01C2E"/>
          </a:solidFill>
          <a:ln>
            <a:solidFill>
              <a:srgbClr val="999999"/>
            </a:solidFill>
          </a:ln>
        </p:spPr>
        <p:txBody>
          <a:bodyPr anchor="ctr"/>
          <a:lstStyle>
            <a:lvl1pPr marL="0" indent="0" algn="ctr">
              <a:spcBef>
                <a:spcPts val="0"/>
              </a:spcBef>
              <a:buNone/>
              <a:defRPr sz="1400" b="1">
                <a:solidFill>
                  <a:srgbClr val="FFFFFF"/>
                </a:solidFill>
              </a:defRPr>
            </a:lvl1pPr>
          </a:lstStyle>
          <a:p>
            <a:pPr lvl="0"/>
            <a:r>
              <a:rPr lang="en-US"/>
              <a:t>Click to edit Master text styles</a:t>
            </a:r>
          </a:p>
        </p:txBody>
      </p:sp>
      <p:sp>
        <p:nvSpPr>
          <p:cNvPr id="51" name="Text Placeholder 22"/>
          <p:cNvSpPr>
            <a:spLocks noGrp="1"/>
          </p:cNvSpPr>
          <p:nvPr>
            <p:ph type="body" sz="quarter" idx="50"/>
          </p:nvPr>
        </p:nvSpPr>
        <p:spPr>
          <a:xfrm>
            <a:off x="10969300" y="5836920"/>
            <a:ext cx="609600" cy="411480"/>
          </a:xfrm>
          <a:prstGeom prst="rect">
            <a:avLst/>
          </a:prstGeom>
          <a:noFill/>
          <a:ln>
            <a:solidFill>
              <a:srgbClr val="C0C0C0"/>
            </a:solidFill>
          </a:ln>
        </p:spPr>
        <p:txBody>
          <a:bodyPr anchor="ctr"/>
          <a:lstStyle>
            <a:lvl1pPr marL="0" indent="0" algn="ctr">
              <a:spcBef>
                <a:spcPts val="0"/>
              </a:spcBef>
              <a:buNone/>
              <a:defRPr sz="1200" b="1">
                <a:solidFill>
                  <a:schemeClr val="tx1"/>
                </a:solidFill>
              </a:defRPr>
            </a:lvl1pPr>
          </a:lstStyle>
          <a:p>
            <a:pPr lvl="0"/>
            <a:r>
              <a:rPr lang="en-US"/>
              <a:t>Click to edit Master text styles</a:t>
            </a:r>
          </a:p>
        </p:txBody>
      </p:sp>
      <p:sp>
        <p:nvSpPr>
          <p:cNvPr id="52" name="Slide Number Placeholder 9"/>
          <p:cNvSpPr>
            <a:spLocks noGrp="1"/>
          </p:cNvSpPr>
          <p:nvPr>
            <p:ph type="sldNum" sz="quarter" idx="51"/>
          </p:nvPr>
        </p:nvSpPr>
        <p:spPr/>
        <p:txBody>
          <a:bodyPr/>
          <a:lstStyle>
            <a:lvl1pPr>
              <a:defRPr/>
            </a:lvl1pPr>
          </a:lstStyle>
          <a:p>
            <a:fld id="{4A9EBD57-3091-C548-9F5E-83F63CC3338F}" type="slidenum">
              <a:rPr lang="en-US" altLang="en-US"/>
              <a:pPr/>
              <a:t>‹#›</a:t>
            </a:fld>
            <a:endParaRPr lang="en-US" altLang="en-US"/>
          </a:p>
        </p:txBody>
      </p:sp>
      <p:sp>
        <p:nvSpPr>
          <p:cNvPr id="53" name="Footer Placeholder 12"/>
          <p:cNvSpPr>
            <a:spLocks noGrp="1"/>
          </p:cNvSpPr>
          <p:nvPr>
            <p:ph type="ftr" sz="quarter" idx="52"/>
          </p:nvPr>
        </p:nvSpPr>
        <p:spPr/>
        <p:txBody>
          <a:bodyPr/>
          <a:lstStyle>
            <a:lvl1pPr>
              <a:defRPr/>
            </a:lvl1pPr>
          </a:lstStyle>
          <a:p>
            <a:pPr>
              <a:defRPr/>
            </a:pPr>
            <a:r>
              <a:rPr lang="en-US"/>
              <a:t>Redemptions</a:t>
            </a:r>
          </a:p>
        </p:txBody>
      </p:sp>
    </p:spTree>
    <p:extLst>
      <p:ext uri="{BB962C8B-B14F-4D97-AF65-F5344CB8AC3E}">
        <p14:creationId xmlns:p14="http://schemas.microsoft.com/office/powerpoint/2010/main" val="445545783"/>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Text Blocks - Major and Sub Points">
    <p:spTree>
      <p:nvGrpSpPr>
        <p:cNvPr id="1" name=""/>
        <p:cNvGrpSpPr/>
        <p:nvPr/>
      </p:nvGrpSpPr>
      <p:grpSpPr>
        <a:xfrm>
          <a:off x="0" y="0"/>
          <a:ext cx="0" cy="0"/>
          <a:chOff x="0" y="0"/>
          <a:chExt cx="0" cy="0"/>
        </a:xfrm>
      </p:grpSpPr>
      <p:sp>
        <p:nvSpPr>
          <p:cNvPr id="16" name="Text Placeholder 15"/>
          <p:cNvSpPr>
            <a:spLocks noGrp="1"/>
          </p:cNvSpPr>
          <p:nvPr>
            <p:ph type="body" sz="quarter" idx="21"/>
          </p:nvPr>
        </p:nvSpPr>
        <p:spPr>
          <a:xfrm>
            <a:off x="609600" y="1335024"/>
            <a:ext cx="1828800" cy="2322576"/>
          </a:xfrm>
          <a:prstGeom prst="rect">
            <a:avLst/>
          </a:prstGeom>
          <a:solidFill>
            <a:srgbClr val="B01C2E"/>
          </a:solidFill>
        </p:spPr>
        <p:txBody>
          <a:bodyPr anchor="ctr"/>
          <a:lstStyle>
            <a:lvl1pPr marL="0" indent="0">
              <a:buNone/>
              <a:defRPr sz="1200" b="1">
                <a:solidFill>
                  <a:schemeClr val="bg1"/>
                </a:solidFill>
              </a:defRPr>
            </a:lvl1pPr>
          </a:lstStyle>
          <a:p>
            <a:pPr lvl="0"/>
            <a:r>
              <a:rPr lang="en-US"/>
              <a:t>Click to edit Master text styles</a:t>
            </a:r>
          </a:p>
        </p:txBody>
      </p:sp>
      <p:sp>
        <p:nvSpPr>
          <p:cNvPr id="17" name="Text Placeholder 15"/>
          <p:cNvSpPr>
            <a:spLocks noGrp="1"/>
          </p:cNvSpPr>
          <p:nvPr>
            <p:ph type="body" sz="quarter" idx="22"/>
          </p:nvPr>
        </p:nvSpPr>
        <p:spPr>
          <a:xfrm>
            <a:off x="609600" y="3744363"/>
            <a:ext cx="1828800" cy="2322576"/>
          </a:xfrm>
          <a:prstGeom prst="rect">
            <a:avLst/>
          </a:prstGeom>
          <a:solidFill>
            <a:srgbClr val="B01C2E"/>
          </a:solidFill>
        </p:spPr>
        <p:txBody>
          <a:bodyPr anchor="ctr"/>
          <a:lstStyle>
            <a:lvl1pPr marL="0" indent="0">
              <a:buNone/>
              <a:defRPr sz="1200" b="1">
                <a:solidFill>
                  <a:schemeClr val="bg1"/>
                </a:solidFill>
              </a:defRPr>
            </a:lvl1pPr>
          </a:lstStyle>
          <a:p>
            <a:pPr lvl="0"/>
            <a:r>
              <a:rPr lang="en-US"/>
              <a:t>Click to edit Master text styles</a:t>
            </a:r>
          </a:p>
        </p:txBody>
      </p:sp>
      <p:sp>
        <p:nvSpPr>
          <p:cNvPr id="18" name="Text Placeholder 15"/>
          <p:cNvSpPr>
            <a:spLocks noGrp="1"/>
          </p:cNvSpPr>
          <p:nvPr>
            <p:ph type="body" sz="quarter" idx="23"/>
          </p:nvPr>
        </p:nvSpPr>
        <p:spPr>
          <a:xfrm>
            <a:off x="2540000" y="1348565"/>
            <a:ext cx="1219200" cy="777240"/>
          </a:xfrm>
          <a:prstGeom prst="rect">
            <a:avLst/>
          </a:prstGeom>
          <a:solidFill>
            <a:srgbClr val="8E8E8E"/>
          </a:solidFill>
          <a:ln>
            <a:solidFill>
              <a:srgbClr val="8E8E8E"/>
            </a:solidFill>
          </a:ln>
        </p:spPr>
        <p:txBody>
          <a:bodyPr rIns="45720" anchor="ctr"/>
          <a:lstStyle>
            <a:lvl1pPr marL="0" indent="0">
              <a:buNone/>
              <a:defRPr sz="1200" b="1">
                <a:solidFill>
                  <a:schemeClr val="bg1"/>
                </a:solidFill>
              </a:defRPr>
            </a:lvl1pPr>
          </a:lstStyle>
          <a:p>
            <a:pPr lvl="0"/>
            <a:r>
              <a:rPr lang="en-US"/>
              <a:t>Click to edit Master text styles</a:t>
            </a:r>
          </a:p>
        </p:txBody>
      </p:sp>
      <p:sp>
        <p:nvSpPr>
          <p:cNvPr id="19" name="Text Placeholder 15"/>
          <p:cNvSpPr>
            <a:spLocks noGrp="1"/>
          </p:cNvSpPr>
          <p:nvPr>
            <p:ph type="body" sz="quarter" idx="24"/>
          </p:nvPr>
        </p:nvSpPr>
        <p:spPr>
          <a:xfrm>
            <a:off x="2540000" y="3763963"/>
            <a:ext cx="1219200" cy="777240"/>
          </a:xfrm>
          <a:prstGeom prst="rect">
            <a:avLst/>
          </a:prstGeom>
          <a:solidFill>
            <a:srgbClr val="8E8E8E"/>
          </a:solidFill>
          <a:ln>
            <a:solidFill>
              <a:srgbClr val="8E8E8E"/>
            </a:solidFill>
          </a:ln>
        </p:spPr>
        <p:txBody>
          <a:bodyPr rIns="45720" anchor="ctr"/>
          <a:lstStyle>
            <a:lvl1pPr marL="0" indent="0">
              <a:buNone/>
              <a:defRPr sz="1200" b="1">
                <a:solidFill>
                  <a:schemeClr val="bg1"/>
                </a:solidFill>
              </a:defRPr>
            </a:lvl1pPr>
          </a:lstStyle>
          <a:p>
            <a:pPr lvl="0"/>
            <a:r>
              <a:rPr lang="en-US"/>
              <a:t>Click to edit Master text styles</a:t>
            </a:r>
          </a:p>
        </p:txBody>
      </p:sp>
      <p:sp>
        <p:nvSpPr>
          <p:cNvPr id="20" name="Text Placeholder 15"/>
          <p:cNvSpPr>
            <a:spLocks noGrp="1"/>
          </p:cNvSpPr>
          <p:nvPr>
            <p:ph type="body" sz="quarter" idx="25"/>
          </p:nvPr>
        </p:nvSpPr>
        <p:spPr>
          <a:xfrm>
            <a:off x="2540000" y="2199167"/>
            <a:ext cx="1219200" cy="1463040"/>
          </a:xfrm>
          <a:prstGeom prst="rect">
            <a:avLst/>
          </a:prstGeom>
          <a:solidFill>
            <a:srgbClr val="8E8E8E"/>
          </a:solidFill>
          <a:ln>
            <a:solidFill>
              <a:srgbClr val="8E8E8E"/>
            </a:solidFill>
          </a:ln>
        </p:spPr>
        <p:txBody>
          <a:bodyPr rIns="45720" anchor="ctr"/>
          <a:lstStyle>
            <a:lvl1pPr marL="0" indent="0">
              <a:buNone/>
              <a:defRPr sz="1200" b="1">
                <a:solidFill>
                  <a:schemeClr val="bg1"/>
                </a:solidFill>
              </a:defRPr>
            </a:lvl1pPr>
          </a:lstStyle>
          <a:p>
            <a:pPr lvl="0"/>
            <a:r>
              <a:rPr lang="en-US"/>
              <a:t>Click to edit Master text styles</a:t>
            </a:r>
          </a:p>
        </p:txBody>
      </p:sp>
      <p:sp>
        <p:nvSpPr>
          <p:cNvPr id="21" name="Text Placeholder 15"/>
          <p:cNvSpPr>
            <a:spLocks noGrp="1"/>
          </p:cNvSpPr>
          <p:nvPr>
            <p:ph type="body" sz="quarter" idx="26"/>
          </p:nvPr>
        </p:nvSpPr>
        <p:spPr>
          <a:xfrm>
            <a:off x="2540000" y="4619625"/>
            <a:ext cx="1219200" cy="1463040"/>
          </a:xfrm>
          <a:prstGeom prst="rect">
            <a:avLst/>
          </a:prstGeom>
          <a:solidFill>
            <a:srgbClr val="8E8E8E"/>
          </a:solidFill>
          <a:ln>
            <a:solidFill>
              <a:srgbClr val="8E8E8E"/>
            </a:solidFill>
          </a:ln>
        </p:spPr>
        <p:txBody>
          <a:bodyPr rIns="45720" anchor="ctr"/>
          <a:lstStyle>
            <a:lvl1pPr marL="0" indent="0">
              <a:buNone/>
              <a:defRPr sz="1200" b="1">
                <a:solidFill>
                  <a:schemeClr val="bg1"/>
                </a:solidFill>
              </a:defRPr>
            </a:lvl1pPr>
          </a:lstStyle>
          <a:p>
            <a:pPr lvl="0"/>
            <a:r>
              <a:rPr lang="en-US"/>
              <a:t>Click to edit Master text styles</a:t>
            </a:r>
          </a:p>
        </p:txBody>
      </p:sp>
      <p:sp>
        <p:nvSpPr>
          <p:cNvPr id="14"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5" name="Text Placeholder 5"/>
          <p:cNvSpPr>
            <a:spLocks noGrp="1"/>
          </p:cNvSpPr>
          <p:nvPr>
            <p:ph type="body" sz="quarter" idx="31"/>
          </p:nvPr>
        </p:nvSpPr>
        <p:spPr>
          <a:xfrm>
            <a:off x="3759200" y="1348565"/>
            <a:ext cx="7827264" cy="777240"/>
          </a:xfrm>
          <a:prstGeom prst="rect">
            <a:avLst/>
          </a:prstGeom>
          <a:solidFill>
            <a:srgbClr val="FFFFFF"/>
          </a:solidFill>
          <a:ln>
            <a:solidFill>
              <a:srgbClr val="C0C0C0"/>
            </a:solidFill>
          </a:ln>
        </p:spPr>
        <p:txBody>
          <a:bodyPr lIns="91440" rIns="45720" anchor="ctr"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1200"/>
            </a:lvl5pPr>
          </a:lstStyle>
          <a:p>
            <a:pPr lvl="0"/>
            <a:r>
              <a:rPr lang="en-US"/>
              <a:t>Click to edit Master text styles</a:t>
            </a:r>
          </a:p>
        </p:txBody>
      </p:sp>
      <p:sp>
        <p:nvSpPr>
          <p:cNvPr id="22" name="Text Placeholder 5"/>
          <p:cNvSpPr>
            <a:spLocks noGrp="1"/>
          </p:cNvSpPr>
          <p:nvPr>
            <p:ph type="body" sz="quarter" idx="32"/>
          </p:nvPr>
        </p:nvSpPr>
        <p:spPr>
          <a:xfrm>
            <a:off x="3759200" y="3763963"/>
            <a:ext cx="7827264" cy="777240"/>
          </a:xfrm>
          <a:prstGeom prst="rect">
            <a:avLst/>
          </a:prstGeom>
          <a:solidFill>
            <a:srgbClr val="FFFFFF"/>
          </a:solidFill>
          <a:ln>
            <a:solidFill>
              <a:srgbClr val="C0C0C0"/>
            </a:solidFill>
          </a:ln>
        </p:spPr>
        <p:txBody>
          <a:bodyPr lIns="91440" rIns="45720" anchor="ctr"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1200"/>
            </a:lvl5pPr>
          </a:lstStyle>
          <a:p>
            <a:pPr lvl="0"/>
            <a:r>
              <a:rPr lang="en-US"/>
              <a:t>Click to edit Master text styles</a:t>
            </a:r>
          </a:p>
        </p:txBody>
      </p:sp>
      <p:sp>
        <p:nvSpPr>
          <p:cNvPr id="26" name="Text Placeholder 5"/>
          <p:cNvSpPr>
            <a:spLocks noGrp="1"/>
          </p:cNvSpPr>
          <p:nvPr>
            <p:ph type="body" sz="quarter" idx="33"/>
          </p:nvPr>
        </p:nvSpPr>
        <p:spPr>
          <a:xfrm>
            <a:off x="3759200" y="2199167"/>
            <a:ext cx="7827264" cy="1463040"/>
          </a:xfrm>
          <a:prstGeom prst="rect">
            <a:avLst/>
          </a:prstGeom>
          <a:solidFill>
            <a:srgbClr val="FFFFFF"/>
          </a:solidFill>
          <a:ln>
            <a:solidFill>
              <a:srgbClr val="C0C0C0"/>
            </a:solidFill>
          </a:ln>
        </p:spPr>
        <p:txBody>
          <a:bodyPr lIns="91440" rIns="45720" anchor="ctr"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1200"/>
            </a:lvl5pPr>
          </a:lstStyle>
          <a:p>
            <a:pPr lvl="0"/>
            <a:r>
              <a:rPr lang="en-US"/>
              <a:t>Click to edit Master text styles</a:t>
            </a:r>
          </a:p>
        </p:txBody>
      </p:sp>
      <p:sp>
        <p:nvSpPr>
          <p:cNvPr id="28" name="Text Placeholder 5"/>
          <p:cNvSpPr>
            <a:spLocks noGrp="1"/>
          </p:cNvSpPr>
          <p:nvPr>
            <p:ph type="body" sz="quarter" idx="34"/>
          </p:nvPr>
        </p:nvSpPr>
        <p:spPr>
          <a:xfrm>
            <a:off x="3759200" y="4619625"/>
            <a:ext cx="7827264" cy="1463040"/>
          </a:xfrm>
          <a:prstGeom prst="rect">
            <a:avLst/>
          </a:prstGeom>
          <a:solidFill>
            <a:srgbClr val="FFFFFF"/>
          </a:solidFill>
          <a:ln>
            <a:solidFill>
              <a:srgbClr val="C0C0C0"/>
            </a:solidFill>
          </a:ln>
        </p:spPr>
        <p:txBody>
          <a:bodyPr lIns="91440" rIns="45720" anchor="ctr"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1200"/>
            </a:lvl5pPr>
          </a:lstStyle>
          <a:p>
            <a:pPr lvl="0"/>
            <a:r>
              <a:rPr lang="en-US"/>
              <a:t>Click to edit Master text styles</a:t>
            </a:r>
          </a:p>
        </p:txBody>
      </p:sp>
      <p:sp>
        <p:nvSpPr>
          <p:cNvPr id="13" name="Slide Number Placeholder 9"/>
          <p:cNvSpPr>
            <a:spLocks noGrp="1"/>
          </p:cNvSpPr>
          <p:nvPr>
            <p:ph type="sldNum" sz="quarter" idx="35"/>
          </p:nvPr>
        </p:nvSpPr>
        <p:spPr/>
        <p:txBody>
          <a:bodyPr/>
          <a:lstStyle>
            <a:lvl1pPr>
              <a:defRPr/>
            </a:lvl1pPr>
          </a:lstStyle>
          <a:p>
            <a:fld id="{1622A13A-1CFD-CA4E-A8DD-C641C07281EA}" type="slidenum">
              <a:rPr lang="en-US" altLang="en-US"/>
              <a:pPr/>
              <a:t>‹#›</a:t>
            </a:fld>
            <a:endParaRPr lang="en-US" altLang="en-US"/>
          </a:p>
        </p:txBody>
      </p:sp>
      <p:sp>
        <p:nvSpPr>
          <p:cNvPr id="23" name="Footer Placeholder 12"/>
          <p:cNvSpPr>
            <a:spLocks noGrp="1"/>
          </p:cNvSpPr>
          <p:nvPr>
            <p:ph type="ftr" sz="quarter" idx="36"/>
          </p:nvPr>
        </p:nvSpPr>
        <p:spPr/>
        <p:txBody>
          <a:bodyPr/>
          <a:lstStyle>
            <a:lvl1pPr>
              <a:defRPr/>
            </a:lvl1pPr>
          </a:lstStyle>
          <a:p>
            <a:pPr>
              <a:defRPr/>
            </a:pPr>
            <a:r>
              <a:rPr lang="en-US"/>
              <a:t>Redemptions</a:t>
            </a:r>
          </a:p>
        </p:txBody>
      </p:sp>
    </p:spTree>
    <p:extLst>
      <p:ext uri="{BB962C8B-B14F-4D97-AF65-F5344CB8AC3E}">
        <p14:creationId xmlns:p14="http://schemas.microsoft.com/office/powerpoint/2010/main" val="1744476385"/>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Consequences Vertical 2">
    <p:spTree>
      <p:nvGrpSpPr>
        <p:cNvPr id="1" name=""/>
        <p:cNvGrpSpPr/>
        <p:nvPr/>
      </p:nvGrpSpPr>
      <p:grpSpPr>
        <a:xfrm>
          <a:off x="0" y="0"/>
          <a:ext cx="0" cy="0"/>
          <a:chOff x="0" y="0"/>
          <a:chExt cx="0" cy="0"/>
        </a:xfrm>
      </p:grpSpPr>
      <p:sp>
        <p:nvSpPr>
          <p:cNvPr id="7" name="Freeform 4"/>
          <p:cNvSpPr>
            <a:spLocks/>
          </p:cNvSpPr>
          <p:nvPr userDrawn="1"/>
        </p:nvSpPr>
        <p:spPr bwMode="auto">
          <a:xfrm>
            <a:off x="6195484" y="1914525"/>
            <a:ext cx="4876800" cy="4184650"/>
          </a:xfrm>
          <a:custGeom>
            <a:avLst/>
            <a:gdLst>
              <a:gd name="T0" fmla="*/ 2147483647 w 2475"/>
              <a:gd name="T1" fmla="*/ 2147483647 h 2469"/>
              <a:gd name="T2" fmla="*/ 2147483647 w 2475"/>
              <a:gd name="T3" fmla="*/ 0 h 2469"/>
              <a:gd name="T4" fmla="*/ 2147483647 w 2475"/>
              <a:gd name="T5" fmla="*/ 2147483647 h 2469"/>
              <a:gd name="T6" fmla="*/ 0 w 2475"/>
              <a:gd name="T7" fmla="*/ 2147483647 h 2469"/>
              <a:gd name="T8" fmla="*/ 0 w 2475"/>
              <a:gd name="T9" fmla="*/ 0 h 2469"/>
              <a:gd name="T10" fmla="*/ 2147483647 w 2475"/>
              <a:gd name="T11" fmla="*/ 2147483647 h 2469"/>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2475" h="2469">
                <a:moveTo>
                  <a:pt x="1235" y="147"/>
                </a:moveTo>
                <a:lnTo>
                  <a:pt x="2475" y="0"/>
                </a:lnTo>
                <a:lnTo>
                  <a:pt x="2475" y="2469"/>
                </a:lnTo>
                <a:lnTo>
                  <a:pt x="0" y="2469"/>
                </a:lnTo>
                <a:lnTo>
                  <a:pt x="0" y="0"/>
                </a:lnTo>
                <a:lnTo>
                  <a:pt x="1235" y="147"/>
                </a:lnTo>
                <a:close/>
              </a:path>
            </a:pathLst>
          </a:custGeom>
          <a:noFill/>
          <a:ln w="6350" cap="flat" cmpd="sng">
            <a:solidFill>
              <a:srgbClr val="C0C0C0"/>
            </a:solidFill>
            <a:prstDash val="solid"/>
            <a:round/>
            <a:headEnd/>
            <a:tailEnd/>
          </a:ln>
          <a:extLst>
            <a:ext uri="{909E8E84-426E-40DD-AFC4-6F175D3DCCD1}">
              <a14:hiddenFill xmlns:a14="http://schemas.microsoft.com/office/drawing/2010/main">
                <a:solidFill>
                  <a:srgbClr val="FFFFFF"/>
                </a:solidFill>
              </a14:hiddenFill>
            </a:ext>
          </a:extLst>
        </p:spPr>
        <p:txBody>
          <a:bodyPr lIns="182880" tIns="365760" rIns="182880" bIns="182880"/>
          <a:lstStyle/>
          <a:p>
            <a:endParaRPr lang="en-US" sz="1800"/>
          </a:p>
        </p:txBody>
      </p:sp>
      <p:sp>
        <p:nvSpPr>
          <p:cNvPr id="8" name="Freeform 4"/>
          <p:cNvSpPr>
            <a:spLocks/>
          </p:cNvSpPr>
          <p:nvPr userDrawn="1"/>
        </p:nvSpPr>
        <p:spPr bwMode="auto">
          <a:xfrm>
            <a:off x="1003300" y="1914525"/>
            <a:ext cx="4876800" cy="4184650"/>
          </a:xfrm>
          <a:custGeom>
            <a:avLst/>
            <a:gdLst>
              <a:gd name="T0" fmla="*/ 2147483647 w 2475"/>
              <a:gd name="T1" fmla="*/ 2147483647 h 2469"/>
              <a:gd name="T2" fmla="*/ 2147483647 w 2475"/>
              <a:gd name="T3" fmla="*/ 0 h 2469"/>
              <a:gd name="T4" fmla="*/ 2147483647 w 2475"/>
              <a:gd name="T5" fmla="*/ 2147483647 h 2469"/>
              <a:gd name="T6" fmla="*/ 0 w 2475"/>
              <a:gd name="T7" fmla="*/ 2147483647 h 2469"/>
              <a:gd name="T8" fmla="*/ 0 w 2475"/>
              <a:gd name="T9" fmla="*/ 0 h 2469"/>
              <a:gd name="T10" fmla="*/ 2147483647 w 2475"/>
              <a:gd name="T11" fmla="*/ 2147483647 h 2469"/>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2475" h="2469">
                <a:moveTo>
                  <a:pt x="1235" y="147"/>
                </a:moveTo>
                <a:lnTo>
                  <a:pt x="2475" y="0"/>
                </a:lnTo>
                <a:lnTo>
                  <a:pt x="2475" y="2469"/>
                </a:lnTo>
                <a:lnTo>
                  <a:pt x="0" y="2469"/>
                </a:lnTo>
                <a:lnTo>
                  <a:pt x="0" y="0"/>
                </a:lnTo>
                <a:lnTo>
                  <a:pt x="1235" y="147"/>
                </a:lnTo>
                <a:close/>
              </a:path>
            </a:pathLst>
          </a:custGeom>
          <a:noFill/>
          <a:ln w="6350" cap="flat" cmpd="sng">
            <a:solidFill>
              <a:srgbClr val="C0C0C0"/>
            </a:solidFill>
            <a:prstDash val="solid"/>
            <a:round/>
            <a:headEnd/>
            <a:tailEnd/>
          </a:ln>
          <a:extLst>
            <a:ext uri="{909E8E84-426E-40DD-AFC4-6F175D3DCCD1}">
              <a14:hiddenFill xmlns:a14="http://schemas.microsoft.com/office/drawing/2010/main">
                <a:solidFill>
                  <a:srgbClr val="FFFFFF"/>
                </a:solidFill>
              </a14:hiddenFill>
            </a:ext>
          </a:extLst>
        </p:spPr>
        <p:txBody>
          <a:bodyPr lIns="182880" tIns="365760" rIns="182880" bIns="182880"/>
          <a:lstStyle/>
          <a:p>
            <a:endParaRPr lang="en-US" sz="1800"/>
          </a:p>
        </p:txBody>
      </p:sp>
      <p:sp>
        <p:nvSpPr>
          <p:cNvPr id="9" name="Text Placeholder 8"/>
          <p:cNvSpPr>
            <a:spLocks noGrp="1"/>
          </p:cNvSpPr>
          <p:nvPr>
            <p:ph type="body" sz="quarter" idx="21"/>
          </p:nvPr>
        </p:nvSpPr>
        <p:spPr>
          <a:xfrm rot="5400000">
            <a:off x="3122762" y="-699446"/>
            <a:ext cx="636898" cy="4876800"/>
          </a:xfrm>
          <a:prstGeom prst="homePlate">
            <a:avLst>
              <a:gd name="adj" fmla="val 35000"/>
            </a:avLst>
          </a:prstGeom>
          <a:solidFill>
            <a:srgbClr val="B01C2E"/>
          </a:solidFill>
        </p:spPr>
        <p:txBody>
          <a:bodyPr vert="vert270" anchor="ctr"/>
          <a:lstStyle>
            <a:lvl1pPr marL="0" indent="0" algn="ctr">
              <a:lnSpc>
                <a:spcPts val="1400"/>
              </a:lnSpc>
              <a:spcBef>
                <a:spcPts val="0"/>
              </a:spcBef>
              <a:buNone/>
              <a:defRPr sz="1200" b="1">
                <a:solidFill>
                  <a:schemeClr val="bg1"/>
                </a:solidFill>
              </a:defRPr>
            </a:lvl1pPr>
            <a:lvl2pPr indent="0" algn="ctr">
              <a:spcBef>
                <a:spcPts val="0"/>
              </a:spcBef>
              <a:buNone/>
              <a:defRPr sz="1200" b="1"/>
            </a:lvl2pPr>
            <a:lvl3pPr indent="0" algn="ctr">
              <a:spcBef>
                <a:spcPts val="0"/>
              </a:spcBef>
              <a:buNone/>
              <a:defRPr sz="1200" b="1"/>
            </a:lvl3pPr>
            <a:lvl4pPr indent="0" algn="ctr">
              <a:spcBef>
                <a:spcPts val="0"/>
              </a:spcBef>
              <a:buNone/>
              <a:defRPr sz="1200" b="1"/>
            </a:lvl4pPr>
            <a:lvl5pPr indent="0" algn="ctr">
              <a:spcBef>
                <a:spcPts val="0"/>
              </a:spcBef>
              <a:buNone/>
              <a:defRPr sz="1200" b="1"/>
            </a:lvl5pPr>
          </a:lstStyle>
          <a:p>
            <a:pPr lvl="0"/>
            <a:r>
              <a:rPr lang="en-US"/>
              <a:t>Click to edit Master text styles</a:t>
            </a:r>
          </a:p>
        </p:txBody>
      </p:sp>
      <p:sp>
        <p:nvSpPr>
          <p:cNvPr id="12" name="Text Placeholder 8"/>
          <p:cNvSpPr>
            <a:spLocks noGrp="1"/>
          </p:cNvSpPr>
          <p:nvPr>
            <p:ph type="body" sz="quarter" idx="25"/>
          </p:nvPr>
        </p:nvSpPr>
        <p:spPr>
          <a:xfrm rot="5400000">
            <a:off x="8315844" y="-699446"/>
            <a:ext cx="636898" cy="4876800"/>
          </a:xfrm>
          <a:prstGeom prst="homePlate">
            <a:avLst>
              <a:gd name="adj" fmla="val 35000"/>
            </a:avLst>
          </a:prstGeom>
          <a:solidFill>
            <a:srgbClr val="B01C2E"/>
          </a:solidFill>
        </p:spPr>
        <p:txBody>
          <a:bodyPr vert="vert270" anchor="ctr"/>
          <a:lstStyle>
            <a:lvl1pPr marL="0" indent="0" algn="ctr">
              <a:lnSpc>
                <a:spcPts val="1400"/>
              </a:lnSpc>
              <a:spcBef>
                <a:spcPts val="0"/>
              </a:spcBef>
              <a:buNone/>
              <a:defRPr sz="1200" b="1">
                <a:solidFill>
                  <a:schemeClr val="bg1"/>
                </a:solidFill>
              </a:defRPr>
            </a:lvl1pPr>
            <a:lvl2pPr indent="0" algn="ctr">
              <a:spcBef>
                <a:spcPts val="0"/>
              </a:spcBef>
              <a:buNone/>
              <a:defRPr sz="1200" b="1"/>
            </a:lvl2pPr>
            <a:lvl3pPr indent="0" algn="ctr">
              <a:spcBef>
                <a:spcPts val="0"/>
              </a:spcBef>
              <a:buNone/>
              <a:defRPr sz="1200" b="1"/>
            </a:lvl3pPr>
            <a:lvl4pPr indent="0" algn="ctr">
              <a:spcBef>
                <a:spcPts val="0"/>
              </a:spcBef>
              <a:buNone/>
              <a:defRPr sz="1200" b="1"/>
            </a:lvl4pPr>
            <a:lvl5pPr indent="0" algn="ctr">
              <a:spcBef>
                <a:spcPts val="0"/>
              </a:spcBef>
              <a:buNone/>
              <a:defRPr sz="1200" b="1"/>
            </a:lvl5pPr>
          </a:lstStyle>
          <a:p>
            <a:pPr lvl="0"/>
            <a:r>
              <a:rPr lang="en-US"/>
              <a:t>Click to edit Master text styles</a:t>
            </a:r>
          </a:p>
        </p:txBody>
      </p:sp>
      <p:sp>
        <p:nvSpPr>
          <p:cNvPr id="10"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3" name="Text Placeholder 5"/>
          <p:cNvSpPr>
            <a:spLocks noGrp="1"/>
          </p:cNvSpPr>
          <p:nvPr>
            <p:ph type="body" sz="quarter" idx="31"/>
          </p:nvPr>
        </p:nvSpPr>
        <p:spPr>
          <a:xfrm>
            <a:off x="1002811" y="2282953"/>
            <a:ext cx="4876800" cy="3813048"/>
          </a:xfrm>
          <a:prstGeom prst="rect">
            <a:avLst/>
          </a:prstGeom>
          <a:solidFill>
            <a:srgbClr val="FFFFFF"/>
          </a:solidFill>
          <a:ln>
            <a:noFill/>
          </a:ln>
        </p:spPr>
        <p:txBody>
          <a:bodyPr lIns="91440"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2000"/>
            </a:lvl5pPr>
            <a:lvl6pPr marL="1143000">
              <a:buClr>
                <a:srgbClr val="B01C2E"/>
              </a:buClr>
              <a:buFont typeface="Arial" pitchFamily="34" charset="0"/>
              <a:buChar char="–"/>
              <a:defRPr/>
            </a:lvl6pPr>
          </a:lstStyle>
          <a:p>
            <a:pPr lvl="0"/>
            <a:r>
              <a:rPr lang="en-US"/>
              <a:t>Click to edit Master text styles</a:t>
            </a:r>
          </a:p>
        </p:txBody>
      </p:sp>
      <p:sp>
        <p:nvSpPr>
          <p:cNvPr id="15" name="Text Placeholder 5"/>
          <p:cNvSpPr>
            <a:spLocks noGrp="1"/>
          </p:cNvSpPr>
          <p:nvPr>
            <p:ph type="body" sz="quarter" idx="32"/>
          </p:nvPr>
        </p:nvSpPr>
        <p:spPr>
          <a:xfrm>
            <a:off x="6195893" y="2282953"/>
            <a:ext cx="4876800" cy="3813048"/>
          </a:xfrm>
          <a:prstGeom prst="rect">
            <a:avLst/>
          </a:prstGeom>
          <a:solidFill>
            <a:srgbClr val="FFFFFF"/>
          </a:solidFill>
          <a:ln>
            <a:noFill/>
          </a:ln>
        </p:spPr>
        <p:txBody>
          <a:bodyPr lIns="91440"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1200"/>
            </a:lvl5pPr>
            <a:lvl6pPr marL="1143000">
              <a:buClr>
                <a:srgbClr val="B01C2E"/>
              </a:buClr>
              <a:buFont typeface="Arial" pitchFamily="34" charset="0"/>
              <a:buChar char="–"/>
              <a:defRPr sz="1200"/>
            </a:lvl6pPr>
          </a:lstStyle>
          <a:p>
            <a:pPr lvl="0"/>
            <a:r>
              <a:rPr lang="en-US"/>
              <a:t>Click to edit Master text styles</a:t>
            </a:r>
          </a:p>
        </p:txBody>
      </p:sp>
      <p:sp>
        <p:nvSpPr>
          <p:cNvPr id="11" name="Slide Number Placeholder 9"/>
          <p:cNvSpPr>
            <a:spLocks noGrp="1"/>
          </p:cNvSpPr>
          <p:nvPr>
            <p:ph type="sldNum" sz="quarter" idx="33"/>
          </p:nvPr>
        </p:nvSpPr>
        <p:spPr/>
        <p:txBody>
          <a:bodyPr/>
          <a:lstStyle>
            <a:lvl1pPr>
              <a:defRPr/>
            </a:lvl1pPr>
          </a:lstStyle>
          <a:p>
            <a:fld id="{9B3A2EF8-18A0-3548-8284-3CDE95E84B95}" type="slidenum">
              <a:rPr lang="en-US" altLang="en-US"/>
              <a:pPr/>
              <a:t>‹#›</a:t>
            </a:fld>
            <a:endParaRPr lang="en-US" altLang="en-US"/>
          </a:p>
        </p:txBody>
      </p:sp>
      <p:sp>
        <p:nvSpPr>
          <p:cNvPr id="14" name="Footer Placeholder 10"/>
          <p:cNvSpPr>
            <a:spLocks noGrp="1"/>
          </p:cNvSpPr>
          <p:nvPr>
            <p:ph type="ftr" sz="quarter" idx="34"/>
          </p:nvPr>
        </p:nvSpPr>
        <p:spPr/>
        <p:txBody>
          <a:bodyPr/>
          <a:lstStyle>
            <a:lvl1pPr>
              <a:defRPr smtClean="0"/>
            </a:lvl1pPr>
          </a:lstStyle>
          <a:p>
            <a:pPr>
              <a:defRPr/>
            </a:pPr>
            <a:r>
              <a:rPr lang="en-US"/>
              <a:t>Redemptions</a:t>
            </a:r>
          </a:p>
        </p:txBody>
      </p:sp>
    </p:spTree>
    <p:extLst>
      <p:ext uri="{BB962C8B-B14F-4D97-AF65-F5344CB8AC3E}">
        <p14:creationId xmlns:p14="http://schemas.microsoft.com/office/powerpoint/2010/main" val="324026310"/>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Consequences Vertical 4">
    <p:spTree>
      <p:nvGrpSpPr>
        <p:cNvPr id="1" name=""/>
        <p:cNvGrpSpPr/>
        <p:nvPr/>
      </p:nvGrpSpPr>
      <p:grpSpPr>
        <a:xfrm>
          <a:off x="0" y="0"/>
          <a:ext cx="0" cy="0"/>
          <a:chOff x="0" y="0"/>
          <a:chExt cx="0" cy="0"/>
        </a:xfrm>
      </p:grpSpPr>
      <p:sp>
        <p:nvSpPr>
          <p:cNvPr id="11" name="Freeform 4"/>
          <p:cNvSpPr>
            <a:spLocks/>
          </p:cNvSpPr>
          <p:nvPr userDrawn="1"/>
        </p:nvSpPr>
        <p:spPr bwMode="auto">
          <a:xfrm>
            <a:off x="588434" y="1911351"/>
            <a:ext cx="2561167" cy="4206875"/>
          </a:xfrm>
          <a:custGeom>
            <a:avLst/>
            <a:gdLst>
              <a:gd name="T0" fmla="*/ 2147483647 w 2475"/>
              <a:gd name="T1" fmla="*/ 2147483647 h 2946"/>
              <a:gd name="T2" fmla="*/ 2147483647 w 2475"/>
              <a:gd name="T3" fmla="*/ 2147483647 h 2946"/>
              <a:gd name="T4" fmla="*/ 2147483647 w 2475"/>
              <a:gd name="T5" fmla="*/ 2147483647 h 2946"/>
              <a:gd name="T6" fmla="*/ 2147483647 w 2475"/>
              <a:gd name="T7" fmla="*/ 2147483647 h 2946"/>
              <a:gd name="T8" fmla="*/ 0 w 2475"/>
              <a:gd name="T9" fmla="*/ 2147483647 h 2946"/>
              <a:gd name="T10" fmla="*/ 0 w 2475"/>
              <a:gd name="T11" fmla="*/ 2147483647 h 2946"/>
              <a:gd name="T12" fmla="*/ 2147483647 w 2475"/>
              <a:gd name="T13" fmla="*/ 0 h 2946"/>
              <a:gd name="T14" fmla="*/ 2147483647 w 2475"/>
              <a:gd name="T15" fmla="*/ 2147483647 h 294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475" h="2946">
                <a:moveTo>
                  <a:pt x="1235" y="149"/>
                </a:moveTo>
                <a:lnTo>
                  <a:pt x="2475" y="2"/>
                </a:lnTo>
                <a:lnTo>
                  <a:pt x="2475" y="2471"/>
                </a:lnTo>
                <a:cubicBezTo>
                  <a:pt x="2466" y="2473"/>
                  <a:pt x="2458" y="2937"/>
                  <a:pt x="2449" y="2939"/>
                </a:cubicBezTo>
                <a:lnTo>
                  <a:pt x="0" y="2946"/>
                </a:lnTo>
                <a:lnTo>
                  <a:pt x="0" y="2"/>
                </a:lnTo>
                <a:cubicBezTo>
                  <a:pt x="1" y="1"/>
                  <a:pt x="2" y="1"/>
                  <a:pt x="3" y="0"/>
                </a:cubicBezTo>
                <a:lnTo>
                  <a:pt x="1235" y="149"/>
                </a:lnTo>
                <a:close/>
              </a:path>
            </a:pathLst>
          </a:custGeom>
          <a:noFill/>
          <a:ln w="6350" cap="flat" cmpd="sng">
            <a:solidFill>
              <a:srgbClr val="C0C0C0"/>
            </a:solidFill>
            <a:prstDash val="solid"/>
            <a:round/>
            <a:headEnd/>
            <a:tailEnd/>
          </a:ln>
          <a:extLst>
            <a:ext uri="{909E8E84-426E-40DD-AFC4-6F175D3DCCD1}">
              <a14:hiddenFill xmlns:a14="http://schemas.microsoft.com/office/drawing/2010/main">
                <a:solidFill>
                  <a:srgbClr val="FFFFFF"/>
                </a:solidFill>
              </a14:hiddenFill>
            </a:ext>
          </a:extLst>
        </p:spPr>
        <p:txBody>
          <a:bodyPr tIns="274320" bIns="91440"/>
          <a:lstStyle/>
          <a:p>
            <a:endParaRPr lang="en-US" sz="1800"/>
          </a:p>
        </p:txBody>
      </p:sp>
      <p:sp>
        <p:nvSpPr>
          <p:cNvPr id="12" name="Freeform 4"/>
          <p:cNvSpPr>
            <a:spLocks/>
          </p:cNvSpPr>
          <p:nvPr userDrawn="1"/>
        </p:nvSpPr>
        <p:spPr bwMode="auto">
          <a:xfrm>
            <a:off x="3403600" y="1911351"/>
            <a:ext cx="2559051" cy="4206875"/>
          </a:xfrm>
          <a:custGeom>
            <a:avLst/>
            <a:gdLst>
              <a:gd name="T0" fmla="*/ 2147483647 w 2475"/>
              <a:gd name="T1" fmla="*/ 2147483647 h 2946"/>
              <a:gd name="T2" fmla="*/ 2147483647 w 2475"/>
              <a:gd name="T3" fmla="*/ 2147483647 h 2946"/>
              <a:gd name="T4" fmla="*/ 2147483647 w 2475"/>
              <a:gd name="T5" fmla="*/ 2147483647 h 2946"/>
              <a:gd name="T6" fmla="*/ 2147483647 w 2475"/>
              <a:gd name="T7" fmla="*/ 2147483647 h 2946"/>
              <a:gd name="T8" fmla="*/ 0 w 2475"/>
              <a:gd name="T9" fmla="*/ 2147483647 h 2946"/>
              <a:gd name="T10" fmla="*/ 0 w 2475"/>
              <a:gd name="T11" fmla="*/ 2147483647 h 2946"/>
              <a:gd name="T12" fmla="*/ 2147483647 w 2475"/>
              <a:gd name="T13" fmla="*/ 0 h 2946"/>
              <a:gd name="T14" fmla="*/ 2147483647 w 2475"/>
              <a:gd name="T15" fmla="*/ 2147483647 h 294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475" h="2946">
                <a:moveTo>
                  <a:pt x="1235" y="149"/>
                </a:moveTo>
                <a:lnTo>
                  <a:pt x="2475" y="2"/>
                </a:lnTo>
                <a:lnTo>
                  <a:pt x="2475" y="2471"/>
                </a:lnTo>
                <a:cubicBezTo>
                  <a:pt x="2466" y="2473"/>
                  <a:pt x="2458" y="2937"/>
                  <a:pt x="2449" y="2939"/>
                </a:cubicBezTo>
                <a:lnTo>
                  <a:pt x="0" y="2946"/>
                </a:lnTo>
                <a:lnTo>
                  <a:pt x="0" y="2"/>
                </a:lnTo>
                <a:cubicBezTo>
                  <a:pt x="1" y="1"/>
                  <a:pt x="2" y="1"/>
                  <a:pt x="3" y="0"/>
                </a:cubicBezTo>
                <a:lnTo>
                  <a:pt x="1235" y="149"/>
                </a:lnTo>
                <a:close/>
              </a:path>
            </a:pathLst>
          </a:custGeom>
          <a:noFill/>
          <a:ln w="6350" cap="flat" cmpd="sng">
            <a:solidFill>
              <a:srgbClr val="C0C0C0"/>
            </a:solidFill>
            <a:prstDash val="solid"/>
            <a:round/>
            <a:headEnd/>
            <a:tailEnd/>
          </a:ln>
          <a:extLst>
            <a:ext uri="{909E8E84-426E-40DD-AFC4-6F175D3DCCD1}">
              <a14:hiddenFill xmlns:a14="http://schemas.microsoft.com/office/drawing/2010/main">
                <a:solidFill>
                  <a:srgbClr val="FFFFFF"/>
                </a:solidFill>
              </a14:hiddenFill>
            </a:ext>
          </a:extLst>
        </p:spPr>
        <p:txBody>
          <a:bodyPr tIns="274320" bIns="91440"/>
          <a:lstStyle/>
          <a:p>
            <a:endParaRPr lang="en-US" sz="1800"/>
          </a:p>
        </p:txBody>
      </p:sp>
      <p:sp>
        <p:nvSpPr>
          <p:cNvPr id="13" name="Freeform 4"/>
          <p:cNvSpPr>
            <a:spLocks/>
          </p:cNvSpPr>
          <p:nvPr userDrawn="1"/>
        </p:nvSpPr>
        <p:spPr bwMode="auto">
          <a:xfrm>
            <a:off x="6197601" y="1911351"/>
            <a:ext cx="2561167" cy="4206875"/>
          </a:xfrm>
          <a:custGeom>
            <a:avLst/>
            <a:gdLst>
              <a:gd name="T0" fmla="*/ 2147483647 w 2475"/>
              <a:gd name="T1" fmla="*/ 2147483647 h 2946"/>
              <a:gd name="T2" fmla="*/ 2147483647 w 2475"/>
              <a:gd name="T3" fmla="*/ 2147483647 h 2946"/>
              <a:gd name="T4" fmla="*/ 2147483647 w 2475"/>
              <a:gd name="T5" fmla="*/ 2147483647 h 2946"/>
              <a:gd name="T6" fmla="*/ 2147483647 w 2475"/>
              <a:gd name="T7" fmla="*/ 2147483647 h 2946"/>
              <a:gd name="T8" fmla="*/ 0 w 2475"/>
              <a:gd name="T9" fmla="*/ 2147483647 h 2946"/>
              <a:gd name="T10" fmla="*/ 0 w 2475"/>
              <a:gd name="T11" fmla="*/ 2147483647 h 2946"/>
              <a:gd name="T12" fmla="*/ 2147483647 w 2475"/>
              <a:gd name="T13" fmla="*/ 0 h 2946"/>
              <a:gd name="T14" fmla="*/ 2147483647 w 2475"/>
              <a:gd name="T15" fmla="*/ 2147483647 h 294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475" h="2946">
                <a:moveTo>
                  <a:pt x="1235" y="149"/>
                </a:moveTo>
                <a:lnTo>
                  <a:pt x="2475" y="2"/>
                </a:lnTo>
                <a:lnTo>
                  <a:pt x="2475" y="2471"/>
                </a:lnTo>
                <a:cubicBezTo>
                  <a:pt x="2466" y="2473"/>
                  <a:pt x="2458" y="2937"/>
                  <a:pt x="2449" y="2939"/>
                </a:cubicBezTo>
                <a:lnTo>
                  <a:pt x="0" y="2946"/>
                </a:lnTo>
                <a:lnTo>
                  <a:pt x="0" y="2"/>
                </a:lnTo>
                <a:cubicBezTo>
                  <a:pt x="1" y="1"/>
                  <a:pt x="2" y="1"/>
                  <a:pt x="3" y="0"/>
                </a:cubicBezTo>
                <a:lnTo>
                  <a:pt x="1235" y="149"/>
                </a:lnTo>
                <a:close/>
              </a:path>
            </a:pathLst>
          </a:custGeom>
          <a:noFill/>
          <a:ln w="6350" cap="flat" cmpd="sng">
            <a:solidFill>
              <a:srgbClr val="C0C0C0"/>
            </a:solidFill>
            <a:prstDash val="solid"/>
            <a:round/>
            <a:headEnd/>
            <a:tailEnd/>
          </a:ln>
          <a:extLst>
            <a:ext uri="{909E8E84-426E-40DD-AFC4-6F175D3DCCD1}">
              <a14:hiddenFill xmlns:a14="http://schemas.microsoft.com/office/drawing/2010/main">
                <a:solidFill>
                  <a:srgbClr val="FFFFFF"/>
                </a:solidFill>
              </a14:hiddenFill>
            </a:ext>
          </a:extLst>
        </p:spPr>
        <p:txBody>
          <a:bodyPr tIns="274320" bIns="91440"/>
          <a:lstStyle/>
          <a:p>
            <a:endParaRPr lang="en-US" sz="1800"/>
          </a:p>
        </p:txBody>
      </p:sp>
      <p:sp>
        <p:nvSpPr>
          <p:cNvPr id="14" name="Freeform 4"/>
          <p:cNvSpPr>
            <a:spLocks/>
          </p:cNvSpPr>
          <p:nvPr userDrawn="1"/>
        </p:nvSpPr>
        <p:spPr bwMode="auto">
          <a:xfrm>
            <a:off x="9027585" y="1911351"/>
            <a:ext cx="2561167" cy="4206875"/>
          </a:xfrm>
          <a:custGeom>
            <a:avLst/>
            <a:gdLst>
              <a:gd name="T0" fmla="*/ 2147483647 w 2475"/>
              <a:gd name="T1" fmla="*/ 2147483647 h 2946"/>
              <a:gd name="T2" fmla="*/ 2147483647 w 2475"/>
              <a:gd name="T3" fmla="*/ 2147483647 h 2946"/>
              <a:gd name="T4" fmla="*/ 2147483647 w 2475"/>
              <a:gd name="T5" fmla="*/ 2147483647 h 2946"/>
              <a:gd name="T6" fmla="*/ 2147483647 w 2475"/>
              <a:gd name="T7" fmla="*/ 2147483647 h 2946"/>
              <a:gd name="T8" fmla="*/ 0 w 2475"/>
              <a:gd name="T9" fmla="*/ 2147483647 h 2946"/>
              <a:gd name="T10" fmla="*/ 0 w 2475"/>
              <a:gd name="T11" fmla="*/ 2147483647 h 2946"/>
              <a:gd name="T12" fmla="*/ 2147483647 w 2475"/>
              <a:gd name="T13" fmla="*/ 0 h 2946"/>
              <a:gd name="T14" fmla="*/ 2147483647 w 2475"/>
              <a:gd name="T15" fmla="*/ 2147483647 h 294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475" h="2946">
                <a:moveTo>
                  <a:pt x="1235" y="149"/>
                </a:moveTo>
                <a:lnTo>
                  <a:pt x="2475" y="2"/>
                </a:lnTo>
                <a:lnTo>
                  <a:pt x="2475" y="2471"/>
                </a:lnTo>
                <a:cubicBezTo>
                  <a:pt x="2466" y="2473"/>
                  <a:pt x="2458" y="2937"/>
                  <a:pt x="2449" y="2939"/>
                </a:cubicBezTo>
                <a:lnTo>
                  <a:pt x="0" y="2946"/>
                </a:lnTo>
                <a:lnTo>
                  <a:pt x="0" y="2"/>
                </a:lnTo>
                <a:cubicBezTo>
                  <a:pt x="1" y="1"/>
                  <a:pt x="2" y="1"/>
                  <a:pt x="3" y="0"/>
                </a:cubicBezTo>
                <a:lnTo>
                  <a:pt x="1235" y="149"/>
                </a:lnTo>
                <a:close/>
              </a:path>
            </a:pathLst>
          </a:custGeom>
          <a:noFill/>
          <a:ln w="6350" cap="flat" cmpd="sng">
            <a:solidFill>
              <a:srgbClr val="C0C0C0"/>
            </a:solidFill>
            <a:prstDash val="solid"/>
            <a:round/>
            <a:headEnd/>
            <a:tailEnd/>
          </a:ln>
          <a:extLst>
            <a:ext uri="{909E8E84-426E-40DD-AFC4-6F175D3DCCD1}">
              <a14:hiddenFill xmlns:a14="http://schemas.microsoft.com/office/drawing/2010/main">
                <a:solidFill>
                  <a:srgbClr val="FFFFFF"/>
                </a:solidFill>
              </a14:hiddenFill>
            </a:ext>
          </a:extLst>
        </p:spPr>
        <p:txBody>
          <a:bodyPr tIns="274320" bIns="91440"/>
          <a:lstStyle/>
          <a:p>
            <a:endParaRPr lang="en-US" sz="1800"/>
          </a:p>
        </p:txBody>
      </p:sp>
      <p:sp>
        <p:nvSpPr>
          <p:cNvPr id="17" name="Text Placeholder 8"/>
          <p:cNvSpPr>
            <a:spLocks noGrp="1"/>
          </p:cNvSpPr>
          <p:nvPr>
            <p:ph type="body" sz="quarter" idx="21"/>
          </p:nvPr>
        </p:nvSpPr>
        <p:spPr>
          <a:xfrm rot="5400000">
            <a:off x="1563115" y="473964"/>
            <a:ext cx="612648" cy="2560320"/>
          </a:xfrm>
          <a:prstGeom prst="homePlate">
            <a:avLst>
              <a:gd name="adj" fmla="val 32482"/>
            </a:avLst>
          </a:prstGeom>
          <a:solidFill>
            <a:srgbClr val="B01C2E"/>
          </a:solidFill>
        </p:spPr>
        <p:txBody>
          <a:bodyPr vert="vert270" anchor="ctr"/>
          <a:lstStyle>
            <a:lvl1pPr marL="0" indent="0" algn="ctr">
              <a:lnSpc>
                <a:spcPts val="1400"/>
              </a:lnSpc>
              <a:spcBef>
                <a:spcPts val="0"/>
              </a:spcBef>
              <a:buNone/>
              <a:defRPr sz="1200" b="1">
                <a:solidFill>
                  <a:schemeClr val="bg1"/>
                </a:solidFill>
              </a:defRPr>
            </a:lvl1pPr>
            <a:lvl2pPr indent="0" algn="ctr">
              <a:spcBef>
                <a:spcPts val="0"/>
              </a:spcBef>
              <a:buNone/>
              <a:defRPr sz="1200" b="1"/>
            </a:lvl2pPr>
            <a:lvl3pPr indent="0" algn="ctr">
              <a:spcBef>
                <a:spcPts val="0"/>
              </a:spcBef>
              <a:buNone/>
              <a:defRPr sz="1200" b="1"/>
            </a:lvl3pPr>
            <a:lvl4pPr indent="0" algn="ctr">
              <a:spcBef>
                <a:spcPts val="0"/>
              </a:spcBef>
              <a:buNone/>
              <a:defRPr sz="1200" b="1"/>
            </a:lvl4pPr>
            <a:lvl5pPr indent="0" algn="ctr">
              <a:spcBef>
                <a:spcPts val="0"/>
              </a:spcBef>
              <a:buNone/>
              <a:defRPr sz="1200" b="1"/>
            </a:lvl5pPr>
          </a:lstStyle>
          <a:p>
            <a:pPr lvl="0"/>
            <a:r>
              <a:rPr lang="en-US"/>
              <a:t>Click to edit Master text styles</a:t>
            </a:r>
          </a:p>
        </p:txBody>
      </p:sp>
      <p:sp>
        <p:nvSpPr>
          <p:cNvPr id="22" name="Text Placeholder 8"/>
          <p:cNvSpPr>
            <a:spLocks noGrp="1"/>
          </p:cNvSpPr>
          <p:nvPr>
            <p:ph type="body" sz="quarter" idx="27"/>
          </p:nvPr>
        </p:nvSpPr>
        <p:spPr>
          <a:xfrm rot="5400000">
            <a:off x="4377013" y="473964"/>
            <a:ext cx="612648" cy="2560320"/>
          </a:xfrm>
          <a:prstGeom prst="homePlate">
            <a:avLst>
              <a:gd name="adj" fmla="val 32482"/>
            </a:avLst>
          </a:prstGeom>
          <a:solidFill>
            <a:srgbClr val="B01C2E"/>
          </a:solidFill>
        </p:spPr>
        <p:txBody>
          <a:bodyPr vert="vert270" anchor="ctr"/>
          <a:lstStyle>
            <a:lvl1pPr marL="0" indent="0" algn="ctr">
              <a:lnSpc>
                <a:spcPts val="1400"/>
              </a:lnSpc>
              <a:spcBef>
                <a:spcPts val="0"/>
              </a:spcBef>
              <a:buNone/>
              <a:defRPr sz="1200" b="1">
                <a:solidFill>
                  <a:schemeClr val="bg1"/>
                </a:solidFill>
              </a:defRPr>
            </a:lvl1pPr>
            <a:lvl2pPr indent="0" algn="ctr">
              <a:spcBef>
                <a:spcPts val="0"/>
              </a:spcBef>
              <a:buNone/>
              <a:defRPr sz="1200" b="1"/>
            </a:lvl2pPr>
            <a:lvl3pPr indent="0" algn="ctr">
              <a:spcBef>
                <a:spcPts val="0"/>
              </a:spcBef>
              <a:buNone/>
              <a:defRPr sz="1200" b="1"/>
            </a:lvl3pPr>
            <a:lvl4pPr indent="0" algn="ctr">
              <a:spcBef>
                <a:spcPts val="0"/>
              </a:spcBef>
              <a:buNone/>
              <a:defRPr sz="1200" b="1"/>
            </a:lvl4pPr>
            <a:lvl5pPr indent="0" algn="ctr">
              <a:spcBef>
                <a:spcPts val="0"/>
              </a:spcBef>
              <a:buNone/>
              <a:defRPr sz="1200" b="1"/>
            </a:lvl5pPr>
          </a:lstStyle>
          <a:p>
            <a:pPr lvl="0"/>
            <a:r>
              <a:rPr lang="en-US"/>
              <a:t>Click to edit Master text styles</a:t>
            </a:r>
          </a:p>
        </p:txBody>
      </p:sp>
      <p:sp>
        <p:nvSpPr>
          <p:cNvPr id="23" name="Text Placeholder 8"/>
          <p:cNvSpPr>
            <a:spLocks noGrp="1"/>
          </p:cNvSpPr>
          <p:nvPr>
            <p:ph type="body" sz="quarter" idx="28"/>
          </p:nvPr>
        </p:nvSpPr>
        <p:spPr>
          <a:xfrm rot="5400000">
            <a:off x="7171436" y="473964"/>
            <a:ext cx="612648" cy="2560320"/>
          </a:xfrm>
          <a:prstGeom prst="homePlate">
            <a:avLst>
              <a:gd name="adj" fmla="val 32482"/>
            </a:avLst>
          </a:prstGeom>
          <a:solidFill>
            <a:srgbClr val="B01C2E"/>
          </a:solidFill>
        </p:spPr>
        <p:txBody>
          <a:bodyPr vert="vert270" anchor="ctr"/>
          <a:lstStyle>
            <a:lvl1pPr marL="0" indent="0" algn="ctr">
              <a:lnSpc>
                <a:spcPts val="1400"/>
              </a:lnSpc>
              <a:spcBef>
                <a:spcPts val="0"/>
              </a:spcBef>
              <a:buNone/>
              <a:defRPr sz="1200" b="1">
                <a:solidFill>
                  <a:schemeClr val="bg1"/>
                </a:solidFill>
              </a:defRPr>
            </a:lvl1pPr>
            <a:lvl2pPr indent="0" algn="ctr">
              <a:spcBef>
                <a:spcPts val="0"/>
              </a:spcBef>
              <a:buNone/>
              <a:defRPr sz="1200" b="1"/>
            </a:lvl2pPr>
            <a:lvl3pPr indent="0" algn="ctr">
              <a:spcBef>
                <a:spcPts val="0"/>
              </a:spcBef>
              <a:buNone/>
              <a:defRPr sz="1200" b="1"/>
            </a:lvl3pPr>
            <a:lvl4pPr indent="0" algn="ctr">
              <a:spcBef>
                <a:spcPts val="0"/>
              </a:spcBef>
              <a:buNone/>
              <a:defRPr sz="1200" b="1"/>
            </a:lvl4pPr>
            <a:lvl5pPr indent="0" algn="ctr">
              <a:spcBef>
                <a:spcPts val="0"/>
              </a:spcBef>
              <a:buNone/>
              <a:defRPr sz="1200" b="1"/>
            </a:lvl5pPr>
          </a:lstStyle>
          <a:p>
            <a:pPr lvl="0"/>
            <a:r>
              <a:rPr lang="en-US"/>
              <a:t>Click to edit Master text styles</a:t>
            </a:r>
          </a:p>
        </p:txBody>
      </p:sp>
      <p:sp>
        <p:nvSpPr>
          <p:cNvPr id="24" name="Text Placeholder 8"/>
          <p:cNvSpPr>
            <a:spLocks noGrp="1"/>
          </p:cNvSpPr>
          <p:nvPr>
            <p:ph type="body" sz="quarter" idx="29"/>
          </p:nvPr>
        </p:nvSpPr>
        <p:spPr>
          <a:xfrm rot="5400000">
            <a:off x="10002267" y="473964"/>
            <a:ext cx="612648" cy="2560320"/>
          </a:xfrm>
          <a:prstGeom prst="homePlate">
            <a:avLst>
              <a:gd name="adj" fmla="val 32482"/>
            </a:avLst>
          </a:prstGeom>
          <a:solidFill>
            <a:srgbClr val="B01C2E"/>
          </a:solidFill>
        </p:spPr>
        <p:txBody>
          <a:bodyPr vert="vert270" anchor="ctr"/>
          <a:lstStyle>
            <a:lvl1pPr marL="0" indent="0" algn="ctr">
              <a:lnSpc>
                <a:spcPts val="1400"/>
              </a:lnSpc>
              <a:spcBef>
                <a:spcPts val="0"/>
              </a:spcBef>
              <a:buNone/>
              <a:defRPr sz="1200" b="1">
                <a:solidFill>
                  <a:schemeClr val="bg1"/>
                </a:solidFill>
              </a:defRPr>
            </a:lvl1pPr>
            <a:lvl2pPr indent="0" algn="ctr">
              <a:spcBef>
                <a:spcPts val="0"/>
              </a:spcBef>
              <a:buNone/>
              <a:defRPr sz="1200" b="1"/>
            </a:lvl2pPr>
            <a:lvl3pPr indent="0" algn="ctr">
              <a:spcBef>
                <a:spcPts val="0"/>
              </a:spcBef>
              <a:buNone/>
              <a:defRPr sz="1200" b="1"/>
            </a:lvl3pPr>
            <a:lvl4pPr indent="0" algn="ctr">
              <a:spcBef>
                <a:spcPts val="0"/>
              </a:spcBef>
              <a:buNone/>
              <a:defRPr sz="1200" b="1"/>
            </a:lvl4pPr>
            <a:lvl5pPr indent="0" algn="ctr">
              <a:spcBef>
                <a:spcPts val="0"/>
              </a:spcBef>
              <a:buNone/>
              <a:defRPr sz="1200" b="1"/>
            </a:lvl5pPr>
          </a:lstStyle>
          <a:p>
            <a:pPr lvl="0"/>
            <a:r>
              <a:rPr lang="en-US"/>
              <a:t>Click to edit Master text styles</a:t>
            </a:r>
          </a:p>
        </p:txBody>
      </p:sp>
      <p:sp>
        <p:nvSpPr>
          <p:cNvPr id="16"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8" name="Text Placeholder 5"/>
          <p:cNvSpPr>
            <a:spLocks noGrp="1"/>
          </p:cNvSpPr>
          <p:nvPr>
            <p:ph type="body" sz="quarter" idx="31"/>
          </p:nvPr>
        </p:nvSpPr>
        <p:spPr>
          <a:xfrm>
            <a:off x="589279" y="2155123"/>
            <a:ext cx="2560320" cy="3959352"/>
          </a:xfrm>
          <a:prstGeom prst="rect">
            <a:avLst/>
          </a:prstGeom>
          <a:solidFill>
            <a:srgbClr val="FFFFFF"/>
          </a:solidFill>
          <a:ln>
            <a:noFill/>
          </a:ln>
        </p:spPr>
        <p:txBody>
          <a:bodyPr lIns="91440"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2000"/>
            </a:lvl5pPr>
            <a:lvl6pPr marL="1143000">
              <a:buClr>
                <a:srgbClr val="B01C2E"/>
              </a:buClr>
              <a:buFont typeface="Arial" pitchFamily="34" charset="0"/>
              <a:buChar char="–"/>
              <a:defRPr/>
            </a:lvl6pPr>
          </a:lstStyle>
          <a:p>
            <a:pPr lvl="0"/>
            <a:r>
              <a:rPr lang="en-US"/>
              <a:t>Click to edit Master text styles</a:t>
            </a:r>
          </a:p>
        </p:txBody>
      </p:sp>
      <p:sp>
        <p:nvSpPr>
          <p:cNvPr id="19" name="Text Placeholder 5"/>
          <p:cNvSpPr>
            <a:spLocks noGrp="1"/>
          </p:cNvSpPr>
          <p:nvPr>
            <p:ph type="body" sz="quarter" idx="32"/>
          </p:nvPr>
        </p:nvSpPr>
        <p:spPr>
          <a:xfrm>
            <a:off x="3403177" y="2155123"/>
            <a:ext cx="2560320" cy="3959352"/>
          </a:xfrm>
          <a:prstGeom prst="rect">
            <a:avLst/>
          </a:prstGeom>
          <a:solidFill>
            <a:srgbClr val="FFFFFF"/>
          </a:solidFill>
          <a:ln>
            <a:noFill/>
          </a:ln>
        </p:spPr>
        <p:txBody>
          <a:bodyPr lIns="91440"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2000"/>
            </a:lvl5pPr>
            <a:lvl6pPr marL="1143000">
              <a:buClr>
                <a:srgbClr val="B01C2E"/>
              </a:buClr>
              <a:buFont typeface="Arial" pitchFamily="34" charset="0"/>
              <a:buChar char="–"/>
              <a:defRPr/>
            </a:lvl6pPr>
          </a:lstStyle>
          <a:p>
            <a:pPr lvl="0"/>
            <a:r>
              <a:rPr lang="en-US"/>
              <a:t>Click to edit Master text styles</a:t>
            </a:r>
          </a:p>
        </p:txBody>
      </p:sp>
      <p:sp>
        <p:nvSpPr>
          <p:cNvPr id="20" name="Text Placeholder 5"/>
          <p:cNvSpPr>
            <a:spLocks noGrp="1"/>
          </p:cNvSpPr>
          <p:nvPr>
            <p:ph type="body" sz="quarter" idx="33"/>
          </p:nvPr>
        </p:nvSpPr>
        <p:spPr>
          <a:xfrm>
            <a:off x="6197600" y="2155123"/>
            <a:ext cx="2560320" cy="3959352"/>
          </a:xfrm>
          <a:prstGeom prst="rect">
            <a:avLst/>
          </a:prstGeom>
          <a:solidFill>
            <a:srgbClr val="FFFFFF"/>
          </a:solidFill>
          <a:ln>
            <a:noFill/>
          </a:ln>
        </p:spPr>
        <p:txBody>
          <a:bodyPr lIns="91440"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2000"/>
            </a:lvl5pPr>
            <a:lvl6pPr marL="1143000">
              <a:buClr>
                <a:srgbClr val="B01C2E"/>
              </a:buClr>
              <a:buFont typeface="Arial" pitchFamily="34" charset="0"/>
              <a:buChar char="–"/>
              <a:defRPr/>
            </a:lvl6pPr>
          </a:lstStyle>
          <a:p>
            <a:pPr lvl="0"/>
            <a:r>
              <a:rPr lang="en-US"/>
              <a:t>Click to edit Master text styles</a:t>
            </a:r>
          </a:p>
        </p:txBody>
      </p:sp>
      <p:sp>
        <p:nvSpPr>
          <p:cNvPr id="25" name="Text Placeholder 5"/>
          <p:cNvSpPr>
            <a:spLocks noGrp="1"/>
          </p:cNvSpPr>
          <p:nvPr>
            <p:ph type="body" sz="quarter" idx="34"/>
          </p:nvPr>
        </p:nvSpPr>
        <p:spPr>
          <a:xfrm>
            <a:off x="9028431" y="2155123"/>
            <a:ext cx="2560320" cy="3959352"/>
          </a:xfrm>
          <a:prstGeom prst="rect">
            <a:avLst/>
          </a:prstGeom>
          <a:solidFill>
            <a:srgbClr val="FFFFFF"/>
          </a:solidFill>
          <a:ln>
            <a:noFill/>
          </a:ln>
        </p:spPr>
        <p:txBody>
          <a:bodyPr lIns="91440"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2000"/>
            </a:lvl5pPr>
            <a:lvl6pPr marL="1143000">
              <a:buClr>
                <a:srgbClr val="B01C2E"/>
              </a:buClr>
              <a:buFont typeface="Arial" pitchFamily="34" charset="0"/>
              <a:buChar char="–"/>
              <a:defRPr/>
            </a:lvl6pPr>
          </a:lstStyle>
          <a:p>
            <a:pPr lvl="0"/>
            <a:r>
              <a:rPr lang="en-US"/>
              <a:t>Click to edit Master text styles</a:t>
            </a:r>
          </a:p>
        </p:txBody>
      </p:sp>
      <p:sp>
        <p:nvSpPr>
          <p:cNvPr id="15" name="Slide Number Placeholder 9"/>
          <p:cNvSpPr>
            <a:spLocks noGrp="1"/>
          </p:cNvSpPr>
          <p:nvPr>
            <p:ph type="sldNum" sz="quarter" idx="35"/>
          </p:nvPr>
        </p:nvSpPr>
        <p:spPr/>
        <p:txBody>
          <a:bodyPr/>
          <a:lstStyle>
            <a:lvl1pPr>
              <a:defRPr/>
            </a:lvl1pPr>
          </a:lstStyle>
          <a:p>
            <a:fld id="{6D75ED15-758A-614E-A17B-56CD5E692F69}" type="slidenum">
              <a:rPr lang="en-US" altLang="en-US"/>
              <a:pPr/>
              <a:t>‹#›</a:t>
            </a:fld>
            <a:endParaRPr lang="en-US" altLang="en-US"/>
          </a:p>
        </p:txBody>
      </p:sp>
      <p:sp>
        <p:nvSpPr>
          <p:cNvPr id="21" name="Footer Placeholder 20"/>
          <p:cNvSpPr>
            <a:spLocks noGrp="1"/>
          </p:cNvSpPr>
          <p:nvPr>
            <p:ph type="ftr" sz="quarter" idx="36"/>
          </p:nvPr>
        </p:nvSpPr>
        <p:spPr/>
        <p:txBody>
          <a:bodyPr/>
          <a:lstStyle>
            <a:lvl1pPr>
              <a:defRPr smtClean="0"/>
            </a:lvl1pPr>
          </a:lstStyle>
          <a:p>
            <a:pPr>
              <a:defRPr/>
            </a:pPr>
            <a:r>
              <a:rPr lang="en-US"/>
              <a:t>Redemptions</a:t>
            </a:r>
          </a:p>
        </p:txBody>
      </p:sp>
    </p:spTree>
    <p:extLst>
      <p:ext uri="{BB962C8B-B14F-4D97-AF65-F5344CB8AC3E}">
        <p14:creationId xmlns:p14="http://schemas.microsoft.com/office/powerpoint/2010/main" val="252526702"/>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Project">
    <p:spTree>
      <p:nvGrpSpPr>
        <p:cNvPr id="1" name=""/>
        <p:cNvGrpSpPr/>
        <p:nvPr/>
      </p:nvGrpSpPr>
      <p:grpSpPr>
        <a:xfrm>
          <a:off x="0" y="0"/>
          <a:ext cx="0" cy="0"/>
          <a:chOff x="0" y="0"/>
          <a:chExt cx="0" cy="0"/>
        </a:xfrm>
      </p:grpSpPr>
      <p:sp>
        <p:nvSpPr>
          <p:cNvPr id="20" name="Text Placeholder 12"/>
          <p:cNvSpPr>
            <a:spLocks noGrp="1"/>
          </p:cNvSpPr>
          <p:nvPr>
            <p:ph type="body" sz="quarter" idx="12"/>
          </p:nvPr>
        </p:nvSpPr>
        <p:spPr>
          <a:xfrm>
            <a:off x="451104" y="1450181"/>
            <a:ext cx="3462528" cy="457200"/>
          </a:xfrm>
          <a:prstGeom prst="homePlate">
            <a:avLst>
              <a:gd name="adj" fmla="val 33316"/>
            </a:avLst>
          </a:prstGeom>
          <a:solidFill>
            <a:srgbClr val="B01C2E"/>
          </a:solidFill>
          <a:ln w="6350">
            <a:solidFill>
              <a:srgbClr val="A9A9A9"/>
            </a:solidFill>
          </a:ln>
        </p:spPr>
        <p:txBody>
          <a:bodyPr lIns="137160" tIns="137160" rIns="274320" bIns="137160" anchor="ctr"/>
          <a:lstStyle>
            <a:lvl1pPr marL="0" indent="0" algn="l">
              <a:buNone/>
              <a:defRPr sz="1200" b="1">
                <a:solidFill>
                  <a:schemeClr val="bg1"/>
                </a:solidFill>
              </a:defRPr>
            </a:lvl1pPr>
            <a:lvl2pPr marL="341313" indent="-169863">
              <a:defRPr sz="1200"/>
            </a:lvl2pPr>
            <a:lvl3pPr marL="512763" indent="-171450">
              <a:defRPr sz="1200"/>
            </a:lvl3pPr>
            <a:lvl4pPr marL="682625" indent="-169863">
              <a:defRPr sz="1200"/>
            </a:lvl4pPr>
            <a:lvl5pPr marL="854075" indent="-171450">
              <a:defRPr sz="1200"/>
            </a:lvl5pPr>
          </a:lstStyle>
          <a:p>
            <a:pPr lvl="0"/>
            <a:r>
              <a:rPr lang="en-US"/>
              <a:t>Click to edit Master text styles</a:t>
            </a:r>
          </a:p>
        </p:txBody>
      </p:sp>
      <p:sp>
        <p:nvSpPr>
          <p:cNvPr id="11" name="Text Placeholder 13"/>
          <p:cNvSpPr>
            <a:spLocks noGrp="1"/>
          </p:cNvSpPr>
          <p:nvPr>
            <p:ph type="body" sz="quarter" idx="17"/>
          </p:nvPr>
        </p:nvSpPr>
        <p:spPr>
          <a:xfrm>
            <a:off x="4364739" y="1447805"/>
            <a:ext cx="3534833" cy="461963"/>
          </a:xfrm>
          <a:prstGeom prst="chevron">
            <a:avLst>
              <a:gd name="adj" fmla="val 34831"/>
            </a:avLst>
          </a:prstGeom>
          <a:solidFill>
            <a:srgbClr val="B01C2E"/>
          </a:solidFill>
        </p:spPr>
        <p:txBody>
          <a:bodyPr anchor="ctr"/>
          <a:lstStyle>
            <a:lvl1pPr>
              <a:buNone/>
              <a:defRPr sz="1200" b="1">
                <a:solidFill>
                  <a:srgbClr val="FFFFFF"/>
                </a:solidFill>
              </a:defRPr>
            </a:lvl1pPr>
          </a:lstStyle>
          <a:p>
            <a:pPr lvl="0"/>
            <a:r>
              <a:rPr lang="en-US"/>
              <a:t>Click to edit Master text styles</a:t>
            </a:r>
          </a:p>
        </p:txBody>
      </p:sp>
      <p:sp>
        <p:nvSpPr>
          <p:cNvPr id="12" name="Text Placeholder 13"/>
          <p:cNvSpPr>
            <a:spLocks noGrp="1"/>
          </p:cNvSpPr>
          <p:nvPr>
            <p:ph type="body" sz="quarter" idx="29"/>
          </p:nvPr>
        </p:nvSpPr>
        <p:spPr>
          <a:xfrm>
            <a:off x="8278372" y="1447805"/>
            <a:ext cx="3534833" cy="461963"/>
          </a:xfrm>
          <a:prstGeom prst="chevron">
            <a:avLst>
              <a:gd name="adj" fmla="val 34831"/>
            </a:avLst>
          </a:prstGeom>
          <a:solidFill>
            <a:srgbClr val="B01C2E"/>
          </a:solidFill>
        </p:spPr>
        <p:txBody>
          <a:bodyPr anchor="ctr"/>
          <a:lstStyle>
            <a:lvl1pPr>
              <a:buNone/>
              <a:defRPr sz="1200" b="1">
                <a:solidFill>
                  <a:srgbClr val="FFFFFF"/>
                </a:solidFill>
              </a:defRPr>
            </a:lvl1pPr>
          </a:lstStyle>
          <a:p>
            <a:pPr lvl="0"/>
            <a:r>
              <a:rPr lang="en-US"/>
              <a:t>Click to edit Master text styles</a:t>
            </a:r>
          </a:p>
        </p:txBody>
      </p:sp>
      <p:sp>
        <p:nvSpPr>
          <p:cNvPr id="13"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7" name="Text Placeholder 5"/>
          <p:cNvSpPr>
            <a:spLocks noGrp="1"/>
          </p:cNvSpPr>
          <p:nvPr>
            <p:ph type="body" sz="quarter" idx="31"/>
          </p:nvPr>
        </p:nvSpPr>
        <p:spPr>
          <a:xfrm>
            <a:off x="4364736" y="2057400"/>
            <a:ext cx="3364992" cy="3108960"/>
          </a:xfrm>
          <a:prstGeom prst="rect">
            <a:avLst/>
          </a:prstGeom>
          <a:solidFill>
            <a:srgbClr val="FFFFFF"/>
          </a:solidFill>
          <a:ln>
            <a:solidFill>
              <a:srgbClr val="C0C0C0"/>
            </a:solidFill>
          </a:ln>
        </p:spPr>
        <p:txBody>
          <a:bodyPr lIns="91440"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2000"/>
            </a:lvl5pPr>
            <a:lvl6pPr marL="1143000">
              <a:buClr>
                <a:srgbClr val="B01C2E"/>
              </a:buClr>
              <a:buFont typeface="Arial" pitchFamily="34" charset="0"/>
              <a:buChar char="–"/>
              <a:defRPr/>
            </a:lvl6pPr>
          </a:lstStyle>
          <a:p>
            <a:pPr lvl="0"/>
            <a:r>
              <a:rPr lang="en-US"/>
              <a:t>Click to edit Master text styles</a:t>
            </a:r>
          </a:p>
        </p:txBody>
      </p:sp>
      <p:sp>
        <p:nvSpPr>
          <p:cNvPr id="18" name="Text Placeholder 5"/>
          <p:cNvSpPr>
            <a:spLocks noGrp="1"/>
          </p:cNvSpPr>
          <p:nvPr>
            <p:ph type="body" sz="quarter" idx="32"/>
          </p:nvPr>
        </p:nvSpPr>
        <p:spPr>
          <a:xfrm>
            <a:off x="8278368" y="2057400"/>
            <a:ext cx="3364992" cy="3108960"/>
          </a:xfrm>
          <a:prstGeom prst="rect">
            <a:avLst/>
          </a:prstGeom>
          <a:solidFill>
            <a:srgbClr val="FFFFFF"/>
          </a:solidFill>
          <a:ln>
            <a:solidFill>
              <a:srgbClr val="C0C0C0"/>
            </a:solidFill>
          </a:ln>
        </p:spPr>
        <p:txBody>
          <a:bodyPr lIns="91440"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2000"/>
            </a:lvl5pPr>
            <a:lvl6pPr marL="1143000">
              <a:buClr>
                <a:srgbClr val="B01C2E"/>
              </a:buClr>
              <a:buFont typeface="Arial" pitchFamily="34" charset="0"/>
              <a:buChar char="–"/>
              <a:defRPr/>
            </a:lvl6pPr>
          </a:lstStyle>
          <a:p>
            <a:pPr lvl="0"/>
            <a:r>
              <a:rPr lang="en-US"/>
              <a:t>Click to edit Master text styles</a:t>
            </a:r>
          </a:p>
        </p:txBody>
      </p:sp>
      <p:sp>
        <p:nvSpPr>
          <p:cNvPr id="19" name="Text Placeholder 5"/>
          <p:cNvSpPr>
            <a:spLocks noGrp="1"/>
          </p:cNvSpPr>
          <p:nvPr>
            <p:ph type="body" sz="quarter" idx="33"/>
          </p:nvPr>
        </p:nvSpPr>
        <p:spPr>
          <a:xfrm>
            <a:off x="451104" y="2057402"/>
            <a:ext cx="3364992" cy="276999"/>
          </a:xfrm>
          <a:prstGeom prst="rect">
            <a:avLst/>
          </a:prstGeom>
          <a:solidFill>
            <a:srgbClr val="FFFFFF"/>
          </a:solidFill>
          <a:ln>
            <a:solidFill>
              <a:srgbClr val="C0C0C0"/>
            </a:solidFill>
          </a:ln>
        </p:spPr>
        <p:txBody>
          <a:bodyPr lIns="91440" anchor="t" anchorCtr="0">
            <a:spAutoFit/>
          </a:bodyPr>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2000"/>
            </a:lvl5pPr>
            <a:lvl6pPr marL="1143000">
              <a:buClr>
                <a:srgbClr val="B01C2E"/>
              </a:buClr>
              <a:buFont typeface="Arial" pitchFamily="34" charset="0"/>
              <a:buChar char="–"/>
              <a:defRPr/>
            </a:lvl6pPr>
          </a:lstStyle>
          <a:p>
            <a:pPr lvl="0"/>
            <a:r>
              <a:rPr lang="en-US"/>
              <a:t>Click to edit Master text styles</a:t>
            </a:r>
          </a:p>
        </p:txBody>
      </p:sp>
      <p:sp>
        <p:nvSpPr>
          <p:cNvPr id="9" name="Slide Number Placeholder 9"/>
          <p:cNvSpPr>
            <a:spLocks noGrp="1"/>
          </p:cNvSpPr>
          <p:nvPr>
            <p:ph type="sldNum" sz="quarter" idx="34"/>
          </p:nvPr>
        </p:nvSpPr>
        <p:spPr/>
        <p:txBody>
          <a:bodyPr/>
          <a:lstStyle>
            <a:lvl1pPr>
              <a:defRPr/>
            </a:lvl1pPr>
          </a:lstStyle>
          <a:p>
            <a:fld id="{8A4AF9FF-8501-8442-BA34-6C86C862CF8D}" type="slidenum">
              <a:rPr lang="en-US" altLang="en-US"/>
              <a:pPr/>
              <a:t>‹#›</a:t>
            </a:fld>
            <a:endParaRPr lang="en-US" altLang="en-US"/>
          </a:p>
        </p:txBody>
      </p:sp>
      <p:sp>
        <p:nvSpPr>
          <p:cNvPr id="10" name="Footer Placeholder 12"/>
          <p:cNvSpPr>
            <a:spLocks noGrp="1"/>
          </p:cNvSpPr>
          <p:nvPr>
            <p:ph type="ftr" sz="quarter" idx="35"/>
          </p:nvPr>
        </p:nvSpPr>
        <p:spPr/>
        <p:txBody>
          <a:bodyPr/>
          <a:lstStyle>
            <a:lvl1pPr>
              <a:defRPr/>
            </a:lvl1pPr>
          </a:lstStyle>
          <a:p>
            <a:pPr>
              <a:defRPr/>
            </a:pPr>
            <a:r>
              <a:rPr lang="en-US"/>
              <a:t>Redemptions</a:t>
            </a:r>
          </a:p>
        </p:txBody>
      </p:sp>
    </p:spTree>
    <p:extLst>
      <p:ext uri="{BB962C8B-B14F-4D97-AF65-F5344CB8AC3E}">
        <p14:creationId xmlns:p14="http://schemas.microsoft.com/office/powerpoint/2010/main" val="1778478257"/>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Target">
    <p:spTree>
      <p:nvGrpSpPr>
        <p:cNvPr id="1" name=""/>
        <p:cNvGrpSpPr/>
        <p:nvPr/>
      </p:nvGrpSpPr>
      <p:grpSpPr>
        <a:xfrm>
          <a:off x="0" y="0"/>
          <a:ext cx="0" cy="0"/>
          <a:chOff x="0" y="0"/>
          <a:chExt cx="0" cy="0"/>
        </a:xfrm>
      </p:grpSpPr>
      <p:sp>
        <p:nvSpPr>
          <p:cNvPr id="17" name="Text Placeholder 8"/>
          <p:cNvSpPr>
            <a:spLocks noGrp="1"/>
          </p:cNvSpPr>
          <p:nvPr>
            <p:ph type="body" sz="quarter" idx="29"/>
          </p:nvPr>
        </p:nvSpPr>
        <p:spPr>
          <a:xfrm>
            <a:off x="9505696" y="1493520"/>
            <a:ext cx="1975104" cy="4754880"/>
          </a:xfrm>
          <a:prstGeom prst="rect">
            <a:avLst/>
          </a:prstGeom>
          <a:ln>
            <a:solidFill>
              <a:srgbClr val="C0C0C0"/>
            </a:solidFill>
          </a:ln>
        </p:spPr>
        <p:txBody>
          <a:bodyPr lIns="45720" anchor="t"/>
          <a:lstStyle>
            <a:lvl1pPr marL="164592" indent="-164592" algn="l">
              <a:lnSpc>
                <a:spcPts val="1400"/>
              </a:lnSpc>
              <a:spcBef>
                <a:spcPts val="0"/>
              </a:spcBef>
              <a:buClr>
                <a:schemeClr val="accent1"/>
              </a:buClr>
              <a:buFont typeface="Wingdings" pitchFamily="2" charset="2"/>
              <a:buChar char="§"/>
              <a:defRPr sz="1200" b="0">
                <a:solidFill>
                  <a:srgbClr val="000000"/>
                </a:solidFill>
              </a:defRPr>
            </a:lvl1pPr>
            <a:lvl2pPr marL="164592" indent="0" algn="l">
              <a:spcBef>
                <a:spcPts val="700"/>
              </a:spcBef>
              <a:buNone/>
              <a:defRPr sz="1200" b="0"/>
            </a:lvl2pPr>
            <a:lvl3pPr indent="0" algn="ctr">
              <a:spcBef>
                <a:spcPts val="0"/>
              </a:spcBef>
              <a:buNone/>
              <a:defRPr sz="1200" b="1"/>
            </a:lvl3pPr>
            <a:lvl4pPr indent="0" algn="ctr">
              <a:spcBef>
                <a:spcPts val="0"/>
              </a:spcBef>
              <a:buNone/>
              <a:defRPr sz="1200" b="1"/>
            </a:lvl4pPr>
            <a:lvl5pPr indent="0" algn="ctr">
              <a:spcBef>
                <a:spcPts val="0"/>
              </a:spcBef>
              <a:buNone/>
              <a:defRPr sz="1200" b="1"/>
            </a:lvl5pPr>
          </a:lstStyle>
          <a:p>
            <a:pPr lvl="0"/>
            <a:r>
              <a:rPr lang="en-US"/>
              <a:t>Click to edit Master text styles</a:t>
            </a:r>
          </a:p>
        </p:txBody>
      </p:sp>
      <p:sp>
        <p:nvSpPr>
          <p:cNvPr id="22" name="Text Placeholder 5"/>
          <p:cNvSpPr>
            <a:spLocks noGrp="1"/>
          </p:cNvSpPr>
          <p:nvPr>
            <p:ph type="body" sz="quarter" idx="21"/>
          </p:nvPr>
        </p:nvSpPr>
        <p:spPr>
          <a:xfrm>
            <a:off x="609600" y="1600200"/>
            <a:ext cx="2133600" cy="1280160"/>
          </a:xfrm>
          <a:prstGeom prst="rect">
            <a:avLst/>
          </a:prstGeom>
          <a:solidFill>
            <a:srgbClr val="B01C2E"/>
          </a:solidFill>
          <a:ln>
            <a:solidFill>
              <a:srgbClr val="C0C0C0"/>
            </a:solidFill>
          </a:ln>
        </p:spPr>
        <p:txBody>
          <a:bodyPr anchor="ctr"/>
          <a:lstStyle>
            <a:lvl1pPr marL="118872" marR="0" indent="-118872" algn="l" defTabSz="914400" rtl="0" eaLnBrk="1" fontAlgn="auto" latinLnBrk="0" hangingPunct="1">
              <a:lnSpc>
                <a:spcPct val="100000"/>
              </a:lnSpc>
              <a:spcBef>
                <a:spcPct val="20000"/>
              </a:spcBef>
              <a:spcAft>
                <a:spcPts val="0"/>
              </a:spcAft>
              <a:buClr>
                <a:srgbClr val="C0C0C0"/>
              </a:buClr>
              <a:buSzTx/>
              <a:buFont typeface="Wingdings 2" pitchFamily="18" charset="2"/>
              <a:buChar char="¡"/>
              <a:tabLst/>
              <a:defRPr sz="1200" b="1" baseline="0">
                <a:solidFill>
                  <a:srgbClr val="FFFFFF"/>
                </a:solidFill>
              </a:defRPr>
            </a:lvl1pPr>
            <a:lvl2pPr marL="117475" indent="0">
              <a:buFontTx/>
              <a:buNone/>
              <a:defRPr sz="1000"/>
            </a:lvl2pPr>
          </a:lstStyle>
          <a:p>
            <a:pPr lvl="0"/>
            <a:r>
              <a:rPr lang="en-US"/>
              <a:t>Click to edit Master text styles</a:t>
            </a:r>
          </a:p>
        </p:txBody>
      </p:sp>
      <p:sp>
        <p:nvSpPr>
          <p:cNvPr id="24" name="Text Placeholder 5"/>
          <p:cNvSpPr>
            <a:spLocks noGrp="1"/>
          </p:cNvSpPr>
          <p:nvPr>
            <p:ph type="body" sz="quarter" idx="23"/>
          </p:nvPr>
        </p:nvSpPr>
        <p:spPr>
          <a:xfrm>
            <a:off x="609600" y="4876800"/>
            <a:ext cx="2133600" cy="1280160"/>
          </a:xfrm>
          <a:prstGeom prst="rect">
            <a:avLst/>
          </a:prstGeom>
          <a:solidFill>
            <a:srgbClr val="B01C2E"/>
          </a:solidFill>
          <a:ln>
            <a:solidFill>
              <a:srgbClr val="C0C0C0"/>
            </a:solidFill>
          </a:ln>
        </p:spPr>
        <p:txBody>
          <a:bodyPr anchor="ctr"/>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lang="en-US" sz="1200" b="1" kern="1200" baseline="0" dirty="0" smtClean="0">
                <a:solidFill>
                  <a:srgbClr val="FFFFFF"/>
                </a:solidFill>
                <a:latin typeface="+mn-lt"/>
                <a:ea typeface="+mn-ea"/>
                <a:cs typeface="+mn-cs"/>
              </a:defRPr>
            </a:lvl1pPr>
            <a:lvl2pPr marL="117475" indent="0">
              <a:buFontTx/>
              <a:buNone/>
              <a:defRPr sz="1000"/>
            </a:lvl2pPr>
          </a:lstStyle>
          <a:p>
            <a:pPr lvl="0"/>
            <a:r>
              <a:rPr lang="en-US"/>
              <a:t>Click to edit Master text styles</a:t>
            </a:r>
          </a:p>
        </p:txBody>
      </p:sp>
      <p:sp>
        <p:nvSpPr>
          <p:cNvPr id="25" name="Text Placeholder 5"/>
          <p:cNvSpPr>
            <a:spLocks noGrp="1"/>
          </p:cNvSpPr>
          <p:nvPr>
            <p:ph type="body" sz="quarter" idx="24"/>
          </p:nvPr>
        </p:nvSpPr>
        <p:spPr>
          <a:xfrm>
            <a:off x="609600" y="3238500"/>
            <a:ext cx="2133600" cy="1280160"/>
          </a:xfrm>
          <a:prstGeom prst="rect">
            <a:avLst/>
          </a:prstGeom>
          <a:solidFill>
            <a:srgbClr val="B01C2E"/>
          </a:solidFill>
          <a:ln>
            <a:solidFill>
              <a:srgbClr val="C0C0C0"/>
            </a:solidFill>
          </a:ln>
        </p:spPr>
        <p:txBody>
          <a:bodyPr anchor="ctr"/>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lang="en-US" sz="1200" b="1" kern="1200" baseline="0" dirty="0" smtClean="0">
                <a:solidFill>
                  <a:srgbClr val="FFFFFF"/>
                </a:solidFill>
                <a:latin typeface="+mn-lt"/>
                <a:ea typeface="+mn-ea"/>
                <a:cs typeface="+mn-cs"/>
              </a:defRPr>
            </a:lvl1pPr>
            <a:lvl2pPr marL="117475" indent="0">
              <a:buFontTx/>
              <a:buNone/>
              <a:defRPr sz="1000"/>
            </a:lvl2pPr>
          </a:lstStyle>
          <a:p>
            <a:pPr lvl="0"/>
            <a:r>
              <a:rPr lang="en-US"/>
              <a:t>Click to edit Master text styles</a:t>
            </a:r>
          </a:p>
        </p:txBody>
      </p:sp>
      <p:sp>
        <p:nvSpPr>
          <p:cNvPr id="12" name="Text Placeholder 5"/>
          <p:cNvSpPr>
            <a:spLocks noGrp="1"/>
          </p:cNvSpPr>
          <p:nvPr>
            <p:ph type="body" sz="quarter" idx="30"/>
          </p:nvPr>
        </p:nvSpPr>
        <p:spPr>
          <a:xfrm>
            <a:off x="2922016" y="1600200"/>
            <a:ext cx="6486144" cy="1280160"/>
          </a:xfrm>
          <a:prstGeom prst="homePlate">
            <a:avLst>
              <a:gd name="adj" fmla="val 25111"/>
            </a:avLst>
          </a:prstGeom>
          <a:solidFill>
            <a:srgbClr val="FFFFFF"/>
          </a:solidFill>
          <a:ln>
            <a:solidFill>
              <a:srgbClr val="C0C0C0"/>
            </a:solidFill>
          </a:ln>
        </p:spPr>
        <p:txBody>
          <a:bodyPr rIns="45720" anchor="ctr"/>
          <a:lstStyle>
            <a:lvl1pPr marL="164592" marR="0" indent="-16459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64592">
              <a:buClr>
                <a:srgbClr val="B01C2E"/>
              </a:buClr>
              <a:buFont typeface="Arial" pitchFamily="34" charset="0"/>
              <a:buChar char="‒"/>
              <a:defRPr sz="1200" baseline="0"/>
            </a:lvl3pPr>
            <a:lvl4pPr marL="603504" indent="-164592">
              <a:buClr>
                <a:srgbClr val="B01C2E"/>
              </a:buClr>
              <a:buFont typeface="Arial" pitchFamily="34" charset="0"/>
              <a:buChar char="–"/>
              <a:defRPr sz="1200"/>
            </a:lvl4pPr>
            <a:lvl5pPr marL="768096" indent="-164592">
              <a:buClr>
                <a:srgbClr val="B01C2E"/>
              </a:buClr>
              <a:buFont typeface="Arial" pitchFamily="34" charset="0"/>
              <a:buChar char="–"/>
              <a:defRPr sz="1200"/>
            </a:lvl5pPr>
            <a:lvl6pPr marL="914400" indent="-164592">
              <a:buClr>
                <a:srgbClr val="B01C2E"/>
              </a:buClr>
              <a:buFont typeface="Arial" pitchFamily="34" charset="0"/>
              <a:buChar char="–"/>
              <a:defRPr sz="1200"/>
            </a:lvl6pPr>
          </a:lstStyle>
          <a:p>
            <a:pPr lvl="0"/>
            <a:r>
              <a:rPr lang="en-US"/>
              <a:t>Click to edit Master text styles</a:t>
            </a:r>
          </a:p>
          <a:p>
            <a:pPr lvl="1"/>
            <a:r>
              <a:rPr lang="en-US"/>
              <a:t>Second level</a:t>
            </a:r>
          </a:p>
          <a:p>
            <a:pPr lvl="2"/>
            <a:r>
              <a:rPr lang="en-US"/>
              <a:t>Third level</a:t>
            </a:r>
          </a:p>
        </p:txBody>
      </p:sp>
      <p:sp>
        <p:nvSpPr>
          <p:cNvPr id="11"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5" name="Text Placeholder 5"/>
          <p:cNvSpPr>
            <a:spLocks noGrp="1"/>
          </p:cNvSpPr>
          <p:nvPr>
            <p:ph type="body" sz="quarter" idx="31"/>
          </p:nvPr>
        </p:nvSpPr>
        <p:spPr>
          <a:xfrm>
            <a:off x="2922016" y="3238500"/>
            <a:ext cx="6486144" cy="1280160"/>
          </a:xfrm>
          <a:prstGeom prst="homePlate">
            <a:avLst>
              <a:gd name="adj" fmla="val 25111"/>
            </a:avLst>
          </a:prstGeom>
          <a:solidFill>
            <a:srgbClr val="FFFFFF"/>
          </a:solidFill>
          <a:ln>
            <a:solidFill>
              <a:srgbClr val="C0C0C0"/>
            </a:solidFill>
          </a:ln>
        </p:spPr>
        <p:txBody>
          <a:bodyPr rIns="45720" anchor="ctr"/>
          <a:lstStyle>
            <a:lvl1pPr marL="164592" marR="0" indent="-16459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64592">
              <a:buClr>
                <a:srgbClr val="B01C2E"/>
              </a:buClr>
              <a:buFont typeface="Arial" pitchFamily="34" charset="0"/>
              <a:buChar char="‒"/>
              <a:defRPr sz="1200" baseline="0"/>
            </a:lvl3pPr>
            <a:lvl4pPr marL="603504" indent="-164592">
              <a:buClr>
                <a:srgbClr val="B01C2E"/>
              </a:buClr>
              <a:buFont typeface="Arial" pitchFamily="34" charset="0"/>
              <a:buChar char="–"/>
              <a:defRPr sz="1200"/>
            </a:lvl4pPr>
            <a:lvl5pPr marL="768096" indent="-164592">
              <a:buClr>
                <a:srgbClr val="B01C2E"/>
              </a:buClr>
              <a:buFont typeface="Arial" pitchFamily="34" charset="0"/>
              <a:buChar char="–"/>
              <a:defRPr sz="1200"/>
            </a:lvl5pPr>
            <a:lvl6pPr marL="914400" indent="-164592">
              <a:buClr>
                <a:srgbClr val="B01C2E"/>
              </a:buClr>
              <a:buFont typeface="Arial" pitchFamily="34" charset="0"/>
              <a:buChar char="–"/>
              <a:defRPr sz="1200"/>
            </a:lvl6pPr>
          </a:lstStyle>
          <a:p>
            <a:pPr lvl="0"/>
            <a:r>
              <a:rPr lang="en-US"/>
              <a:t>Click to edit Master text styles</a:t>
            </a:r>
          </a:p>
          <a:p>
            <a:pPr lvl="1"/>
            <a:r>
              <a:rPr lang="en-US"/>
              <a:t>Second level</a:t>
            </a:r>
          </a:p>
          <a:p>
            <a:pPr lvl="2"/>
            <a:r>
              <a:rPr lang="en-US"/>
              <a:t>Third level</a:t>
            </a:r>
          </a:p>
        </p:txBody>
      </p:sp>
      <p:sp>
        <p:nvSpPr>
          <p:cNvPr id="16" name="Text Placeholder 5"/>
          <p:cNvSpPr>
            <a:spLocks noGrp="1"/>
          </p:cNvSpPr>
          <p:nvPr>
            <p:ph type="body" sz="quarter" idx="32"/>
          </p:nvPr>
        </p:nvSpPr>
        <p:spPr>
          <a:xfrm>
            <a:off x="2922016" y="4876800"/>
            <a:ext cx="6486144" cy="1280160"/>
          </a:xfrm>
          <a:prstGeom prst="homePlate">
            <a:avLst>
              <a:gd name="adj" fmla="val 25111"/>
            </a:avLst>
          </a:prstGeom>
          <a:solidFill>
            <a:srgbClr val="FFFFFF"/>
          </a:solidFill>
          <a:ln>
            <a:solidFill>
              <a:srgbClr val="C0C0C0"/>
            </a:solidFill>
          </a:ln>
        </p:spPr>
        <p:txBody>
          <a:bodyPr rIns="45720" anchor="ctr"/>
          <a:lstStyle>
            <a:lvl1pPr marL="164592" marR="0" indent="-16459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64592">
              <a:buClr>
                <a:srgbClr val="B01C2E"/>
              </a:buClr>
              <a:buFont typeface="Arial" pitchFamily="34" charset="0"/>
              <a:buChar char="‒"/>
              <a:defRPr sz="1200" baseline="0"/>
            </a:lvl3pPr>
            <a:lvl4pPr marL="603504" indent="-164592">
              <a:buClr>
                <a:srgbClr val="B01C2E"/>
              </a:buClr>
              <a:buFont typeface="Arial" pitchFamily="34" charset="0"/>
              <a:buChar char="–"/>
              <a:defRPr sz="1200"/>
            </a:lvl4pPr>
            <a:lvl5pPr marL="768096" indent="-164592">
              <a:buClr>
                <a:srgbClr val="B01C2E"/>
              </a:buClr>
              <a:buFont typeface="Arial" pitchFamily="34" charset="0"/>
              <a:buChar char="–"/>
              <a:defRPr sz="1200"/>
            </a:lvl5pPr>
            <a:lvl6pPr marL="914400" indent="-164592">
              <a:buClr>
                <a:srgbClr val="B01C2E"/>
              </a:buClr>
              <a:buFont typeface="Arial" pitchFamily="34" charset="0"/>
              <a:buChar char="–"/>
              <a:defRPr sz="1200"/>
            </a:lvl6pPr>
          </a:lstStyle>
          <a:p>
            <a:pPr lvl="0"/>
            <a:r>
              <a:rPr lang="en-US"/>
              <a:t>Click to edit Master text styles</a:t>
            </a:r>
          </a:p>
          <a:p>
            <a:pPr lvl="1"/>
            <a:r>
              <a:rPr lang="en-US"/>
              <a:t>Second level</a:t>
            </a:r>
          </a:p>
          <a:p>
            <a:pPr lvl="2"/>
            <a:r>
              <a:rPr lang="en-US"/>
              <a:t>Third level</a:t>
            </a:r>
          </a:p>
        </p:txBody>
      </p:sp>
      <p:sp>
        <p:nvSpPr>
          <p:cNvPr id="10" name="Slide Number Placeholder 9"/>
          <p:cNvSpPr>
            <a:spLocks noGrp="1"/>
          </p:cNvSpPr>
          <p:nvPr>
            <p:ph type="sldNum" sz="quarter" idx="33"/>
          </p:nvPr>
        </p:nvSpPr>
        <p:spPr/>
        <p:txBody>
          <a:bodyPr/>
          <a:lstStyle>
            <a:lvl1pPr>
              <a:defRPr/>
            </a:lvl1pPr>
          </a:lstStyle>
          <a:p>
            <a:fld id="{00398512-78EB-D84B-88E3-8EFD360D49EF}" type="slidenum">
              <a:rPr lang="en-US" altLang="en-US"/>
              <a:pPr/>
              <a:t>‹#›</a:t>
            </a:fld>
            <a:endParaRPr lang="en-US" altLang="en-US"/>
          </a:p>
        </p:txBody>
      </p:sp>
      <p:sp>
        <p:nvSpPr>
          <p:cNvPr id="13" name="Footer Placeholder 12"/>
          <p:cNvSpPr>
            <a:spLocks noGrp="1"/>
          </p:cNvSpPr>
          <p:nvPr>
            <p:ph type="ftr" sz="quarter" idx="34"/>
          </p:nvPr>
        </p:nvSpPr>
        <p:spPr/>
        <p:txBody>
          <a:bodyPr/>
          <a:lstStyle>
            <a:lvl1pPr>
              <a:defRPr/>
            </a:lvl1pPr>
          </a:lstStyle>
          <a:p>
            <a:pPr>
              <a:defRPr/>
            </a:pPr>
            <a:r>
              <a:rPr lang="en-US"/>
              <a:t>Redemptions</a:t>
            </a:r>
          </a:p>
        </p:txBody>
      </p:sp>
    </p:spTree>
    <p:extLst>
      <p:ext uri="{BB962C8B-B14F-4D97-AF65-F5344CB8AC3E}">
        <p14:creationId xmlns:p14="http://schemas.microsoft.com/office/powerpoint/2010/main" val="400491881"/>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Text blocks - Two palettes moving forward">
    <p:spTree>
      <p:nvGrpSpPr>
        <p:cNvPr id="1" name=""/>
        <p:cNvGrpSpPr/>
        <p:nvPr/>
      </p:nvGrpSpPr>
      <p:grpSpPr>
        <a:xfrm>
          <a:off x="0" y="0"/>
          <a:ext cx="0" cy="0"/>
          <a:chOff x="0" y="0"/>
          <a:chExt cx="0" cy="0"/>
        </a:xfrm>
      </p:grpSpPr>
      <p:sp>
        <p:nvSpPr>
          <p:cNvPr id="7" name="AutoShape 3"/>
          <p:cNvSpPr>
            <a:spLocks noChangeArrowheads="1"/>
          </p:cNvSpPr>
          <p:nvPr userDrawn="1"/>
        </p:nvSpPr>
        <p:spPr bwMode="auto">
          <a:xfrm>
            <a:off x="912284" y="2635250"/>
            <a:ext cx="10369549" cy="1587500"/>
          </a:xfrm>
          <a:prstGeom prst="homePlate">
            <a:avLst>
              <a:gd name="adj" fmla="val 32592"/>
            </a:avLst>
          </a:prstGeom>
          <a:gradFill rotWithShape="1">
            <a:gsLst>
              <a:gs pos="0">
                <a:srgbClr val="9E9E9E"/>
              </a:gs>
              <a:gs pos="50000">
                <a:srgbClr val="C4C4C4"/>
              </a:gs>
              <a:gs pos="100000">
                <a:srgbClr val="E3E3E3"/>
              </a:gs>
            </a:gsLst>
            <a:lin ang="10800000" scaled="1"/>
          </a:gradFill>
          <a:ln>
            <a:noFill/>
          </a:ln>
          <a:extLst>
            <a:ext uri="{91240B29-F687-4F45-9708-019B960494DF}">
              <a14:hiddenLine xmlns:a14="http://schemas.microsoft.com/office/drawing/2010/main" w="6350">
                <a:solidFill>
                  <a:srgbClr val="000000"/>
                </a:solidFill>
                <a:miter lim="800000"/>
                <a:headEnd/>
                <a:tailEnd/>
              </a14:hiddenLine>
            </a:ext>
          </a:extLst>
        </p:spPr>
        <p:txBody>
          <a:bodyPr tIns="91440" bIns="91440" anchor="ctr"/>
          <a:lstStyle>
            <a:lvl1pPr eaLnBrk="0" hangingPunct="0">
              <a:defRPr>
                <a:solidFill>
                  <a:schemeClr val="tx1"/>
                </a:solidFill>
                <a:latin typeface="Calibri" charset="0"/>
                <a:ea typeface="Arial" charset="0"/>
                <a:cs typeface="Arial" charset="0"/>
              </a:defRPr>
            </a:lvl1pPr>
            <a:lvl2pPr marL="742950" indent="-285750" eaLnBrk="0" hangingPunct="0">
              <a:defRPr>
                <a:solidFill>
                  <a:schemeClr val="tx1"/>
                </a:solidFill>
                <a:latin typeface="Calibri" charset="0"/>
                <a:ea typeface="Arial" charset="0"/>
                <a:cs typeface="Arial" charset="0"/>
              </a:defRPr>
            </a:lvl2pPr>
            <a:lvl3pPr marL="1143000" indent="-228600" eaLnBrk="0" hangingPunct="0">
              <a:defRPr>
                <a:solidFill>
                  <a:schemeClr val="tx1"/>
                </a:solidFill>
                <a:latin typeface="Calibri" charset="0"/>
                <a:ea typeface="Arial" charset="0"/>
                <a:cs typeface="Arial" charset="0"/>
              </a:defRPr>
            </a:lvl3pPr>
            <a:lvl4pPr marL="1600200" indent="-228600" eaLnBrk="0" hangingPunct="0">
              <a:defRPr>
                <a:solidFill>
                  <a:schemeClr val="tx1"/>
                </a:solidFill>
                <a:latin typeface="Calibri" charset="0"/>
                <a:ea typeface="Arial" charset="0"/>
                <a:cs typeface="Arial" charset="0"/>
              </a:defRPr>
            </a:lvl4pPr>
            <a:lvl5pPr marL="2057400" indent="-228600" eaLnBrk="0" hangingPunct="0">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defRPr>
                <a:solidFill>
                  <a:schemeClr val="tx1"/>
                </a:solidFill>
                <a:latin typeface="Calibri" charset="0"/>
                <a:ea typeface="Arial" charset="0"/>
                <a:cs typeface="Arial" charset="0"/>
              </a:defRPr>
            </a:lvl9pPr>
          </a:lstStyle>
          <a:p>
            <a:pPr eaLnBrk="1" hangingPunct="1"/>
            <a:endParaRPr lang="en-US" altLang="en-US" sz="1800">
              <a:latin typeface="Arial" charset="0"/>
            </a:endParaRPr>
          </a:p>
        </p:txBody>
      </p:sp>
      <p:sp>
        <p:nvSpPr>
          <p:cNvPr id="18" name="Text Placeholder 17"/>
          <p:cNvSpPr>
            <a:spLocks noGrp="1"/>
          </p:cNvSpPr>
          <p:nvPr>
            <p:ph type="body" sz="quarter" idx="21"/>
          </p:nvPr>
        </p:nvSpPr>
        <p:spPr>
          <a:xfrm>
            <a:off x="1402080" y="1417320"/>
            <a:ext cx="4389120" cy="457200"/>
          </a:xfrm>
          <a:prstGeom prst="rect">
            <a:avLst/>
          </a:prstGeom>
          <a:solidFill>
            <a:srgbClr val="B01C2E"/>
          </a:solidFill>
          <a:ln>
            <a:solidFill>
              <a:srgbClr val="C0C0C0"/>
            </a:solidFill>
          </a:ln>
        </p:spPr>
        <p:txBody>
          <a:bodyPr anchor="ctr"/>
          <a:lstStyle>
            <a:lvl1pPr algn="ctr">
              <a:buNone/>
              <a:defRPr sz="1200" b="1">
                <a:solidFill>
                  <a:srgbClr val="FFFFFF"/>
                </a:solidFill>
              </a:defRPr>
            </a:lvl1pPr>
          </a:lstStyle>
          <a:p>
            <a:pPr lvl="0"/>
            <a:r>
              <a:rPr lang="en-US"/>
              <a:t>Click to edit Master text styles</a:t>
            </a:r>
          </a:p>
        </p:txBody>
      </p:sp>
      <p:sp>
        <p:nvSpPr>
          <p:cNvPr id="21" name="Text Placeholder 17"/>
          <p:cNvSpPr>
            <a:spLocks noGrp="1"/>
          </p:cNvSpPr>
          <p:nvPr>
            <p:ph type="body" sz="quarter" idx="23"/>
          </p:nvPr>
        </p:nvSpPr>
        <p:spPr>
          <a:xfrm>
            <a:off x="6096000" y="1417320"/>
            <a:ext cx="4389120" cy="457200"/>
          </a:xfrm>
          <a:prstGeom prst="rect">
            <a:avLst/>
          </a:prstGeom>
          <a:solidFill>
            <a:srgbClr val="B01C2E"/>
          </a:solidFill>
          <a:ln>
            <a:solidFill>
              <a:srgbClr val="C0C0C0"/>
            </a:solidFill>
          </a:ln>
        </p:spPr>
        <p:txBody>
          <a:bodyPr anchor="ctr"/>
          <a:lstStyle>
            <a:lvl1pPr algn="ctr">
              <a:buNone/>
              <a:defRPr sz="1200" b="1">
                <a:solidFill>
                  <a:srgbClr val="FFFFFF"/>
                </a:solidFill>
              </a:defRPr>
            </a:lvl1pPr>
          </a:lstStyle>
          <a:p>
            <a:pPr lvl="0"/>
            <a:r>
              <a:rPr lang="en-US"/>
              <a:t>Click to edit Master text styles</a:t>
            </a:r>
          </a:p>
        </p:txBody>
      </p:sp>
      <p:sp>
        <p:nvSpPr>
          <p:cNvPr id="10"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4" name="Content Placeholder 10"/>
          <p:cNvSpPr>
            <a:spLocks noGrp="1"/>
          </p:cNvSpPr>
          <p:nvPr>
            <p:ph sz="quarter" idx="20"/>
          </p:nvPr>
        </p:nvSpPr>
        <p:spPr>
          <a:xfrm>
            <a:off x="1402080" y="1874520"/>
            <a:ext cx="4389120" cy="3657600"/>
          </a:xfrm>
          <a:prstGeom prst="rect">
            <a:avLst/>
          </a:prstGeom>
          <a:solidFill>
            <a:srgbClr val="FFFFFF"/>
          </a:solidFill>
          <a:ln>
            <a:solidFill>
              <a:srgbClr val="C0C0C0"/>
            </a:solidFill>
          </a:ln>
        </p:spPr>
        <p:txBody>
          <a:bodyPr/>
          <a:lstStyle>
            <a:lvl1pPr marL="228600" indent="-228600">
              <a:spcBef>
                <a:spcPts val="24"/>
              </a:spcBef>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Content Placeholder 10"/>
          <p:cNvSpPr>
            <a:spLocks noGrp="1"/>
          </p:cNvSpPr>
          <p:nvPr>
            <p:ph sz="quarter" idx="24"/>
          </p:nvPr>
        </p:nvSpPr>
        <p:spPr>
          <a:xfrm>
            <a:off x="6096000" y="1874520"/>
            <a:ext cx="4389120" cy="3657600"/>
          </a:xfrm>
          <a:prstGeom prst="rect">
            <a:avLst/>
          </a:prstGeom>
          <a:solidFill>
            <a:srgbClr val="FFFFFF"/>
          </a:solidFill>
          <a:ln>
            <a:solidFill>
              <a:srgbClr val="C0C0C0"/>
            </a:solidFill>
          </a:ln>
        </p:spPr>
        <p:txBody>
          <a:bodyPr/>
          <a:lstStyle>
            <a:lvl1pPr marL="228600" indent="-228600">
              <a:spcBef>
                <a:spcPts val="24"/>
              </a:spcBef>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Slide Number Placeholder 9"/>
          <p:cNvSpPr>
            <a:spLocks noGrp="1"/>
          </p:cNvSpPr>
          <p:nvPr>
            <p:ph type="sldNum" sz="quarter" idx="25"/>
          </p:nvPr>
        </p:nvSpPr>
        <p:spPr/>
        <p:txBody>
          <a:bodyPr/>
          <a:lstStyle>
            <a:lvl1pPr>
              <a:defRPr/>
            </a:lvl1pPr>
          </a:lstStyle>
          <a:p>
            <a:fld id="{6CB47071-B393-DC4F-9921-408D035EE572}" type="slidenum">
              <a:rPr lang="en-US" altLang="en-US"/>
              <a:pPr/>
              <a:t>‹#›</a:t>
            </a:fld>
            <a:endParaRPr lang="en-US" altLang="en-US"/>
          </a:p>
        </p:txBody>
      </p:sp>
      <p:sp>
        <p:nvSpPr>
          <p:cNvPr id="9" name="Footer Placeholder 8"/>
          <p:cNvSpPr>
            <a:spLocks noGrp="1"/>
          </p:cNvSpPr>
          <p:nvPr>
            <p:ph type="ftr" sz="quarter" idx="26"/>
          </p:nvPr>
        </p:nvSpPr>
        <p:spPr/>
        <p:txBody>
          <a:bodyPr/>
          <a:lstStyle>
            <a:lvl1pPr>
              <a:defRPr smtClean="0"/>
            </a:lvl1pPr>
          </a:lstStyle>
          <a:p>
            <a:pPr>
              <a:defRPr/>
            </a:pPr>
            <a:r>
              <a:rPr lang="en-US"/>
              <a:t>Redemptions</a:t>
            </a:r>
          </a:p>
        </p:txBody>
      </p:sp>
    </p:spTree>
    <p:extLst>
      <p:ext uri="{BB962C8B-B14F-4D97-AF65-F5344CB8AC3E}">
        <p14:creationId xmlns:p14="http://schemas.microsoft.com/office/powerpoint/2010/main" val="420984417"/>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Conflict">
    <p:spTree>
      <p:nvGrpSpPr>
        <p:cNvPr id="1" name=""/>
        <p:cNvGrpSpPr/>
        <p:nvPr/>
      </p:nvGrpSpPr>
      <p:grpSpPr>
        <a:xfrm>
          <a:off x="0" y="0"/>
          <a:ext cx="0" cy="0"/>
          <a:chOff x="0" y="0"/>
          <a:chExt cx="0" cy="0"/>
        </a:xfrm>
      </p:grpSpPr>
      <p:sp>
        <p:nvSpPr>
          <p:cNvPr id="7" name="Freeform 7"/>
          <p:cNvSpPr>
            <a:spLocks/>
          </p:cNvSpPr>
          <p:nvPr userDrawn="1"/>
        </p:nvSpPr>
        <p:spPr bwMode="auto">
          <a:xfrm>
            <a:off x="5846233" y="3341688"/>
            <a:ext cx="501651" cy="1403350"/>
          </a:xfrm>
          <a:custGeom>
            <a:avLst/>
            <a:gdLst>
              <a:gd name="T0" fmla="*/ 2147483647 w 176"/>
              <a:gd name="T1" fmla="*/ 0 h 608"/>
              <a:gd name="T2" fmla="*/ 0 w 176"/>
              <a:gd name="T3" fmla="*/ 2147483647 h 608"/>
              <a:gd name="T4" fmla="*/ 2147483647 w 176"/>
              <a:gd name="T5" fmla="*/ 2147483647 h 608"/>
              <a:gd name="T6" fmla="*/ 0 w 176"/>
              <a:gd name="T7" fmla="*/ 2147483647 h 608"/>
              <a:gd name="T8" fmla="*/ 2147483647 w 176"/>
              <a:gd name="T9" fmla="*/ 2147483647 h 608"/>
              <a:gd name="T10" fmla="*/ 2147483647 w 176"/>
              <a:gd name="T11" fmla="*/ 2147483647 h 608"/>
              <a:gd name="T12" fmla="*/ 0 w 176"/>
              <a:gd name="T13" fmla="*/ 2147483647 h 608"/>
              <a:gd name="T14" fmla="*/ 0 w 176"/>
              <a:gd name="T15" fmla="*/ 2147483647 h 608"/>
              <a:gd name="T16" fmla="*/ 2147483647 w 176"/>
              <a:gd name="T17" fmla="*/ 2147483647 h 608"/>
              <a:gd name="T18" fmla="*/ 2147483647 w 176"/>
              <a:gd name="T19" fmla="*/ 2147483647 h 608"/>
              <a:gd name="T20" fmla="*/ 2147483647 w 176"/>
              <a:gd name="T21" fmla="*/ 2147483647 h 608"/>
              <a:gd name="T22" fmla="*/ 2147483647 w 176"/>
              <a:gd name="T23" fmla="*/ 2147483647 h 608"/>
              <a:gd name="T24" fmla="*/ 2147483647 w 176"/>
              <a:gd name="T25" fmla="*/ 2147483647 h 608"/>
              <a:gd name="T26" fmla="*/ 2147483647 w 176"/>
              <a:gd name="T27" fmla="*/ 2147483647 h 608"/>
              <a:gd name="T28" fmla="*/ 2147483647 w 176"/>
              <a:gd name="T29" fmla="*/ 0 h 608"/>
              <a:gd name="T30" fmla="*/ 2147483647 w 176"/>
              <a:gd name="T31" fmla="*/ 0 h 608"/>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176" h="608">
                <a:moveTo>
                  <a:pt x="72" y="0"/>
                </a:moveTo>
                <a:lnTo>
                  <a:pt x="0" y="232"/>
                </a:lnTo>
                <a:lnTo>
                  <a:pt x="48" y="232"/>
                </a:lnTo>
                <a:lnTo>
                  <a:pt x="0" y="376"/>
                </a:lnTo>
                <a:lnTo>
                  <a:pt x="72" y="376"/>
                </a:lnTo>
                <a:lnTo>
                  <a:pt x="32" y="504"/>
                </a:lnTo>
                <a:lnTo>
                  <a:pt x="0" y="504"/>
                </a:lnTo>
                <a:lnTo>
                  <a:pt x="0" y="608"/>
                </a:lnTo>
                <a:lnTo>
                  <a:pt x="96" y="496"/>
                </a:lnTo>
                <a:lnTo>
                  <a:pt x="48" y="504"/>
                </a:lnTo>
                <a:lnTo>
                  <a:pt x="144" y="336"/>
                </a:lnTo>
                <a:lnTo>
                  <a:pt x="72" y="336"/>
                </a:lnTo>
                <a:lnTo>
                  <a:pt x="144" y="192"/>
                </a:lnTo>
                <a:lnTo>
                  <a:pt x="88" y="192"/>
                </a:lnTo>
                <a:lnTo>
                  <a:pt x="176" y="0"/>
                </a:lnTo>
                <a:lnTo>
                  <a:pt x="72" y="0"/>
                </a:lnTo>
                <a:close/>
              </a:path>
            </a:pathLst>
          </a:custGeom>
          <a:solidFill>
            <a:srgbClr val="B01C2E"/>
          </a:solidFill>
          <a:ln w="6350" cap="flat" cmpd="sng">
            <a:solidFill>
              <a:srgbClr val="B01C2E"/>
            </a:solidFill>
            <a:prstDash val="solid"/>
            <a:round/>
            <a:headEnd/>
            <a:tailEnd/>
          </a:ln>
        </p:spPr>
        <p:txBody>
          <a:bodyPr lIns="72000" tIns="72000" rIns="72000" bIns="72000" anchor="ctr"/>
          <a:lstStyle/>
          <a:p>
            <a:endParaRPr lang="en-US" sz="1800"/>
          </a:p>
        </p:txBody>
      </p:sp>
      <p:sp>
        <p:nvSpPr>
          <p:cNvPr id="18" name="Text Placeholder 17"/>
          <p:cNvSpPr>
            <a:spLocks noGrp="1"/>
          </p:cNvSpPr>
          <p:nvPr>
            <p:ph type="body" sz="quarter" idx="21"/>
          </p:nvPr>
        </p:nvSpPr>
        <p:spPr>
          <a:xfrm>
            <a:off x="1113536" y="1417320"/>
            <a:ext cx="4047744" cy="457200"/>
          </a:xfrm>
          <a:prstGeom prst="rect">
            <a:avLst/>
          </a:prstGeom>
          <a:solidFill>
            <a:srgbClr val="B01C2E"/>
          </a:solidFill>
          <a:ln>
            <a:solidFill>
              <a:srgbClr val="C0C0C0"/>
            </a:solidFill>
          </a:ln>
        </p:spPr>
        <p:txBody>
          <a:bodyPr anchor="ctr"/>
          <a:lstStyle>
            <a:lvl1pPr algn="ctr">
              <a:buNone/>
              <a:defRPr sz="1200" b="1" baseline="0">
                <a:solidFill>
                  <a:srgbClr val="FFFFFF"/>
                </a:solidFill>
              </a:defRPr>
            </a:lvl1pPr>
          </a:lstStyle>
          <a:p>
            <a:pPr lvl="0"/>
            <a:r>
              <a:rPr lang="en-US"/>
              <a:t>Click to edit Master text styles</a:t>
            </a:r>
          </a:p>
        </p:txBody>
      </p:sp>
      <p:sp>
        <p:nvSpPr>
          <p:cNvPr id="21" name="Text Placeholder 17"/>
          <p:cNvSpPr>
            <a:spLocks noGrp="1"/>
          </p:cNvSpPr>
          <p:nvPr>
            <p:ph type="body" sz="quarter" idx="23"/>
          </p:nvPr>
        </p:nvSpPr>
        <p:spPr>
          <a:xfrm>
            <a:off x="7022169" y="1417320"/>
            <a:ext cx="4072128" cy="457200"/>
          </a:xfrm>
          <a:prstGeom prst="rect">
            <a:avLst/>
          </a:prstGeom>
          <a:solidFill>
            <a:srgbClr val="B01C2E"/>
          </a:solidFill>
          <a:ln>
            <a:solidFill>
              <a:srgbClr val="C0C0C0"/>
            </a:solidFill>
          </a:ln>
        </p:spPr>
        <p:txBody>
          <a:bodyPr anchor="ctr"/>
          <a:lstStyle>
            <a:lvl1pPr algn="ctr">
              <a:buNone/>
              <a:defRPr sz="1200" b="1">
                <a:solidFill>
                  <a:srgbClr val="FFFFFF"/>
                </a:solidFill>
              </a:defRPr>
            </a:lvl1pPr>
          </a:lstStyle>
          <a:p>
            <a:pPr lvl="0"/>
            <a:r>
              <a:rPr lang="en-US"/>
              <a:t>Click to edit Master text styles</a:t>
            </a:r>
          </a:p>
        </p:txBody>
      </p:sp>
      <p:sp>
        <p:nvSpPr>
          <p:cNvPr id="9"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1" name="Content Placeholder 10"/>
          <p:cNvSpPr>
            <a:spLocks noGrp="1"/>
          </p:cNvSpPr>
          <p:nvPr>
            <p:ph sz="quarter" idx="20"/>
          </p:nvPr>
        </p:nvSpPr>
        <p:spPr>
          <a:xfrm>
            <a:off x="1113536" y="1874520"/>
            <a:ext cx="4389120" cy="4343400"/>
          </a:xfrm>
          <a:prstGeom prst="homePlate">
            <a:avLst>
              <a:gd name="adj" fmla="val 7684"/>
            </a:avLst>
          </a:prstGeom>
          <a:solidFill>
            <a:srgbClr val="FFFFFF"/>
          </a:solidFill>
          <a:ln>
            <a:solidFill>
              <a:srgbClr val="C0C0C0"/>
            </a:solidFill>
          </a:ln>
        </p:spPr>
        <p:txBody>
          <a:bodyPr/>
          <a:lstStyle>
            <a:lvl1pPr marL="228600" indent="-228600">
              <a:spcBef>
                <a:spcPts val="24"/>
              </a:spcBef>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Content Placeholder 10"/>
          <p:cNvSpPr>
            <a:spLocks noGrp="1"/>
          </p:cNvSpPr>
          <p:nvPr>
            <p:ph sz="quarter" idx="24"/>
          </p:nvPr>
        </p:nvSpPr>
        <p:spPr>
          <a:xfrm flipH="1">
            <a:off x="6705177" y="1874520"/>
            <a:ext cx="4389120" cy="4343400"/>
          </a:xfrm>
          <a:prstGeom prst="homePlate">
            <a:avLst>
              <a:gd name="adj" fmla="val 7343"/>
            </a:avLst>
          </a:prstGeom>
          <a:solidFill>
            <a:srgbClr val="FFFFFF"/>
          </a:solidFill>
          <a:ln>
            <a:solidFill>
              <a:srgbClr val="C0C0C0"/>
            </a:solidFill>
          </a:ln>
        </p:spPr>
        <p:txBody>
          <a:bodyPr lIns="228600"/>
          <a:lstStyle>
            <a:lvl1pPr marL="228600" indent="-228600">
              <a:spcBef>
                <a:spcPts val="24"/>
              </a:spcBef>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Slide Number Placeholder 9"/>
          <p:cNvSpPr>
            <a:spLocks noGrp="1"/>
          </p:cNvSpPr>
          <p:nvPr>
            <p:ph type="sldNum" sz="quarter" idx="25"/>
          </p:nvPr>
        </p:nvSpPr>
        <p:spPr/>
        <p:txBody>
          <a:bodyPr/>
          <a:lstStyle>
            <a:lvl1pPr>
              <a:defRPr/>
            </a:lvl1pPr>
          </a:lstStyle>
          <a:p>
            <a:fld id="{6C637242-61C1-4C47-AFEF-079B86936FE6}" type="slidenum">
              <a:rPr lang="en-US" altLang="en-US"/>
              <a:pPr/>
              <a:t>‹#›</a:t>
            </a:fld>
            <a:endParaRPr lang="en-US" altLang="en-US"/>
          </a:p>
        </p:txBody>
      </p:sp>
      <p:sp>
        <p:nvSpPr>
          <p:cNvPr id="10" name="Footer Placeholder 12"/>
          <p:cNvSpPr>
            <a:spLocks noGrp="1"/>
          </p:cNvSpPr>
          <p:nvPr>
            <p:ph type="ftr" sz="quarter" idx="26"/>
          </p:nvPr>
        </p:nvSpPr>
        <p:spPr/>
        <p:txBody>
          <a:bodyPr/>
          <a:lstStyle>
            <a:lvl1pPr>
              <a:defRPr smtClean="0"/>
            </a:lvl1pPr>
          </a:lstStyle>
          <a:p>
            <a:pPr>
              <a:defRPr/>
            </a:pPr>
            <a:r>
              <a:rPr lang="en-US"/>
              <a:t>Redemptions</a:t>
            </a:r>
          </a:p>
        </p:txBody>
      </p:sp>
    </p:spTree>
    <p:extLst>
      <p:ext uri="{BB962C8B-B14F-4D97-AF65-F5344CB8AC3E}">
        <p14:creationId xmlns:p14="http://schemas.microsoft.com/office/powerpoint/2010/main" val="117940560"/>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Consequences List">
    <p:spTree>
      <p:nvGrpSpPr>
        <p:cNvPr id="1" name=""/>
        <p:cNvGrpSpPr/>
        <p:nvPr/>
      </p:nvGrpSpPr>
      <p:grpSpPr>
        <a:xfrm>
          <a:off x="0" y="0"/>
          <a:ext cx="0" cy="0"/>
          <a:chOff x="0" y="0"/>
          <a:chExt cx="0" cy="0"/>
        </a:xfrm>
      </p:grpSpPr>
      <p:sp>
        <p:nvSpPr>
          <p:cNvPr id="20" name="Content Placeholder 10"/>
          <p:cNvSpPr>
            <a:spLocks noGrp="1"/>
          </p:cNvSpPr>
          <p:nvPr>
            <p:ph sz="quarter" idx="35"/>
          </p:nvPr>
        </p:nvSpPr>
        <p:spPr>
          <a:xfrm>
            <a:off x="8242300" y="1577977"/>
            <a:ext cx="3316224" cy="3931920"/>
          </a:xfrm>
          <a:prstGeom prst="rect">
            <a:avLst/>
          </a:prstGeom>
          <a:solidFill>
            <a:srgbClr val="FFFFFF"/>
          </a:solidFill>
          <a:ln>
            <a:solidFill>
              <a:srgbClr val="C0C0C0"/>
            </a:solidFill>
          </a:ln>
        </p:spPr>
        <p:txBody>
          <a:bodyPr lIns="457200" rIns="91440"/>
          <a:lstStyle>
            <a:lvl1pPr marL="228600" indent="-228600">
              <a:spcBef>
                <a:spcPts val="24"/>
              </a:spcBef>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9" name="Content Placeholder 10"/>
          <p:cNvSpPr>
            <a:spLocks noGrp="1"/>
          </p:cNvSpPr>
          <p:nvPr>
            <p:ph sz="quarter" idx="20"/>
          </p:nvPr>
        </p:nvSpPr>
        <p:spPr>
          <a:xfrm>
            <a:off x="646176" y="1577977"/>
            <a:ext cx="3316224" cy="3931920"/>
          </a:xfrm>
          <a:prstGeom prst="rect">
            <a:avLst/>
          </a:prstGeom>
          <a:solidFill>
            <a:srgbClr val="FFFFFF"/>
          </a:solidFill>
          <a:ln>
            <a:solidFill>
              <a:srgbClr val="C0C0C0"/>
            </a:solidFill>
          </a:ln>
        </p:spPr>
        <p:txBody>
          <a:bodyPr rIns="457200"/>
          <a:lstStyle>
            <a:lvl1pPr marL="228600" indent="-228600">
              <a:spcBef>
                <a:spcPts val="24"/>
              </a:spcBef>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4" name="Text Placeholder 23"/>
          <p:cNvSpPr>
            <a:spLocks noGrp="1"/>
          </p:cNvSpPr>
          <p:nvPr>
            <p:ph type="body" sz="quarter" idx="10"/>
          </p:nvPr>
        </p:nvSpPr>
        <p:spPr>
          <a:xfrm>
            <a:off x="3556000" y="1828800"/>
            <a:ext cx="5242560" cy="484632"/>
          </a:xfrm>
          <a:prstGeom prst="homePlate">
            <a:avLst>
              <a:gd name="adj" fmla="val 16207"/>
            </a:avLst>
          </a:prstGeom>
          <a:solidFill>
            <a:srgbClr val="FFFFFF"/>
          </a:solidFill>
          <a:ln>
            <a:solidFill>
              <a:srgbClr val="B01C2E"/>
            </a:solidFill>
          </a:ln>
        </p:spPr>
        <p:txBody>
          <a:bodyPr anchor="ctr"/>
          <a:lstStyle>
            <a:lvl1pPr marL="177800" indent="0">
              <a:spcBef>
                <a:spcPts val="0"/>
              </a:spcBef>
              <a:buNone/>
              <a:defRPr sz="1200"/>
            </a:lvl1pPr>
          </a:lstStyle>
          <a:p>
            <a:pPr lvl="0"/>
            <a:r>
              <a:rPr lang="en-US"/>
              <a:t>Click to edit Master text styles</a:t>
            </a:r>
          </a:p>
        </p:txBody>
      </p:sp>
      <p:sp>
        <p:nvSpPr>
          <p:cNvPr id="31" name="Text Placeholder 23"/>
          <p:cNvSpPr>
            <a:spLocks noGrp="1"/>
          </p:cNvSpPr>
          <p:nvPr>
            <p:ph type="body" sz="quarter" idx="21"/>
          </p:nvPr>
        </p:nvSpPr>
        <p:spPr>
          <a:xfrm>
            <a:off x="3556000" y="2423160"/>
            <a:ext cx="5242560" cy="484632"/>
          </a:xfrm>
          <a:prstGeom prst="homePlate">
            <a:avLst>
              <a:gd name="adj" fmla="val 16207"/>
            </a:avLst>
          </a:prstGeom>
          <a:solidFill>
            <a:srgbClr val="FFFFFF"/>
          </a:solidFill>
          <a:ln>
            <a:solidFill>
              <a:srgbClr val="B01C2E"/>
            </a:solidFill>
          </a:ln>
        </p:spPr>
        <p:txBody>
          <a:bodyPr anchor="ctr"/>
          <a:lstStyle>
            <a:lvl1pPr marL="177800" indent="0">
              <a:spcBef>
                <a:spcPts val="0"/>
              </a:spcBef>
              <a:buNone/>
              <a:defRPr sz="1200"/>
            </a:lvl1pPr>
          </a:lstStyle>
          <a:p>
            <a:pPr lvl="0"/>
            <a:r>
              <a:rPr lang="en-US"/>
              <a:t>Click to edit Master text styles</a:t>
            </a:r>
          </a:p>
        </p:txBody>
      </p:sp>
      <p:sp>
        <p:nvSpPr>
          <p:cNvPr id="32" name="Text Placeholder 23"/>
          <p:cNvSpPr>
            <a:spLocks noGrp="1"/>
          </p:cNvSpPr>
          <p:nvPr>
            <p:ph type="body" sz="quarter" idx="22"/>
          </p:nvPr>
        </p:nvSpPr>
        <p:spPr>
          <a:xfrm>
            <a:off x="3556000" y="3017520"/>
            <a:ext cx="5242560" cy="484632"/>
          </a:xfrm>
          <a:prstGeom prst="homePlate">
            <a:avLst>
              <a:gd name="adj" fmla="val 16207"/>
            </a:avLst>
          </a:prstGeom>
          <a:solidFill>
            <a:srgbClr val="FFFFFF"/>
          </a:solidFill>
          <a:ln>
            <a:solidFill>
              <a:srgbClr val="B01C2E"/>
            </a:solidFill>
          </a:ln>
        </p:spPr>
        <p:txBody>
          <a:bodyPr anchor="ctr"/>
          <a:lstStyle>
            <a:lvl1pPr marL="177800" indent="0">
              <a:spcBef>
                <a:spcPts val="0"/>
              </a:spcBef>
              <a:buNone/>
              <a:defRPr sz="1200"/>
            </a:lvl1pPr>
          </a:lstStyle>
          <a:p>
            <a:pPr lvl="0"/>
            <a:r>
              <a:rPr lang="en-US"/>
              <a:t>Click to edit Master text styles</a:t>
            </a:r>
          </a:p>
        </p:txBody>
      </p:sp>
      <p:sp>
        <p:nvSpPr>
          <p:cNvPr id="33" name="Text Placeholder 23"/>
          <p:cNvSpPr>
            <a:spLocks noGrp="1"/>
          </p:cNvSpPr>
          <p:nvPr>
            <p:ph type="body" sz="quarter" idx="23"/>
          </p:nvPr>
        </p:nvSpPr>
        <p:spPr>
          <a:xfrm>
            <a:off x="3556000" y="3611880"/>
            <a:ext cx="5242560" cy="484632"/>
          </a:xfrm>
          <a:prstGeom prst="homePlate">
            <a:avLst>
              <a:gd name="adj" fmla="val 16207"/>
            </a:avLst>
          </a:prstGeom>
          <a:solidFill>
            <a:srgbClr val="FFFFFF"/>
          </a:solidFill>
          <a:ln>
            <a:solidFill>
              <a:srgbClr val="B01C2E"/>
            </a:solidFill>
          </a:ln>
        </p:spPr>
        <p:txBody>
          <a:bodyPr anchor="ctr"/>
          <a:lstStyle>
            <a:lvl1pPr marL="177800" indent="0">
              <a:spcBef>
                <a:spcPts val="0"/>
              </a:spcBef>
              <a:buNone/>
              <a:defRPr sz="1200"/>
            </a:lvl1pPr>
          </a:lstStyle>
          <a:p>
            <a:pPr lvl="0"/>
            <a:r>
              <a:rPr lang="en-US"/>
              <a:t>Click to edit Master text styles</a:t>
            </a:r>
          </a:p>
        </p:txBody>
      </p:sp>
      <p:sp>
        <p:nvSpPr>
          <p:cNvPr id="34" name="Text Placeholder 23"/>
          <p:cNvSpPr>
            <a:spLocks noGrp="1"/>
          </p:cNvSpPr>
          <p:nvPr>
            <p:ph type="body" sz="quarter" idx="24"/>
          </p:nvPr>
        </p:nvSpPr>
        <p:spPr>
          <a:xfrm>
            <a:off x="3556000" y="4206240"/>
            <a:ext cx="5242560" cy="484632"/>
          </a:xfrm>
          <a:prstGeom prst="homePlate">
            <a:avLst>
              <a:gd name="adj" fmla="val 16207"/>
            </a:avLst>
          </a:prstGeom>
          <a:solidFill>
            <a:srgbClr val="FFFFFF"/>
          </a:solidFill>
          <a:ln>
            <a:solidFill>
              <a:srgbClr val="B01C2E"/>
            </a:solidFill>
          </a:ln>
        </p:spPr>
        <p:txBody>
          <a:bodyPr anchor="ctr"/>
          <a:lstStyle>
            <a:lvl1pPr marL="177800" indent="0">
              <a:spcBef>
                <a:spcPts val="0"/>
              </a:spcBef>
              <a:buNone/>
              <a:defRPr sz="1200"/>
            </a:lvl1pPr>
          </a:lstStyle>
          <a:p>
            <a:pPr lvl="0"/>
            <a:r>
              <a:rPr lang="en-US"/>
              <a:t>Click to edit Master text styles</a:t>
            </a:r>
          </a:p>
        </p:txBody>
      </p:sp>
      <p:sp>
        <p:nvSpPr>
          <p:cNvPr id="35" name="Text Placeholder 23"/>
          <p:cNvSpPr>
            <a:spLocks noGrp="1"/>
          </p:cNvSpPr>
          <p:nvPr>
            <p:ph type="body" sz="quarter" idx="25"/>
          </p:nvPr>
        </p:nvSpPr>
        <p:spPr>
          <a:xfrm>
            <a:off x="3556000" y="4800600"/>
            <a:ext cx="5242560" cy="484632"/>
          </a:xfrm>
          <a:prstGeom prst="homePlate">
            <a:avLst>
              <a:gd name="adj" fmla="val 16207"/>
            </a:avLst>
          </a:prstGeom>
          <a:solidFill>
            <a:srgbClr val="FFFFFF"/>
          </a:solidFill>
          <a:ln>
            <a:solidFill>
              <a:srgbClr val="B01C2E"/>
            </a:solidFill>
          </a:ln>
        </p:spPr>
        <p:txBody>
          <a:bodyPr anchor="ctr"/>
          <a:lstStyle>
            <a:lvl1pPr marL="177800" indent="0">
              <a:spcBef>
                <a:spcPts val="0"/>
              </a:spcBef>
              <a:buNone/>
              <a:defRPr sz="1200"/>
            </a:lvl1pPr>
          </a:lstStyle>
          <a:p>
            <a:pPr lvl="0"/>
            <a:r>
              <a:rPr lang="en-US"/>
              <a:t>Click to edit Master text styles</a:t>
            </a:r>
          </a:p>
        </p:txBody>
      </p:sp>
      <p:sp>
        <p:nvSpPr>
          <p:cNvPr id="36" name="Text Placeholder 22"/>
          <p:cNvSpPr>
            <a:spLocks noGrp="1"/>
          </p:cNvSpPr>
          <p:nvPr>
            <p:ph type="body" sz="quarter" idx="29"/>
          </p:nvPr>
        </p:nvSpPr>
        <p:spPr>
          <a:xfrm>
            <a:off x="3352800" y="1981200"/>
            <a:ext cx="316992" cy="256032"/>
          </a:xfrm>
          <a:prstGeom prst="rect">
            <a:avLst/>
          </a:prstGeom>
          <a:solidFill>
            <a:srgbClr val="B01C2E"/>
          </a:solidFill>
          <a:ln>
            <a:solidFill>
              <a:srgbClr val="999999"/>
            </a:solidFill>
          </a:ln>
        </p:spPr>
        <p:txBody>
          <a:bodyPr lIns="0" tIns="0" rIns="0" bIns="0" anchor="ctr"/>
          <a:lstStyle>
            <a:lvl1pPr marL="0" indent="0" algn="ctr">
              <a:spcBef>
                <a:spcPts val="0"/>
              </a:spcBef>
              <a:buNone/>
              <a:defRPr sz="1600" b="1">
                <a:solidFill>
                  <a:srgbClr val="FFFFFF"/>
                </a:solidFill>
              </a:defRPr>
            </a:lvl1pPr>
          </a:lstStyle>
          <a:p>
            <a:pPr lvl="0"/>
            <a:r>
              <a:rPr lang="en-US"/>
              <a:t>Click to edit Master text styles</a:t>
            </a:r>
          </a:p>
        </p:txBody>
      </p:sp>
      <p:sp>
        <p:nvSpPr>
          <p:cNvPr id="37" name="Text Placeholder 22"/>
          <p:cNvSpPr>
            <a:spLocks noGrp="1"/>
          </p:cNvSpPr>
          <p:nvPr>
            <p:ph type="body" sz="quarter" idx="30"/>
          </p:nvPr>
        </p:nvSpPr>
        <p:spPr>
          <a:xfrm>
            <a:off x="3352800" y="2570074"/>
            <a:ext cx="316992" cy="256032"/>
          </a:xfrm>
          <a:prstGeom prst="rect">
            <a:avLst/>
          </a:prstGeom>
          <a:solidFill>
            <a:srgbClr val="B01C2E"/>
          </a:solidFill>
          <a:ln>
            <a:solidFill>
              <a:srgbClr val="999999"/>
            </a:solidFill>
          </a:ln>
        </p:spPr>
        <p:txBody>
          <a:bodyPr lIns="0" tIns="0" rIns="0" bIns="0" anchor="ctr"/>
          <a:lstStyle>
            <a:lvl1pPr marL="0" indent="0" algn="ctr">
              <a:spcBef>
                <a:spcPts val="0"/>
              </a:spcBef>
              <a:buNone/>
              <a:defRPr sz="1600" b="1">
                <a:solidFill>
                  <a:srgbClr val="FFFFFF"/>
                </a:solidFill>
              </a:defRPr>
            </a:lvl1pPr>
          </a:lstStyle>
          <a:p>
            <a:pPr lvl="0"/>
            <a:r>
              <a:rPr lang="en-US"/>
              <a:t>Click to edit Master text styles</a:t>
            </a:r>
          </a:p>
        </p:txBody>
      </p:sp>
      <p:sp>
        <p:nvSpPr>
          <p:cNvPr id="38" name="Text Placeholder 22"/>
          <p:cNvSpPr>
            <a:spLocks noGrp="1"/>
          </p:cNvSpPr>
          <p:nvPr>
            <p:ph type="body" sz="quarter" idx="31"/>
          </p:nvPr>
        </p:nvSpPr>
        <p:spPr>
          <a:xfrm>
            <a:off x="3352800" y="3158948"/>
            <a:ext cx="316992" cy="256032"/>
          </a:xfrm>
          <a:prstGeom prst="rect">
            <a:avLst/>
          </a:prstGeom>
          <a:solidFill>
            <a:srgbClr val="B01C2E"/>
          </a:solidFill>
          <a:ln>
            <a:solidFill>
              <a:srgbClr val="999999"/>
            </a:solidFill>
          </a:ln>
        </p:spPr>
        <p:txBody>
          <a:bodyPr lIns="0" tIns="0" rIns="0" bIns="0" anchor="ctr"/>
          <a:lstStyle>
            <a:lvl1pPr marL="0" indent="0" algn="ctr">
              <a:spcBef>
                <a:spcPts val="0"/>
              </a:spcBef>
              <a:buNone/>
              <a:defRPr sz="1600" b="1">
                <a:solidFill>
                  <a:srgbClr val="FFFFFF"/>
                </a:solidFill>
              </a:defRPr>
            </a:lvl1pPr>
          </a:lstStyle>
          <a:p>
            <a:pPr lvl="0"/>
            <a:r>
              <a:rPr lang="en-US"/>
              <a:t>Click to edit Master text styles</a:t>
            </a:r>
          </a:p>
        </p:txBody>
      </p:sp>
      <p:sp>
        <p:nvSpPr>
          <p:cNvPr id="39" name="Text Placeholder 22"/>
          <p:cNvSpPr>
            <a:spLocks noGrp="1"/>
          </p:cNvSpPr>
          <p:nvPr>
            <p:ph type="body" sz="quarter" idx="32"/>
          </p:nvPr>
        </p:nvSpPr>
        <p:spPr>
          <a:xfrm>
            <a:off x="3352800" y="3747822"/>
            <a:ext cx="316992" cy="256032"/>
          </a:xfrm>
          <a:prstGeom prst="rect">
            <a:avLst/>
          </a:prstGeom>
          <a:solidFill>
            <a:srgbClr val="B01C2E"/>
          </a:solidFill>
          <a:ln>
            <a:solidFill>
              <a:srgbClr val="999999"/>
            </a:solidFill>
          </a:ln>
        </p:spPr>
        <p:txBody>
          <a:bodyPr lIns="0" tIns="0" rIns="0" bIns="0" anchor="ctr"/>
          <a:lstStyle>
            <a:lvl1pPr marL="0" indent="0" algn="ctr">
              <a:spcBef>
                <a:spcPts val="0"/>
              </a:spcBef>
              <a:buNone/>
              <a:defRPr sz="1600" b="1">
                <a:solidFill>
                  <a:srgbClr val="FFFFFF"/>
                </a:solidFill>
              </a:defRPr>
            </a:lvl1pPr>
          </a:lstStyle>
          <a:p>
            <a:pPr lvl="0"/>
            <a:r>
              <a:rPr lang="en-US"/>
              <a:t>Click to edit Master text styles</a:t>
            </a:r>
          </a:p>
        </p:txBody>
      </p:sp>
      <p:sp>
        <p:nvSpPr>
          <p:cNvPr id="40" name="Text Placeholder 22"/>
          <p:cNvSpPr>
            <a:spLocks noGrp="1"/>
          </p:cNvSpPr>
          <p:nvPr>
            <p:ph type="body" sz="quarter" idx="33"/>
          </p:nvPr>
        </p:nvSpPr>
        <p:spPr>
          <a:xfrm>
            <a:off x="3352800" y="4336696"/>
            <a:ext cx="316992" cy="256032"/>
          </a:xfrm>
          <a:prstGeom prst="rect">
            <a:avLst/>
          </a:prstGeom>
          <a:solidFill>
            <a:srgbClr val="B01C2E"/>
          </a:solidFill>
          <a:ln>
            <a:solidFill>
              <a:srgbClr val="999999"/>
            </a:solidFill>
          </a:ln>
        </p:spPr>
        <p:txBody>
          <a:bodyPr lIns="0" tIns="0" rIns="0" bIns="0" anchor="ctr"/>
          <a:lstStyle>
            <a:lvl1pPr marL="0" indent="0" algn="ctr">
              <a:spcBef>
                <a:spcPts val="0"/>
              </a:spcBef>
              <a:buNone/>
              <a:defRPr sz="1600" b="1">
                <a:solidFill>
                  <a:srgbClr val="FFFFFF"/>
                </a:solidFill>
              </a:defRPr>
            </a:lvl1pPr>
          </a:lstStyle>
          <a:p>
            <a:pPr lvl="0"/>
            <a:r>
              <a:rPr lang="en-US"/>
              <a:t>Click to edit Master text styles</a:t>
            </a:r>
          </a:p>
        </p:txBody>
      </p:sp>
      <p:sp>
        <p:nvSpPr>
          <p:cNvPr id="41" name="Text Placeholder 22"/>
          <p:cNvSpPr>
            <a:spLocks noGrp="1"/>
          </p:cNvSpPr>
          <p:nvPr>
            <p:ph type="body" sz="quarter" idx="34"/>
          </p:nvPr>
        </p:nvSpPr>
        <p:spPr>
          <a:xfrm>
            <a:off x="3352800" y="4925568"/>
            <a:ext cx="316992" cy="256032"/>
          </a:xfrm>
          <a:prstGeom prst="rect">
            <a:avLst/>
          </a:prstGeom>
          <a:solidFill>
            <a:srgbClr val="B01C2E"/>
          </a:solidFill>
          <a:ln>
            <a:solidFill>
              <a:srgbClr val="999999"/>
            </a:solidFill>
          </a:ln>
        </p:spPr>
        <p:txBody>
          <a:bodyPr lIns="0" tIns="0" rIns="0" bIns="0" anchor="ctr"/>
          <a:lstStyle>
            <a:lvl1pPr marL="0" indent="0" algn="ctr">
              <a:spcBef>
                <a:spcPts val="0"/>
              </a:spcBef>
              <a:buNone/>
              <a:defRPr sz="1600" b="1">
                <a:solidFill>
                  <a:srgbClr val="FFFFFF"/>
                </a:solidFill>
              </a:defRPr>
            </a:lvl1pPr>
          </a:lstStyle>
          <a:p>
            <a:pPr lvl="0"/>
            <a:r>
              <a:rPr lang="en-US"/>
              <a:t>Click to edit Master text styles</a:t>
            </a:r>
          </a:p>
        </p:txBody>
      </p:sp>
      <p:sp>
        <p:nvSpPr>
          <p:cNvPr id="18"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7" name="Slide Number Placeholder 9"/>
          <p:cNvSpPr>
            <a:spLocks noGrp="1"/>
          </p:cNvSpPr>
          <p:nvPr>
            <p:ph type="sldNum" sz="quarter" idx="36"/>
          </p:nvPr>
        </p:nvSpPr>
        <p:spPr/>
        <p:txBody>
          <a:bodyPr/>
          <a:lstStyle>
            <a:lvl1pPr>
              <a:defRPr/>
            </a:lvl1pPr>
          </a:lstStyle>
          <a:p>
            <a:fld id="{6F716D94-026E-1240-A247-91A0127FD885}" type="slidenum">
              <a:rPr lang="en-US" altLang="en-US"/>
              <a:pPr/>
              <a:t>‹#›</a:t>
            </a:fld>
            <a:endParaRPr lang="en-US" altLang="en-US"/>
          </a:p>
        </p:txBody>
      </p:sp>
      <p:sp>
        <p:nvSpPr>
          <p:cNvPr id="21" name="Footer Placeholder 12"/>
          <p:cNvSpPr>
            <a:spLocks noGrp="1"/>
          </p:cNvSpPr>
          <p:nvPr>
            <p:ph type="ftr" sz="quarter" idx="37"/>
          </p:nvPr>
        </p:nvSpPr>
        <p:spPr/>
        <p:txBody>
          <a:bodyPr/>
          <a:lstStyle>
            <a:lvl1pPr>
              <a:defRPr/>
            </a:lvl1pPr>
          </a:lstStyle>
          <a:p>
            <a:pPr>
              <a:defRPr/>
            </a:pPr>
            <a:r>
              <a:rPr lang="en-US"/>
              <a:t>Redemptions</a:t>
            </a:r>
          </a:p>
        </p:txBody>
      </p:sp>
    </p:spTree>
    <p:extLst>
      <p:ext uri="{BB962C8B-B14F-4D97-AF65-F5344CB8AC3E}">
        <p14:creationId xmlns:p14="http://schemas.microsoft.com/office/powerpoint/2010/main" val="847754360"/>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Text Blocks - Horizontal chevrons with text">
    <p:spTree>
      <p:nvGrpSpPr>
        <p:cNvPr id="1" name=""/>
        <p:cNvGrpSpPr/>
        <p:nvPr/>
      </p:nvGrpSpPr>
      <p:grpSpPr>
        <a:xfrm>
          <a:off x="0" y="0"/>
          <a:ext cx="0" cy="0"/>
          <a:chOff x="0" y="0"/>
          <a:chExt cx="0" cy="0"/>
        </a:xfrm>
      </p:grpSpPr>
      <p:sp>
        <p:nvSpPr>
          <p:cNvPr id="10" name="Text Placeholder 19"/>
          <p:cNvSpPr>
            <a:spLocks noGrp="1"/>
          </p:cNvSpPr>
          <p:nvPr>
            <p:ph type="body" sz="quarter" idx="10"/>
          </p:nvPr>
        </p:nvSpPr>
        <p:spPr>
          <a:xfrm>
            <a:off x="528320" y="1600200"/>
            <a:ext cx="2438400" cy="1051560"/>
          </a:xfrm>
          <a:prstGeom prst="homePlate">
            <a:avLst>
              <a:gd name="adj" fmla="val 24892"/>
            </a:avLst>
          </a:prstGeom>
          <a:solidFill>
            <a:srgbClr val="B01C2E"/>
          </a:solidFill>
          <a:ln>
            <a:solidFill>
              <a:srgbClr val="B01C2E"/>
            </a:solidFill>
          </a:ln>
        </p:spPr>
        <p:txBody>
          <a:bodyPr anchor="ctr"/>
          <a:lstStyle>
            <a:lvl1pPr marL="0" indent="0">
              <a:buNone/>
              <a:defRPr sz="1200" b="1">
                <a:solidFill>
                  <a:srgbClr val="FFFFFF"/>
                </a:solidFill>
              </a:defRPr>
            </a:lvl1pPr>
          </a:lstStyle>
          <a:p>
            <a:pPr lvl="0"/>
            <a:r>
              <a:rPr lang="en-US"/>
              <a:t>Click to edit Master text styles</a:t>
            </a:r>
          </a:p>
        </p:txBody>
      </p:sp>
      <p:sp>
        <p:nvSpPr>
          <p:cNvPr id="11" name="Text Placeholder 19"/>
          <p:cNvSpPr>
            <a:spLocks noGrp="1"/>
          </p:cNvSpPr>
          <p:nvPr>
            <p:ph type="body" sz="quarter" idx="29"/>
          </p:nvPr>
        </p:nvSpPr>
        <p:spPr>
          <a:xfrm>
            <a:off x="3495040" y="1600200"/>
            <a:ext cx="8168640" cy="1051560"/>
          </a:xfrm>
          <a:prstGeom prst="rect">
            <a:avLst/>
          </a:prstGeom>
          <a:solidFill>
            <a:srgbClr val="FFFFFF"/>
          </a:solidFill>
          <a:ln>
            <a:noFill/>
          </a:ln>
        </p:spPr>
        <p:txBody>
          <a:bodyPr wrap="square" lIns="91440" tIns="45720" rIns="4572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7" name="Text Placeholder 19"/>
          <p:cNvSpPr>
            <a:spLocks noGrp="1"/>
          </p:cNvSpPr>
          <p:nvPr>
            <p:ph type="body" sz="quarter" idx="30"/>
          </p:nvPr>
        </p:nvSpPr>
        <p:spPr>
          <a:xfrm>
            <a:off x="528320" y="2748280"/>
            <a:ext cx="2438400" cy="1051560"/>
          </a:xfrm>
          <a:prstGeom prst="homePlate">
            <a:avLst>
              <a:gd name="adj" fmla="val 24892"/>
            </a:avLst>
          </a:prstGeom>
          <a:solidFill>
            <a:srgbClr val="B01C2E"/>
          </a:solidFill>
          <a:ln>
            <a:solidFill>
              <a:srgbClr val="B01C2E"/>
            </a:solidFill>
          </a:ln>
        </p:spPr>
        <p:txBody>
          <a:bodyPr anchor="ctr"/>
          <a:lstStyle>
            <a:lvl1pPr marL="0" indent="0">
              <a:buNone/>
              <a:defRPr lang="en-US" sz="1200" b="1" kern="1200" dirty="0">
                <a:solidFill>
                  <a:srgbClr val="FFFFFF"/>
                </a:solidFill>
                <a:latin typeface="+mn-lt"/>
                <a:ea typeface="+mn-ea"/>
                <a:cs typeface="+mn-cs"/>
              </a:defRPr>
            </a:lvl1pPr>
          </a:lstStyle>
          <a:p>
            <a:pPr lvl="0"/>
            <a:r>
              <a:rPr lang="en-US"/>
              <a:t>Click to edit Master text styles</a:t>
            </a:r>
          </a:p>
        </p:txBody>
      </p:sp>
      <p:sp>
        <p:nvSpPr>
          <p:cNvPr id="18" name="Text Placeholder 19"/>
          <p:cNvSpPr>
            <a:spLocks noGrp="1"/>
          </p:cNvSpPr>
          <p:nvPr>
            <p:ph type="body" sz="quarter" idx="31"/>
          </p:nvPr>
        </p:nvSpPr>
        <p:spPr>
          <a:xfrm>
            <a:off x="3495040" y="2748280"/>
            <a:ext cx="8168640" cy="1051560"/>
          </a:xfrm>
          <a:prstGeom prst="rect">
            <a:avLst/>
          </a:prstGeom>
          <a:solidFill>
            <a:srgbClr val="FFFFFF"/>
          </a:solidFill>
          <a:ln>
            <a:noFill/>
          </a:ln>
        </p:spPr>
        <p:txBody>
          <a:bodyPr wrap="square" lIns="91440" tIns="45720" rIns="4572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9" name="Text Placeholder 19"/>
          <p:cNvSpPr>
            <a:spLocks noGrp="1"/>
          </p:cNvSpPr>
          <p:nvPr>
            <p:ph type="body" sz="quarter" idx="32"/>
          </p:nvPr>
        </p:nvSpPr>
        <p:spPr>
          <a:xfrm>
            <a:off x="528320" y="3896360"/>
            <a:ext cx="2438400" cy="1051560"/>
          </a:xfrm>
          <a:prstGeom prst="homePlate">
            <a:avLst>
              <a:gd name="adj" fmla="val 24892"/>
            </a:avLst>
          </a:prstGeom>
          <a:solidFill>
            <a:srgbClr val="B01C2E"/>
          </a:solidFill>
          <a:ln>
            <a:solidFill>
              <a:srgbClr val="B01C2E"/>
            </a:solidFill>
          </a:ln>
        </p:spPr>
        <p:txBody>
          <a:bodyPr anchor="ctr"/>
          <a:lstStyle>
            <a:lvl1pPr marL="0" indent="0">
              <a:buNone/>
              <a:defRPr lang="en-US" sz="1200" b="1" kern="1200" dirty="0">
                <a:solidFill>
                  <a:srgbClr val="FFFFFF"/>
                </a:solidFill>
                <a:latin typeface="+mn-lt"/>
                <a:ea typeface="+mn-ea"/>
                <a:cs typeface="+mn-cs"/>
              </a:defRPr>
            </a:lvl1pPr>
          </a:lstStyle>
          <a:p>
            <a:pPr lvl="0"/>
            <a:r>
              <a:rPr lang="en-US"/>
              <a:t>Click to edit Master text styles</a:t>
            </a:r>
          </a:p>
        </p:txBody>
      </p:sp>
      <p:sp>
        <p:nvSpPr>
          <p:cNvPr id="20" name="Text Placeholder 19"/>
          <p:cNvSpPr>
            <a:spLocks noGrp="1"/>
          </p:cNvSpPr>
          <p:nvPr>
            <p:ph type="body" sz="quarter" idx="33"/>
          </p:nvPr>
        </p:nvSpPr>
        <p:spPr>
          <a:xfrm>
            <a:off x="3495040" y="3896360"/>
            <a:ext cx="8168640" cy="1051560"/>
          </a:xfrm>
          <a:prstGeom prst="rect">
            <a:avLst/>
          </a:prstGeom>
          <a:solidFill>
            <a:srgbClr val="FFFFFF"/>
          </a:solidFill>
          <a:ln>
            <a:noFill/>
          </a:ln>
        </p:spPr>
        <p:txBody>
          <a:bodyPr wrap="square" lIns="91440" tIns="45720" rIns="4572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23" name="Text Placeholder 19"/>
          <p:cNvSpPr>
            <a:spLocks noGrp="1"/>
          </p:cNvSpPr>
          <p:nvPr>
            <p:ph type="body" sz="quarter" idx="34"/>
          </p:nvPr>
        </p:nvSpPr>
        <p:spPr>
          <a:xfrm>
            <a:off x="536355" y="5044440"/>
            <a:ext cx="2438400" cy="1051560"/>
          </a:xfrm>
          <a:prstGeom prst="homePlate">
            <a:avLst>
              <a:gd name="adj" fmla="val 24892"/>
            </a:avLst>
          </a:prstGeom>
          <a:solidFill>
            <a:srgbClr val="B01C2E"/>
          </a:solidFill>
          <a:ln>
            <a:solidFill>
              <a:srgbClr val="B01C2E"/>
            </a:solidFill>
          </a:ln>
        </p:spPr>
        <p:txBody>
          <a:bodyPr anchor="ctr"/>
          <a:lstStyle>
            <a:lvl1pPr marL="0" indent="0">
              <a:buNone/>
              <a:defRPr lang="en-US" sz="1200" b="1" kern="1200" dirty="0">
                <a:solidFill>
                  <a:srgbClr val="FFFFFF"/>
                </a:solidFill>
                <a:latin typeface="+mn-lt"/>
                <a:ea typeface="+mn-ea"/>
                <a:cs typeface="+mn-cs"/>
              </a:defRPr>
            </a:lvl1pPr>
          </a:lstStyle>
          <a:p>
            <a:pPr lvl="0"/>
            <a:r>
              <a:rPr lang="en-US"/>
              <a:t>Click to edit Master text styles</a:t>
            </a:r>
          </a:p>
        </p:txBody>
      </p:sp>
      <p:sp>
        <p:nvSpPr>
          <p:cNvPr id="24" name="Text Placeholder 19"/>
          <p:cNvSpPr>
            <a:spLocks noGrp="1"/>
          </p:cNvSpPr>
          <p:nvPr>
            <p:ph type="body" sz="quarter" idx="35"/>
          </p:nvPr>
        </p:nvSpPr>
        <p:spPr>
          <a:xfrm>
            <a:off x="3503075" y="5044440"/>
            <a:ext cx="8168640" cy="1051560"/>
          </a:xfrm>
          <a:prstGeom prst="rect">
            <a:avLst/>
          </a:prstGeom>
          <a:solidFill>
            <a:srgbClr val="FFFFFF"/>
          </a:solidFill>
          <a:ln>
            <a:noFill/>
          </a:ln>
        </p:spPr>
        <p:txBody>
          <a:bodyPr wrap="square" lIns="91440" tIns="45720" rIns="4572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2"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3" name="Slide Number Placeholder 9"/>
          <p:cNvSpPr>
            <a:spLocks noGrp="1"/>
          </p:cNvSpPr>
          <p:nvPr>
            <p:ph type="sldNum" sz="quarter" idx="36"/>
          </p:nvPr>
        </p:nvSpPr>
        <p:spPr/>
        <p:txBody>
          <a:bodyPr/>
          <a:lstStyle>
            <a:lvl1pPr>
              <a:defRPr/>
            </a:lvl1pPr>
          </a:lstStyle>
          <a:p>
            <a:fld id="{DDD5FA0E-3EAB-CB47-B428-C2E5915BFD66}" type="slidenum">
              <a:rPr lang="en-US" altLang="en-US"/>
              <a:pPr/>
              <a:t>‹#›</a:t>
            </a:fld>
            <a:endParaRPr lang="en-US" altLang="en-US"/>
          </a:p>
        </p:txBody>
      </p:sp>
      <p:sp>
        <p:nvSpPr>
          <p:cNvPr id="14" name="Footer Placeholder 12"/>
          <p:cNvSpPr>
            <a:spLocks noGrp="1"/>
          </p:cNvSpPr>
          <p:nvPr>
            <p:ph type="ftr" sz="quarter" idx="37"/>
          </p:nvPr>
        </p:nvSpPr>
        <p:spPr/>
        <p:txBody>
          <a:bodyPr/>
          <a:lstStyle>
            <a:lvl1pPr>
              <a:defRPr/>
            </a:lvl1pPr>
          </a:lstStyle>
          <a:p>
            <a:pPr>
              <a:defRPr/>
            </a:pPr>
            <a:r>
              <a:rPr lang="en-US"/>
              <a:t>Redemptions</a:t>
            </a:r>
          </a:p>
        </p:txBody>
      </p:sp>
    </p:spTree>
    <p:extLst>
      <p:ext uri="{BB962C8B-B14F-4D97-AF65-F5344CB8AC3E}">
        <p14:creationId xmlns:p14="http://schemas.microsoft.com/office/powerpoint/2010/main" val="865705389"/>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Text Blocks - Vertical chevrons with text">
    <p:spTree>
      <p:nvGrpSpPr>
        <p:cNvPr id="1" name=""/>
        <p:cNvGrpSpPr/>
        <p:nvPr/>
      </p:nvGrpSpPr>
      <p:grpSpPr>
        <a:xfrm>
          <a:off x="0" y="0"/>
          <a:ext cx="0" cy="0"/>
          <a:chOff x="0" y="0"/>
          <a:chExt cx="0" cy="0"/>
        </a:xfrm>
      </p:grpSpPr>
      <p:sp>
        <p:nvSpPr>
          <p:cNvPr id="20" name="Text Placeholder 13"/>
          <p:cNvSpPr>
            <a:spLocks noGrp="1"/>
          </p:cNvSpPr>
          <p:nvPr>
            <p:ph type="body" sz="quarter" idx="17"/>
          </p:nvPr>
        </p:nvSpPr>
        <p:spPr>
          <a:xfrm rot="5400000">
            <a:off x="1187196" y="794005"/>
            <a:ext cx="1271016" cy="2426208"/>
          </a:xfrm>
          <a:prstGeom prst="chevron">
            <a:avLst>
              <a:gd name="adj" fmla="val 18344"/>
            </a:avLst>
          </a:prstGeom>
          <a:solidFill>
            <a:srgbClr val="B01C2E"/>
          </a:solidFill>
        </p:spPr>
        <p:txBody>
          <a:bodyPr vert="vert270" anchor="ctr"/>
          <a:lstStyle>
            <a:lvl1pPr algn="ctr">
              <a:buNone/>
              <a:defRPr sz="1200" b="1">
                <a:solidFill>
                  <a:srgbClr val="FFFFFF"/>
                </a:solidFill>
              </a:defRPr>
            </a:lvl1pPr>
          </a:lstStyle>
          <a:p>
            <a:pPr lvl="0"/>
            <a:r>
              <a:rPr lang="en-US"/>
              <a:t>Click to edit Master text styles</a:t>
            </a:r>
          </a:p>
        </p:txBody>
      </p:sp>
      <p:sp>
        <p:nvSpPr>
          <p:cNvPr id="14" name="Text Placeholder 19"/>
          <p:cNvSpPr>
            <a:spLocks noGrp="1"/>
          </p:cNvSpPr>
          <p:nvPr>
            <p:ph type="body" sz="quarter" idx="29"/>
          </p:nvPr>
        </p:nvSpPr>
        <p:spPr>
          <a:xfrm>
            <a:off x="3149600" y="1371600"/>
            <a:ext cx="8290560" cy="1051560"/>
          </a:xfrm>
          <a:prstGeom prst="rect">
            <a:avLst/>
          </a:prstGeom>
          <a:solidFill>
            <a:srgbClr val="FFFFFF"/>
          </a:solidFill>
          <a:ln>
            <a:noFill/>
          </a:ln>
        </p:spPr>
        <p:txBody>
          <a:bodyPr wrap="square" lIns="91440" tIns="45720" rIns="4572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5" name="Text Placeholder 19"/>
          <p:cNvSpPr>
            <a:spLocks noGrp="1"/>
          </p:cNvSpPr>
          <p:nvPr>
            <p:ph type="body" sz="quarter" idx="30"/>
          </p:nvPr>
        </p:nvSpPr>
        <p:spPr>
          <a:xfrm>
            <a:off x="3149600" y="2474977"/>
            <a:ext cx="8290560" cy="1051560"/>
          </a:xfrm>
          <a:prstGeom prst="rect">
            <a:avLst/>
          </a:prstGeom>
          <a:solidFill>
            <a:srgbClr val="FFFFFF"/>
          </a:solidFill>
          <a:ln>
            <a:noFill/>
          </a:ln>
        </p:spPr>
        <p:txBody>
          <a:bodyPr wrap="square" lIns="91440" tIns="45720" rIns="4572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6" name="Text Placeholder 19"/>
          <p:cNvSpPr>
            <a:spLocks noGrp="1"/>
          </p:cNvSpPr>
          <p:nvPr>
            <p:ph type="body" sz="quarter" idx="31"/>
          </p:nvPr>
        </p:nvSpPr>
        <p:spPr>
          <a:xfrm>
            <a:off x="3149600" y="3578353"/>
            <a:ext cx="8290560" cy="1051560"/>
          </a:xfrm>
          <a:prstGeom prst="rect">
            <a:avLst/>
          </a:prstGeom>
          <a:solidFill>
            <a:srgbClr val="FFFFFF"/>
          </a:solidFill>
          <a:ln>
            <a:noFill/>
          </a:ln>
        </p:spPr>
        <p:txBody>
          <a:bodyPr wrap="square" lIns="91440" tIns="45720" rIns="4572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7" name="Text Placeholder 19"/>
          <p:cNvSpPr>
            <a:spLocks noGrp="1"/>
          </p:cNvSpPr>
          <p:nvPr>
            <p:ph type="body" sz="quarter" idx="32"/>
          </p:nvPr>
        </p:nvSpPr>
        <p:spPr>
          <a:xfrm>
            <a:off x="3149600" y="4681728"/>
            <a:ext cx="8290560" cy="1051560"/>
          </a:xfrm>
          <a:prstGeom prst="rect">
            <a:avLst/>
          </a:prstGeom>
          <a:solidFill>
            <a:srgbClr val="FFFFFF"/>
          </a:solidFill>
          <a:ln>
            <a:noFill/>
          </a:ln>
        </p:spPr>
        <p:txBody>
          <a:bodyPr wrap="square" lIns="91440" tIns="45720" rIns="4572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3"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21" name="Text Placeholder 13"/>
          <p:cNvSpPr>
            <a:spLocks noGrp="1"/>
          </p:cNvSpPr>
          <p:nvPr>
            <p:ph type="body" sz="quarter" idx="33"/>
          </p:nvPr>
        </p:nvSpPr>
        <p:spPr>
          <a:xfrm rot="5400000">
            <a:off x="1187196" y="1897381"/>
            <a:ext cx="1271016" cy="2426208"/>
          </a:xfrm>
          <a:prstGeom prst="chevron">
            <a:avLst>
              <a:gd name="adj" fmla="val 18344"/>
            </a:avLst>
          </a:prstGeom>
          <a:solidFill>
            <a:srgbClr val="B01C2E"/>
          </a:solidFill>
        </p:spPr>
        <p:txBody>
          <a:bodyPr vert="vert270" anchor="ctr"/>
          <a:lstStyle>
            <a:lvl1pPr algn="ctr">
              <a:buNone/>
              <a:defRPr sz="1200" b="1">
                <a:solidFill>
                  <a:srgbClr val="FFFFFF"/>
                </a:solidFill>
              </a:defRPr>
            </a:lvl1pPr>
          </a:lstStyle>
          <a:p>
            <a:pPr lvl="0"/>
            <a:r>
              <a:rPr lang="en-US"/>
              <a:t>Click to edit Master text styles</a:t>
            </a:r>
          </a:p>
        </p:txBody>
      </p:sp>
      <p:sp>
        <p:nvSpPr>
          <p:cNvPr id="22" name="Text Placeholder 13"/>
          <p:cNvSpPr>
            <a:spLocks noGrp="1"/>
          </p:cNvSpPr>
          <p:nvPr>
            <p:ph type="body" sz="quarter" idx="34"/>
          </p:nvPr>
        </p:nvSpPr>
        <p:spPr>
          <a:xfrm rot="5400000">
            <a:off x="1187196" y="3000757"/>
            <a:ext cx="1271016" cy="2426208"/>
          </a:xfrm>
          <a:prstGeom prst="chevron">
            <a:avLst>
              <a:gd name="adj" fmla="val 18344"/>
            </a:avLst>
          </a:prstGeom>
          <a:solidFill>
            <a:srgbClr val="B01C2E"/>
          </a:solidFill>
        </p:spPr>
        <p:txBody>
          <a:bodyPr vert="vert270" anchor="ctr"/>
          <a:lstStyle>
            <a:lvl1pPr algn="ctr">
              <a:buNone/>
              <a:defRPr sz="1200" b="1">
                <a:solidFill>
                  <a:srgbClr val="FFFFFF"/>
                </a:solidFill>
              </a:defRPr>
            </a:lvl1pPr>
          </a:lstStyle>
          <a:p>
            <a:pPr lvl="0"/>
            <a:r>
              <a:rPr lang="en-US"/>
              <a:t>Click to edit Master text styles</a:t>
            </a:r>
          </a:p>
        </p:txBody>
      </p:sp>
      <p:sp>
        <p:nvSpPr>
          <p:cNvPr id="23" name="Text Placeholder 13"/>
          <p:cNvSpPr>
            <a:spLocks noGrp="1"/>
          </p:cNvSpPr>
          <p:nvPr>
            <p:ph type="body" sz="quarter" idx="35"/>
          </p:nvPr>
        </p:nvSpPr>
        <p:spPr>
          <a:xfrm rot="5400000">
            <a:off x="1187196" y="4104132"/>
            <a:ext cx="1271016" cy="2426208"/>
          </a:xfrm>
          <a:prstGeom prst="chevron">
            <a:avLst>
              <a:gd name="adj" fmla="val 18344"/>
            </a:avLst>
          </a:prstGeom>
          <a:solidFill>
            <a:srgbClr val="B01C2E"/>
          </a:solidFill>
        </p:spPr>
        <p:txBody>
          <a:bodyPr vert="vert270" anchor="ctr"/>
          <a:lstStyle>
            <a:lvl1pPr algn="ctr">
              <a:buNone/>
              <a:defRPr sz="1200" b="1">
                <a:solidFill>
                  <a:srgbClr val="FFFFFF"/>
                </a:solidFill>
              </a:defRPr>
            </a:lvl1pPr>
          </a:lstStyle>
          <a:p>
            <a:pPr lvl="0"/>
            <a:r>
              <a:rPr lang="en-US"/>
              <a:t>Click to edit Master text styles</a:t>
            </a:r>
          </a:p>
        </p:txBody>
      </p:sp>
      <p:sp>
        <p:nvSpPr>
          <p:cNvPr id="11" name="Slide Number Placeholder 9"/>
          <p:cNvSpPr>
            <a:spLocks noGrp="1"/>
          </p:cNvSpPr>
          <p:nvPr>
            <p:ph type="sldNum" sz="quarter" idx="36"/>
          </p:nvPr>
        </p:nvSpPr>
        <p:spPr/>
        <p:txBody>
          <a:bodyPr/>
          <a:lstStyle>
            <a:lvl1pPr>
              <a:defRPr/>
            </a:lvl1pPr>
          </a:lstStyle>
          <a:p>
            <a:fld id="{4835DA82-056E-9542-8819-BE1B86DFF077}" type="slidenum">
              <a:rPr lang="en-US" altLang="en-US"/>
              <a:pPr/>
              <a:t>‹#›</a:t>
            </a:fld>
            <a:endParaRPr lang="en-US" altLang="en-US"/>
          </a:p>
        </p:txBody>
      </p:sp>
      <p:sp>
        <p:nvSpPr>
          <p:cNvPr id="12" name="Footer Placeholder 12"/>
          <p:cNvSpPr>
            <a:spLocks noGrp="1"/>
          </p:cNvSpPr>
          <p:nvPr>
            <p:ph type="ftr" sz="quarter" idx="37"/>
          </p:nvPr>
        </p:nvSpPr>
        <p:spPr/>
        <p:txBody>
          <a:bodyPr/>
          <a:lstStyle>
            <a:lvl1pPr>
              <a:defRPr/>
            </a:lvl1pPr>
          </a:lstStyle>
          <a:p>
            <a:pPr>
              <a:defRPr/>
            </a:pPr>
            <a:r>
              <a:rPr lang="en-US"/>
              <a:t>Redemptions</a:t>
            </a:r>
          </a:p>
        </p:txBody>
      </p:sp>
    </p:spTree>
    <p:extLst>
      <p:ext uri="{BB962C8B-B14F-4D97-AF65-F5344CB8AC3E}">
        <p14:creationId xmlns:p14="http://schemas.microsoft.com/office/powerpoint/2010/main" val="113127977"/>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Matrix">
    <p:spTree>
      <p:nvGrpSpPr>
        <p:cNvPr id="1" name=""/>
        <p:cNvGrpSpPr/>
        <p:nvPr/>
      </p:nvGrpSpPr>
      <p:grpSpPr>
        <a:xfrm>
          <a:off x="0" y="0"/>
          <a:ext cx="0" cy="0"/>
          <a:chOff x="0" y="0"/>
          <a:chExt cx="0" cy="0"/>
        </a:xfrm>
      </p:grpSpPr>
      <p:sp>
        <p:nvSpPr>
          <p:cNvPr id="11" name="AutoShape 8"/>
          <p:cNvSpPr>
            <a:spLocks noChangeArrowheads="1"/>
          </p:cNvSpPr>
          <p:nvPr userDrawn="1"/>
        </p:nvSpPr>
        <p:spPr bwMode="auto">
          <a:xfrm rot="5400000">
            <a:off x="7797801" y="3117850"/>
            <a:ext cx="4406900" cy="1828800"/>
          </a:xfrm>
          <a:prstGeom prst="homePlate">
            <a:avLst>
              <a:gd name="adj" fmla="val 19772"/>
            </a:avLst>
          </a:prstGeom>
          <a:gradFill flip="none" rotWithShape="1">
            <a:gsLst>
              <a:gs pos="0">
                <a:schemeClr val="tx1">
                  <a:tint val="66000"/>
                  <a:satMod val="160000"/>
                </a:schemeClr>
              </a:gs>
              <a:gs pos="50000">
                <a:schemeClr val="tx1">
                  <a:tint val="44500"/>
                  <a:satMod val="160000"/>
                </a:schemeClr>
              </a:gs>
              <a:gs pos="100000">
                <a:schemeClr val="tx1">
                  <a:tint val="23500"/>
                  <a:satMod val="160000"/>
                </a:schemeClr>
              </a:gs>
            </a:gsLst>
            <a:lin ang="0" scaled="1"/>
            <a:tileRect/>
          </a:gradFill>
          <a:ln w="6350">
            <a:noFill/>
            <a:miter lim="800000"/>
            <a:headEnd/>
            <a:tailEnd/>
          </a:ln>
          <a:effectLst/>
        </p:spPr>
        <p:txBody>
          <a:bodyPr lIns="72000" tIns="72000" rIns="72000" bIns="72000" anchor="ctr"/>
          <a:lstStyle/>
          <a:p>
            <a:pPr>
              <a:defRPr/>
            </a:pPr>
            <a:endParaRPr lang="en-US" sz="1800">
              <a:latin typeface="Arial" charset="0"/>
              <a:ea typeface="+mn-ea"/>
            </a:endParaRPr>
          </a:p>
        </p:txBody>
      </p:sp>
      <p:sp>
        <p:nvSpPr>
          <p:cNvPr id="12" name="AutoShape 4"/>
          <p:cNvSpPr>
            <a:spLocks noChangeArrowheads="1"/>
          </p:cNvSpPr>
          <p:nvPr userDrawn="1"/>
        </p:nvSpPr>
        <p:spPr bwMode="auto">
          <a:xfrm rot="5400000">
            <a:off x="-277813" y="3122613"/>
            <a:ext cx="4416425" cy="1828800"/>
          </a:xfrm>
          <a:prstGeom prst="homePlate">
            <a:avLst>
              <a:gd name="adj" fmla="val 19749"/>
            </a:avLst>
          </a:prstGeom>
          <a:gradFill flip="none" rotWithShape="1">
            <a:gsLst>
              <a:gs pos="0">
                <a:schemeClr val="tx1">
                  <a:tint val="66000"/>
                  <a:satMod val="160000"/>
                </a:schemeClr>
              </a:gs>
              <a:gs pos="50000">
                <a:schemeClr val="tx1">
                  <a:tint val="44500"/>
                  <a:satMod val="160000"/>
                </a:schemeClr>
              </a:gs>
              <a:gs pos="100000">
                <a:schemeClr val="tx1">
                  <a:tint val="23500"/>
                  <a:satMod val="160000"/>
                </a:schemeClr>
              </a:gs>
            </a:gsLst>
            <a:lin ang="0" scaled="1"/>
            <a:tileRect/>
          </a:gradFill>
          <a:ln w="6350">
            <a:noFill/>
            <a:miter lim="800000"/>
            <a:headEnd/>
            <a:tailEnd/>
          </a:ln>
          <a:effectLst/>
        </p:spPr>
        <p:txBody>
          <a:bodyPr lIns="72000" tIns="72000" rIns="72000" bIns="72000" anchor="ctr"/>
          <a:lstStyle/>
          <a:p>
            <a:pPr>
              <a:defRPr/>
            </a:pPr>
            <a:endParaRPr lang="en-US" sz="1800">
              <a:latin typeface="Arial" charset="0"/>
              <a:ea typeface="+mn-ea"/>
            </a:endParaRPr>
          </a:p>
        </p:txBody>
      </p:sp>
      <p:sp>
        <p:nvSpPr>
          <p:cNvPr id="13" name="AutoShape 5"/>
          <p:cNvSpPr>
            <a:spLocks noChangeArrowheads="1"/>
          </p:cNvSpPr>
          <p:nvPr userDrawn="1"/>
        </p:nvSpPr>
        <p:spPr bwMode="auto">
          <a:xfrm rot="5400000">
            <a:off x="1741488" y="3122613"/>
            <a:ext cx="4416425" cy="1828800"/>
          </a:xfrm>
          <a:prstGeom prst="homePlate">
            <a:avLst>
              <a:gd name="adj" fmla="val 19749"/>
            </a:avLst>
          </a:prstGeom>
          <a:gradFill flip="none" rotWithShape="1">
            <a:gsLst>
              <a:gs pos="0">
                <a:schemeClr val="tx1">
                  <a:tint val="66000"/>
                  <a:satMod val="160000"/>
                </a:schemeClr>
              </a:gs>
              <a:gs pos="50000">
                <a:schemeClr val="tx1">
                  <a:tint val="44500"/>
                  <a:satMod val="160000"/>
                </a:schemeClr>
              </a:gs>
              <a:gs pos="100000">
                <a:schemeClr val="tx1">
                  <a:tint val="23500"/>
                  <a:satMod val="160000"/>
                </a:schemeClr>
              </a:gs>
            </a:gsLst>
            <a:lin ang="0" scaled="1"/>
            <a:tileRect/>
          </a:gradFill>
          <a:ln w="6350">
            <a:noFill/>
            <a:miter lim="800000"/>
            <a:headEnd/>
            <a:tailEnd/>
          </a:ln>
          <a:effectLst/>
        </p:spPr>
        <p:txBody>
          <a:bodyPr lIns="72000" tIns="72000" rIns="72000" bIns="72000" anchor="ctr"/>
          <a:lstStyle/>
          <a:p>
            <a:pPr>
              <a:defRPr/>
            </a:pPr>
            <a:endParaRPr lang="en-US" sz="1800">
              <a:latin typeface="Arial" charset="0"/>
              <a:ea typeface="+mn-ea"/>
            </a:endParaRPr>
          </a:p>
        </p:txBody>
      </p:sp>
      <p:sp>
        <p:nvSpPr>
          <p:cNvPr id="14" name="AutoShape 6"/>
          <p:cNvSpPr>
            <a:spLocks noChangeArrowheads="1"/>
          </p:cNvSpPr>
          <p:nvPr userDrawn="1"/>
        </p:nvSpPr>
        <p:spPr bwMode="auto">
          <a:xfrm rot="5400000">
            <a:off x="3758672" y="3122613"/>
            <a:ext cx="4416425" cy="1828800"/>
          </a:xfrm>
          <a:prstGeom prst="homePlate">
            <a:avLst>
              <a:gd name="adj" fmla="val 19772"/>
            </a:avLst>
          </a:prstGeom>
          <a:gradFill flip="none" rotWithShape="1">
            <a:gsLst>
              <a:gs pos="0">
                <a:schemeClr val="tx1">
                  <a:tint val="66000"/>
                  <a:satMod val="160000"/>
                </a:schemeClr>
              </a:gs>
              <a:gs pos="50000">
                <a:schemeClr val="tx1">
                  <a:tint val="44500"/>
                  <a:satMod val="160000"/>
                </a:schemeClr>
              </a:gs>
              <a:gs pos="100000">
                <a:schemeClr val="tx1">
                  <a:tint val="23500"/>
                  <a:satMod val="160000"/>
                </a:schemeClr>
              </a:gs>
            </a:gsLst>
            <a:lin ang="0" scaled="1"/>
            <a:tileRect/>
          </a:gradFill>
          <a:ln w="6350">
            <a:noFill/>
            <a:miter lim="800000"/>
            <a:headEnd/>
            <a:tailEnd/>
          </a:ln>
          <a:effectLst/>
        </p:spPr>
        <p:txBody>
          <a:bodyPr lIns="72000" tIns="72000" rIns="72000" bIns="72000" anchor="ctr"/>
          <a:lstStyle/>
          <a:p>
            <a:pPr>
              <a:defRPr/>
            </a:pPr>
            <a:endParaRPr lang="en-US" sz="1800">
              <a:latin typeface="Arial" charset="0"/>
              <a:ea typeface="+mn-ea"/>
            </a:endParaRPr>
          </a:p>
        </p:txBody>
      </p:sp>
      <p:sp>
        <p:nvSpPr>
          <p:cNvPr id="15" name="AutoShape 7"/>
          <p:cNvSpPr>
            <a:spLocks noChangeArrowheads="1"/>
          </p:cNvSpPr>
          <p:nvPr userDrawn="1"/>
        </p:nvSpPr>
        <p:spPr bwMode="auto">
          <a:xfrm rot="5400000">
            <a:off x="5777972" y="3122613"/>
            <a:ext cx="4416425" cy="1828800"/>
          </a:xfrm>
          <a:prstGeom prst="homePlate">
            <a:avLst>
              <a:gd name="adj" fmla="val 19749"/>
            </a:avLst>
          </a:prstGeom>
          <a:gradFill flip="none" rotWithShape="1">
            <a:gsLst>
              <a:gs pos="0">
                <a:schemeClr val="tx1">
                  <a:tint val="66000"/>
                  <a:satMod val="160000"/>
                </a:schemeClr>
              </a:gs>
              <a:gs pos="50000">
                <a:schemeClr val="tx1">
                  <a:tint val="44500"/>
                  <a:satMod val="160000"/>
                </a:schemeClr>
              </a:gs>
              <a:gs pos="100000">
                <a:schemeClr val="tx1">
                  <a:tint val="23500"/>
                  <a:satMod val="160000"/>
                </a:schemeClr>
              </a:gs>
            </a:gsLst>
            <a:lin ang="0" scaled="1"/>
            <a:tileRect/>
          </a:gradFill>
          <a:ln w="6350">
            <a:noFill/>
            <a:miter lim="800000"/>
            <a:headEnd/>
            <a:tailEnd/>
          </a:ln>
          <a:effectLst/>
        </p:spPr>
        <p:txBody>
          <a:bodyPr lIns="72000" tIns="72000" rIns="72000" bIns="72000" anchor="ctr"/>
          <a:lstStyle/>
          <a:p>
            <a:pPr>
              <a:defRPr/>
            </a:pPr>
            <a:endParaRPr lang="en-US" sz="1800">
              <a:latin typeface="Arial" charset="0"/>
              <a:ea typeface="+mn-ea"/>
            </a:endParaRPr>
          </a:p>
        </p:txBody>
      </p:sp>
      <p:sp>
        <p:nvSpPr>
          <p:cNvPr id="17" name="Text Placeholder 16"/>
          <p:cNvSpPr>
            <a:spLocks noGrp="1"/>
          </p:cNvSpPr>
          <p:nvPr>
            <p:ph type="body" sz="quarter" idx="10"/>
          </p:nvPr>
        </p:nvSpPr>
        <p:spPr>
          <a:xfrm>
            <a:off x="1016000" y="1417320"/>
            <a:ext cx="1828800" cy="457200"/>
          </a:xfrm>
          <a:prstGeom prst="rect">
            <a:avLst/>
          </a:prstGeom>
          <a:solidFill>
            <a:srgbClr val="4D4D4D"/>
          </a:solidFill>
        </p:spPr>
        <p:txBody>
          <a:bodyPr anchor="ctr"/>
          <a:lstStyle>
            <a:lvl1pPr marL="0" indent="0" algn="ctr">
              <a:spcBef>
                <a:spcPts val="0"/>
              </a:spcBef>
              <a:buNone/>
              <a:defRPr sz="1200" b="1">
                <a:solidFill>
                  <a:srgbClr val="FFFFFF"/>
                </a:solidFill>
              </a:defRPr>
            </a:lvl1pPr>
          </a:lstStyle>
          <a:p>
            <a:pPr lvl="0"/>
            <a:r>
              <a:rPr lang="en-US"/>
              <a:t>Click to edit Master text styles</a:t>
            </a:r>
          </a:p>
        </p:txBody>
      </p:sp>
      <p:sp>
        <p:nvSpPr>
          <p:cNvPr id="18" name="Text Placeholder 16"/>
          <p:cNvSpPr>
            <a:spLocks noGrp="1"/>
          </p:cNvSpPr>
          <p:nvPr>
            <p:ph type="body" sz="quarter" idx="11"/>
          </p:nvPr>
        </p:nvSpPr>
        <p:spPr>
          <a:xfrm>
            <a:off x="3035300" y="1417320"/>
            <a:ext cx="1828800" cy="457200"/>
          </a:xfrm>
          <a:prstGeom prst="rect">
            <a:avLst/>
          </a:prstGeom>
          <a:solidFill>
            <a:srgbClr val="4D4D4D"/>
          </a:solidFill>
        </p:spPr>
        <p:txBody>
          <a:bodyPr anchor="ctr"/>
          <a:lstStyle>
            <a:lvl1pPr marL="0" indent="0" algn="ctr">
              <a:spcBef>
                <a:spcPts val="0"/>
              </a:spcBef>
              <a:buNone/>
              <a:defRPr lang="en-US" sz="1200" b="1" kern="1200" dirty="0">
                <a:solidFill>
                  <a:srgbClr val="FFFFFF"/>
                </a:solidFill>
                <a:latin typeface="+mn-lt"/>
                <a:ea typeface="+mn-ea"/>
                <a:cs typeface="+mn-cs"/>
              </a:defRPr>
            </a:lvl1pPr>
          </a:lstStyle>
          <a:p>
            <a:pPr lvl="0"/>
            <a:r>
              <a:rPr lang="en-US"/>
              <a:t>Click to edit Master text styles</a:t>
            </a:r>
          </a:p>
        </p:txBody>
      </p:sp>
      <p:sp>
        <p:nvSpPr>
          <p:cNvPr id="19" name="Text Placeholder 16"/>
          <p:cNvSpPr>
            <a:spLocks noGrp="1"/>
          </p:cNvSpPr>
          <p:nvPr>
            <p:ph type="body" sz="quarter" idx="12"/>
          </p:nvPr>
        </p:nvSpPr>
        <p:spPr>
          <a:xfrm>
            <a:off x="5052484" y="1417320"/>
            <a:ext cx="1828800" cy="457200"/>
          </a:xfrm>
          <a:prstGeom prst="rect">
            <a:avLst/>
          </a:prstGeom>
          <a:solidFill>
            <a:srgbClr val="4D4D4D"/>
          </a:solidFill>
        </p:spPr>
        <p:txBody>
          <a:bodyPr anchor="ctr"/>
          <a:lstStyle>
            <a:lvl1pPr marL="0" indent="0" algn="ctr">
              <a:spcBef>
                <a:spcPts val="0"/>
              </a:spcBef>
              <a:buNone/>
              <a:defRPr lang="en-US" sz="1200" b="1" kern="1200" dirty="0">
                <a:solidFill>
                  <a:srgbClr val="FFFFFF"/>
                </a:solidFill>
                <a:latin typeface="+mn-lt"/>
                <a:ea typeface="+mn-ea"/>
                <a:cs typeface="+mn-cs"/>
              </a:defRPr>
            </a:lvl1pPr>
          </a:lstStyle>
          <a:p>
            <a:pPr lvl="0"/>
            <a:r>
              <a:rPr lang="en-US"/>
              <a:t>Click to edit Master text styles</a:t>
            </a:r>
          </a:p>
        </p:txBody>
      </p:sp>
      <p:sp>
        <p:nvSpPr>
          <p:cNvPr id="20" name="Text Placeholder 16"/>
          <p:cNvSpPr>
            <a:spLocks noGrp="1"/>
          </p:cNvSpPr>
          <p:nvPr>
            <p:ph type="body" sz="quarter" idx="13"/>
          </p:nvPr>
        </p:nvSpPr>
        <p:spPr>
          <a:xfrm>
            <a:off x="7071784" y="1417320"/>
            <a:ext cx="1828800" cy="457200"/>
          </a:xfrm>
          <a:prstGeom prst="rect">
            <a:avLst/>
          </a:prstGeom>
          <a:solidFill>
            <a:srgbClr val="4D4D4D"/>
          </a:solidFill>
        </p:spPr>
        <p:txBody>
          <a:bodyPr anchor="ctr"/>
          <a:lstStyle>
            <a:lvl1pPr marL="0" indent="0" algn="ctr">
              <a:spcBef>
                <a:spcPts val="0"/>
              </a:spcBef>
              <a:buNone/>
              <a:defRPr lang="en-US" sz="1200" b="1" kern="1200" dirty="0">
                <a:solidFill>
                  <a:srgbClr val="FFFFFF"/>
                </a:solidFill>
                <a:latin typeface="+mn-lt"/>
                <a:ea typeface="+mn-ea"/>
                <a:cs typeface="+mn-cs"/>
              </a:defRPr>
            </a:lvl1pPr>
          </a:lstStyle>
          <a:p>
            <a:pPr lvl="0"/>
            <a:r>
              <a:rPr lang="en-US"/>
              <a:t>Click to edit Master text styles</a:t>
            </a:r>
          </a:p>
        </p:txBody>
      </p:sp>
      <p:sp>
        <p:nvSpPr>
          <p:cNvPr id="21" name="Text Placeholder 16"/>
          <p:cNvSpPr>
            <a:spLocks noGrp="1"/>
          </p:cNvSpPr>
          <p:nvPr>
            <p:ph type="body" sz="quarter" idx="14"/>
          </p:nvPr>
        </p:nvSpPr>
        <p:spPr>
          <a:xfrm>
            <a:off x="9086851" y="1417320"/>
            <a:ext cx="1828800" cy="457200"/>
          </a:xfrm>
          <a:prstGeom prst="rect">
            <a:avLst/>
          </a:prstGeom>
          <a:solidFill>
            <a:srgbClr val="4D4D4D"/>
          </a:solidFill>
        </p:spPr>
        <p:txBody>
          <a:bodyPr anchor="ctr"/>
          <a:lstStyle>
            <a:lvl1pPr marL="0" indent="0" algn="ctr">
              <a:spcBef>
                <a:spcPts val="0"/>
              </a:spcBef>
              <a:buNone/>
              <a:defRPr lang="en-US" sz="1200" b="1" kern="1200" dirty="0">
                <a:solidFill>
                  <a:srgbClr val="FFFFFF"/>
                </a:solidFill>
                <a:latin typeface="+mn-lt"/>
                <a:ea typeface="+mn-ea"/>
                <a:cs typeface="+mn-cs"/>
              </a:defRPr>
            </a:lvl1pPr>
          </a:lstStyle>
          <a:p>
            <a:pPr lvl="0"/>
            <a:r>
              <a:rPr lang="en-US"/>
              <a:t>Click to edit Master text styles</a:t>
            </a:r>
          </a:p>
        </p:txBody>
      </p:sp>
      <p:sp>
        <p:nvSpPr>
          <p:cNvPr id="26" name="Text Placeholder 19"/>
          <p:cNvSpPr>
            <a:spLocks noGrp="1"/>
          </p:cNvSpPr>
          <p:nvPr>
            <p:ph type="body" sz="quarter" idx="15"/>
          </p:nvPr>
        </p:nvSpPr>
        <p:spPr>
          <a:xfrm>
            <a:off x="812800" y="2133601"/>
            <a:ext cx="10521696" cy="1143000"/>
          </a:xfrm>
          <a:prstGeom prst="homePlate">
            <a:avLst>
              <a:gd name="adj" fmla="val 15807"/>
            </a:avLst>
          </a:prstGeom>
          <a:solidFill>
            <a:srgbClr val="FFFFFF"/>
          </a:solidFill>
          <a:ln>
            <a:solidFill>
              <a:srgbClr val="B01C2E"/>
            </a:solidFill>
          </a:ln>
        </p:spPr>
        <p:txBody>
          <a:bodyPr wrap="square" lIns="91440" tIns="45720" rIns="4572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vl4pPr marL="685800">
              <a:buClr>
                <a:srgbClr val="B01C2E"/>
              </a:buClr>
              <a:buFont typeface="Arial" pitchFamily="34" charset="0"/>
              <a:buChar char="–"/>
              <a:defRPr sz="1200"/>
            </a:lvl4pPr>
          </a:lstStyle>
          <a:p>
            <a:pPr lvl="0"/>
            <a:r>
              <a:rPr lang="en-US"/>
              <a:t>Click to edit Master text styles</a:t>
            </a:r>
          </a:p>
          <a:p>
            <a:pPr lvl="1"/>
            <a:r>
              <a:rPr lang="en-US"/>
              <a:t>Second level</a:t>
            </a:r>
          </a:p>
          <a:p>
            <a:pPr lvl="2"/>
            <a:r>
              <a:rPr lang="en-US"/>
              <a:t>Third level</a:t>
            </a:r>
          </a:p>
        </p:txBody>
      </p:sp>
      <p:sp>
        <p:nvSpPr>
          <p:cNvPr id="31" name="Text Placeholder 19"/>
          <p:cNvSpPr>
            <a:spLocks noGrp="1"/>
          </p:cNvSpPr>
          <p:nvPr>
            <p:ph type="body" sz="quarter" idx="21"/>
          </p:nvPr>
        </p:nvSpPr>
        <p:spPr>
          <a:xfrm>
            <a:off x="812800" y="3390901"/>
            <a:ext cx="10521696" cy="1143000"/>
          </a:xfrm>
          <a:prstGeom prst="homePlate">
            <a:avLst>
              <a:gd name="adj" fmla="val 15807"/>
            </a:avLst>
          </a:prstGeom>
          <a:solidFill>
            <a:srgbClr val="FFFFFF"/>
          </a:solidFill>
          <a:ln>
            <a:solidFill>
              <a:srgbClr val="B01C2E"/>
            </a:solidFill>
          </a:ln>
        </p:spPr>
        <p:txBody>
          <a:bodyPr wrap="square" lIns="91440" tIns="45720" rIns="4572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vl4pPr>
              <a:defRPr lang="en-US" sz="1200" kern="1200" dirty="0">
                <a:solidFill>
                  <a:schemeClr val="tx1"/>
                </a:solidFill>
                <a:latin typeface="+mn-lt"/>
                <a:ea typeface="+mn-ea"/>
                <a:cs typeface="+mn-cs"/>
              </a:defRPr>
            </a:lvl4pPr>
          </a:lstStyle>
          <a:p>
            <a:pPr lvl="0"/>
            <a:r>
              <a:rPr lang="en-US"/>
              <a:t>Click to edit Master text styles</a:t>
            </a:r>
          </a:p>
          <a:p>
            <a:pPr lvl="1"/>
            <a:r>
              <a:rPr lang="en-US"/>
              <a:t>Second level</a:t>
            </a:r>
          </a:p>
          <a:p>
            <a:pPr lvl="2"/>
            <a:r>
              <a:rPr lang="en-US"/>
              <a:t>Third level</a:t>
            </a:r>
          </a:p>
        </p:txBody>
      </p:sp>
      <p:sp>
        <p:nvSpPr>
          <p:cNvPr id="32" name="Text Placeholder 19"/>
          <p:cNvSpPr>
            <a:spLocks noGrp="1"/>
          </p:cNvSpPr>
          <p:nvPr>
            <p:ph type="body" sz="quarter" idx="22"/>
          </p:nvPr>
        </p:nvSpPr>
        <p:spPr>
          <a:xfrm>
            <a:off x="812800" y="4648200"/>
            <a:ext cx="10521696" cy="1143000"/>
          </a:xfrm>
          <a:prstGeom prst="homePlate">
            <a:avLst>
              <a:gd name="adj" fmla="val 15807"/>
            </a:avLst>
          </a:prstGeom>
          <a:solidFill>
            <a:srgbClr val="FFFFFF"/>
          </a:solidFill>
          <a:ln>
            <a:solidFill>
              <a:srgbClr val="B01C2E"/>
            </a:solidFill>
          </a:ln>
        </p:spPr>
        <p:txBody>
          <a:bodyPr wrap="square" lIns="91440" tIns="45720" rIns="4572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vl4pPr>
              <a:defRPr lang="en-US" sz="1200" kern="1200" dirty="0">
                <a:solidFill>
                  <a:schemeClr val="tx1"/>
                </a:solidFill>
                <a:latin typeface="+mn-lt"/>
                <a:ea typeface="+mn-ea"/>
                <a:cs typeface="+mn-cs"/>
              </a:defRPr>
            </a:lvl4pPr>
          </a:lstStyle>
          <a:p>
            <a:pPr lvl="0"/>
            <a:r>
              <a:rPr lang="en-US"/>
              <a:t>Click to edit Master text styles</a:t>
            </a:r>
          </a:p>
          <a:p>
            <a:pPr lvl="1"/>
            <a:r>
              <a:rPr lang="en-US"/>
              <a:t>Second level</a:t>
            </a:r>
          </a:p>
          <a:p>
            <a:pPr lvl="2"/>
            <a:r>
              <a:rPr lang="en-US"/>
              <a:t>Third level</a:t>
            </a:r>
          </a:p>
        </p:txBody>
      </p:sp>
      <p:sp>
        <p:nvSpPr>
          <p:cNvPr id="23"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6" name="Slide Number Placeholder 9"/>
          <p:cNvSpPr>
            <a:spLocks noGrp="1"/>
          </p:cNvSpPr>
          <p:nvPr>
            <p:ph type="sldNum" sz="quarter" idx="23"/>
          </p:nvPr>
        </p:nvSpPr>
        <p:spPr/>
        <p:txBody>
          <a:bodyPr/>
          <a:lstStyle>
            <a:lvl1pPr>
              <a:defRPr/>
            </a:lvl1pPr>
          </a:lstStyle>
          <a:p>
            <a:fld id="{4755A724-3117-D848-90FF-6F79FEC20653}" type="slidenum">
              <a:rPr lang="en-US" altLang="en-US"/>
              <a:pPr/>
              <a:t>‹#›</a:t>
            </a:fld>
            <a:endParaRPr lang="en-US" altLang="en-US"/>
          </a:p>
        </p:txBody>
      </p:sp>
      <p:sp>
        <p:nvSpPr>
          <p:cNvPr id="22" name="Footer Placeholder 21"/>
          <p:cNvSpPr>
            <a:spLocks noGrp="1"/>
          </p:cNvSpPr>
          <p:nvPr>
            <p:ph type="ftr" sz="quarter" idx="24"/>
          </p:nvPr>
        </p:nvSpPr>
        <p:spPr/>
        <p:txBody>
          <a:bodyPr/>
          <a:lstStyle>
            <a:lvl1pPr>
              <a:defRPr smtClean="0"/>
            </a:lvl1pPr>
          </a:lstStyle>
          <a:p>
            <a:pPr>
              <a:defRPr/>
            </a:pPr>
            <a:r>
              <a:rPr lang="en-US"/>
              <a:t>Redemptions</a:t>
            </a:r>
          </a:p>
        </p:txBody>
      </p:sp>
    </p:spTree>
    <p:extLst>
      <p:ext uri="{BB962C8B-B14F-4D97-AF65-F5344CB8AC3E}">
        <p14:creationId xmlns:p14="http://schemas.microsoft.com/office/powerpoint/2010/main" val="1871942132"/>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Text Blocks - Chevrons resulting From">
    <p:spTree>
      <p:nvGrpSpPr>
        <p:cNvPr id="1" name=""/>
        <p:cNvGrpSpPr/>
        <p:nvPr/>
      </p:nvGrpSpPr>
      <p:grpSpPr>
        <a:xfrm>
          <a:off x="0" y="0"/>
          <a:ext cx="0" cy="0"/>
          <a:chOff x="0" y="0"/>
          <a:chExt cx="0" cy="0"/>
        </a:xfrm>
      </p:grpSpPr>
      <p:sp>
        <p:nvSpPr>
          <p:cNvPr id="21" name="Text Placeholder 12"/>
          <p:cNvSpPr>
            <a:spLocks noGrp="1"/>
          </p:cNvSpPr>
          <p:nvPr>
            <p:ph type="body" sz="quarter" idx="18"/>
          </p:nvPr>
        </p:nvSpPr>
        <p:spPr>
          <a:xfrm>
            <a:off x="4364736" y="1444752"/>
            <a:ext cx="3462528" cy="3968496"/>
          </a:xfrm>
          <a:prstGeom prst="rect">
            <a:avLst/>
          </a:prstGeom>
        </p:spPr>
        <p:txBody>
          <a:bodyPr wrap="square" lIns="640080" rIns="640080" anchor="ctr" anchorCtr="1">
            <a:noAutofit/>
          </a:bodyPr>
          <a:lstStyle>
            <a:lvl1pPr marL="0" indent="0" algn="ctr">
              <a:spcBef>
                <a:spcPts val="0"/>
              </a:spcBef>
              <a:spcAft>
                <a:spcPts val="0"/>
              </a:spcAft>
              <a:buNone/>
              <a:defRPr sz="1200" b="1"/>
            </a:lvl1pPr>
          </a:lstStyle>
          <a:p>
            <a:pPr lvl="0"/>
            <a:r>
              <a:rPr lang="en-US"/>
              <a:t>Click to edit Master text styles</a:t>
            </a:r>
          </a:p>
        </p:txBody>
      </p:sp>
      <p:sp>
        <p:nvSpPr>
          <p:cNvPr id="14" name="Text Placeholder 19"/>
          <p:cNvSpPr>
            <a:spLocks noGrp="1"/>
          </p:cNvSpPr>
          <p:nvPr>
            <p:ph type="body" sz="quarter" idx="15"/>
          </p:nvPr>
        </p:nvSpPr>
        <p:spPr>
          <a:xfrm>
            <a:off x="7160768" y="1524000"/>
            <a:ext cx="4218432" cy="731520"/>
          </a:xfrm>
          <a:prstGeom prst="homePlate">
            <a:avLst>
              <a:gd name="adj" fmla="val 33249"/>
            </a:avLst>
          </a:prstGeom>
          <a:noFill/>
          <a:ln>
            <a:solidFill>
              <a:srgbClr val="B01C2E"/>
            </a:solidFill>
          </a:ln>
        </p:spPr>
        <p:txBody>
          <a:bodyPr wrap="square" lIns="91440" tIns="45720" rIns="18288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8" name="Text Placeholder 19"/>
          <p:cNvSpPr>
            <a:spLocks noGrp="1"/>
          </p:cNvSpPr>
          <p:nvPr>
            <p:ph type="body" sz="quarter" idx="31"/>
          </p:nvPr>
        </p:nvSpPr>
        <p:spPr>
          <a:xfrm flipH="1">
            <a:off x="812800" y="1524000"/>
            <a:ext cx="4218432" cy="731520"/>
          </a:xfrm>
          <a:prstGeom prst="homePlate">
            <a:avLst>
              <a:gd name="adj" fmla="val 33249"/>
            </a:avLst>
          </a:prstGeom>
          <a:noFill/>
          <a:ln>
            <a:solidFill>
              <a:srgbClr val="B01C2E"/>
            </a:solidFill>
          </a:ln>
        </p:spPr>
        <p:txBody>
          <a:bodyPr wrap="square" lIns="182880" tIns="45720" rIns="9144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9" name="Text Placeholder 19"/>
          <p:cNvSpPr>
            <a:spLocks noGrp="1"/>
          </p:cNvSpPr>
          <p:nvPr>
            <p:ph type="body" sz="quarter" idx="32"/>
          </p:nvPr>
        </p:nvSpPr>
        <p:spPr>
          <a:xfrm>
            <a:off x="7160768" y="2550160"/>
            <a:ext cx="4218432" cy="731520"/>
          </a:xfrm>
          <a:prstGeom prst="homePlate">
            <a:avLst>
              <a:gd name="adj" fmla="val 33249"/>
            </a:avLst>
          </a:prstGeom>
          <a:noFill/>
          <a:ln>
            <a:solidFill>
              <a:srgbClr val="B01C2E"/>
            </a:solidFill>
          </a:ln>
        </p:spPr>
        <p:txBody>
          <a:bodyPr wrap="square" lIns="91440" tIns="45720" rIns="18288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20" name="Text Placeholder 19"/>
          <p:cNvSpPr>
            <a:spLocks noGrp="1"/>
          </p:cNvSpPr>
          <p:nvPr>
            <p:ph type="body" sz="quarter" idx="33"/>
          </p:nvPr>
        </p:nvSpPr>
        <p:spPr>
          <a:xfrm flipH="1">
            <a:off x="812800" y="2550160"/>
            <a:ext cx="4218432" cy="731520"/>
          </a:xfrm>
          <a:prstGeom prst="homePlate">
            <a:avLst>
              <a:gd name="adj" fmla="val 33249"/>
            </a:avLst>
          </a:prstGeom>
          <a:noFill/>
          <a:ln>
            <a:solidFill>
              <a:srgbClr val="B01C2E"/>
            </a:solidFill>
          </a:ln>
        </p:spPr>
        <p:txBody>
          <a:bodyPr wrap="square" lIns="182880" tIns="45720" rIns="9144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28" name="Text Placeholder 19"/>
          <p:cNvSpPr>
            <a:spLocks noGrp="1"/>
          </p:cNvSpPr>
          <p:nvPr>
            <p:ph type="body" sz="quarter" idx="34"/>
          </p:nvPr>
        </p:nvSpPr>
        <p:spPr>
          <a:xfrm>
            <a:off x="7160768" y="3576320"/>
            <a:ext cx="4218432" cy="731520"/>
          </a:xfrm>
          <a:prstGeom prst="homePlate">
            <a:avLst>
              <a:gd name="adj" fmla="val 33249"/>
            </a:avLst>
          </a:prstGeom>
          <a:noFill/>
          <a:ln>
            <a:solidFill>
              <a:srgbClr val="B01C2E"/>
            </a:solidFill>
          </a:ln>
        </p:spPr>
        <p:txBody>
          <a:bodyPr wrap="square" lIns="91440" tIns="45720" rIns="18288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32" name="Text Placeholder 19"/>
          <p:cNvSpPr>
            <a:spLocks noGrp="1"/>
          </p:cNvSpPr>
          <p:nvPr>
            <p:ph type="body" sz="quarter" idx="35"/>
          </p:nvPr>
        </p:nvSpPr>
        <p:spPr>
          <a:xfrm flipH="1">
            <a:off x="812800" y="3576320"/>
            <a:ext cx="4218432" cy="731520"/>
          </a:xfrm>
          <a:prstGeom prst="homePlate">
            <a:avLst>
              <a:gd name="adj" fmla="val 33249"/>
            </a:avLst>
          </a:prstGeom>
          <a:noFill/>
          <a:ln>
            <a:solidFill>
              <a:srgbClr val="B01C2E"/>
            </a:solidFill>
          </a:ln>
        </p:spPr>
        <p:txBody>
          <a:bodyPr wrap="square" lIns="182880" tIns="45720" rIns="9144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33" name="Text Placeholder 19"/>
          <p:cNvSpPr>
            <a:spLocks noGrp="1"/>
          </p:cNvSpPr>
          <p:nvPr>
            <p:ph type="body" sz="quarter" idx="36"/>
          </p:nvPr>
        </p:nvSpPr>
        <p:spPr>
          <a:xfrm>
            <a:off x="7160768" y="4602480"/>
            <a:ext cx="4218432" cy="731520"/>
          </a:xfrm>
          <a:prstGeom prst="homePlate">
            <a:avLst>
              <a:gd name="adj" fmla="val 33249"/>
            </a:avLst>
          </a:prstGeom>
          <a:noFill/>
          <a:ln>
            <a:solidFill>
              <a:srgbClr val="B01C2E"/>
            </a:solidFill>
          </a:ln>
        </p:spPr>
        <p:txBody>
          <a:bodyPr wrap="square" lIns="91440" tIns="45720" rIns="18288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34" name="Text Placeholder 19"/>
          <p:cNvSpPr>
            <a:spLocks noGrp="1"/>
          </p:cNvSpPr>
          <p:nvPr>
            <p:ph type="body" sz="quarter" idx="37"/>
          </p:nvPr>
        </p:nvSpPr>
        <p:spPr>
          <a:xfrm flipH="1">
            <a:off x="812800" y="4602480"/>
            <a:ext cx="4218432" cy="731520"/>
          </a:xfrm>
          <a:prstGeom prst="homePlate">
            <a:avLst>
              <a:gd name="adj" fmla="val 33249"/>
            </a:avLst>
          </a:prstGeom>
          <a:noFill/>
          <a:ln>
            <a:solidFill>
              <a:srgbClr val="B01C2E"/>
            </a:solidFill>
          </a:ln>
        </p:spPr>
        <p:txBody>
          <a:bodyPr wrap="square" lIns="182880" tIns="45720" rIns="9144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3"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2" name="Slide Number Placeholder 9"/>
          <p:cNvSpPr>
            <a:spLocks noGrp="1"/>
          </p:cNvSpPr>
          <p:nvPr>
            <p:ph type="sldNum" sz="quarter" idx="38"/>
          </p:nvPr>
        </p:nvSpPr>
        <p:spPr/>
        <p:txBody>
          <a:bodyPr/>
          <a:lstStyle>
            <a:lvl1pPr>
              <a:defRPr/>
            </a:lvl1pPr>
          </a:lstStyle>
          <a:p>
            <a:fld id="{BA6B416F-5AE6-D74C-AE38-5D34E63DFA9A}" type="slidenum">
              <a:rPr lang="en-US" altLang="en-US"/>
              <a:pPr/>
              <a:t>‹#›</a:t>
            </a:fld>
            <a:endParaRPr lang="en-US" altLang="en-US"/>
          </a:p>
        </p:txBody>
      </p:sp>
      <p:sp>
        <p:nvSpPr>
          <p:cNvPr id="15" name="Footer Placeholder 12"/>
          <p:cNvSpPr>
            <a:spLocks noGrp="1"/>
          </p:cNvSpPr>
          <p:nvPr>
            <p:ph type="ftr" sz="quarter" idx="39"/>
          </p:nvPr>
        </p:nvSpPr>
        <p:spPr/>
        <p:txBody>
          <a:bodyPr/>
          <a:lstStyle>
            <a:lvl1pPr>
              <a:defRPr/>
            </a:lvl1pPr>
          </a:lstStyle>
          <a:p>
            <a:pPr>
              <a:defRPr/>
            </a:pPr>
            <a:r>
              <a:rPr lang="en-US"/>
              <a:t>Redemptions</a:t>
            </a:r>
          </a:p>
        </p:txBody>
      </p:sp>
    </p:spTree>
    <p:extLst>
      <p:ext uri="{BB962C8B-B14F-4D97-AF65-F5344CB8AC3E}">
        <p14:creationId xmlns:p14="http://schemas.microsoft.com/office/powerpoint/2010/main" val="1235410699"/>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Text Blocks - Chevrons leading to">
    <p:spTree>
      <p:nvGrpSpPr>
        <p:cNvPr id="1" name=""/>
        <p:cNvGrpSpPr/>
        <p:nvPr/>
      </p:nvGrpSpPr>
      <p:grpSpPr>
        <a:xfrm>
          <a:off x="0" y="0"/>
          <a:ext cx="0" cy="0"/>
          <a:chOff x="0" y="0"/>
          <a:chExt cx="0" cy="0"/>
        </a:xfrm>
      </p:grpSpPr>
      <p:sp>
        <p:nvSpPr>
          <p:cNvPr id="19" name="Text Placeholder 12"/>
          <p:cNvSpPr>
            <a:spLocks noGrp="1"/>
          </p:cNvSpPr>
          <p:nvPr>
            <p:ph type="body" sz="quarter" idx="18"/>
          </p:nvPr>
        </p:nvSpPr>
        <p:spPr>
          <a:xfrm>
            <a:off x="8331200" y="1420504"/>
            <a:ext cx="3450336" cy="4800600"/>
          </a:xfrm>
          <a:prstGeom prst="rect">
            <a:avLst/>
          </a:prstGeom>
          <a:noFill/>
          <a:ln>
            <a:solidFill>
              <a:srgbClr val="C0C0C0"/>
            </a:solidFill>
          </a:ln>
        </p:spPr>
        <p:txBody>
          <a:bodyPr wrap="square" lIns="91440" anchor="t" anchorCtr="0">
            <a:noAutofit/>
          </a:bodyPr>
          <a:lstStyle>
            <a:lvl1pPr marL="233363" indent="-233363" algn="l">
              <a:spcBef>
                <a:spcPts val="200"/>
              </a:spcBef>
              <a:buClr>
                <a:srgbClr val="B01C2E"/>
              </a:buClr>
              <a:buFont typeface="Wingdings 2" pitchFamily="18" charset="2"/>
              <a:buChar char=""/>
              <a:defRPr sz="1200" baseline="0"/>
            </a:lvl1pPr>
            <a:lvl2pPr marL="338138" indent="-173038">
              <a:spcBef>
                <a:spcPts val="200"/>
              </a:spcBef>
              <a:buClr>
                <a:srgbClr val="B01C2E"/>
              </a:buClr>
              <a:buFont typeface="Arial" pitchFamily="34" charset="0"/>
              <a:buChar char="•"/>
              <a:tabLst/>
              <a:defRPr sz="1200" baseline="0"/>
            </a:lvl2pPr>
            <a:lvl3pPr marL="502920" indent="-173038">
              <a:spcBef>
                <a:spcPts val="200"/>
              </a:spcBef>
              <a:buClr>
                <a:srgbClr val="B01C2E"/>
              </a:buClr>
              <a:buFont typeface="Arial" pitchFamily="34" charset="0"/>
              <a:buChar char="–"/>
              <a:defRPr sz="1200" baseline="0"/>
            </a:lvl3pPr>
            <a:lvl4pPr marL="685800" indent="-173736">
              <a:spcBef>
                <a:spcPts val="200"/>
              </a:spcBef>
              <a:buClr>
                <a:srgbClr val="B01C2E"/>
              </a:buClr>
              <a:buFont typeface="Arial" pitchFamily="34" charset="0"/>
              <a:buChar char="–"/>
              <a:tabLst/>
              <a:defRPr sz="1200"/>
            </a:lvl4pPr>
            <a:lvl5pPr marL="850392" indent="-173736">
              <a:spcBef>
                <a:spcPts val="200"/>
              </a:spcBef>
              <a:buClr>
                <a:srgbClr val="B01C2E"/>
              </a:buClr>
              <a:buFont typeface="Arial" pitchFamily="34" charset="0"/>
              <a:buChar char="–"/>
              <a:defRPr sz="1200"/>
            </a:lvl5pPr>
            <a:lvl6pPr marL="1115568">
              <a:buClr>
                <a:srgbClr val="B01C1A"/>
              </a:buClr>
              <a:buFont typeface="Arial" pitchFamily="34" charset="0"/>
              <a:buChar char="–"/>
              <a:defRPr sz="1200"/>
            </a:lvl6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Text Placeholder 19"/>
          <p:cNvSpPr>
            <a:spLocks noGrp="1"/>
          </p:cNvSpPr>
          <p:nvPr>
            <p:ph type="body" sz="quarter" idx="15"/>
          </p:nvPr>
        </p:nvSpPr>
        <p:spPr>
          <a:xfrm>
            <a:off x="670560" y="1554480"/>
            <a:ext cx="7376160" cy="960120"/>
          </a:xfrm>
          <a:prstGeom prst="homePlate">
            <a:avLst>
              <a:gd name="adj" fmla="val 15807"/>
            </a:avLst>
          </a:prstGeom>
          <a:solidFill>
            <a:srgbClr val="FFFFFF"/>
          </a:solidFill>
          <a:ln>
            <a:solidFill>
              <a:srgbClr val="B01C2E"/>
            </a:solidFill>
          </a:ln>
        </p:spPr>
        <p:txBody>
          <a:bodyPr wrap="square" lIns="91440" tIns="45720" rIns="45720" bIns="45720" anchor="ctr">
            <a:noAutofit/>
          </a:bodyPr>
          <a:lstStyle>
            <a:lvl1pPr marL="118872" indent="-118872">
              <a:spcBef>
                <a:spcPts val="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1" name="Text Placeholder 19"/>
          <p:cNvSpPr>
            <a:spLocks noGrp="1"/>
          </p:cNvSpPr>
          <p:nvPr>
            <p:ph type="body" sz="quarter" idx="21"/>
          </p:nvPr>
        </p:nvSpPr>
        <p:spPr>
          <a:xfrm>
            <a:off x="670560" y="2748280"/>
            <a:ext cx="7376160" cy="960120"/>
          </a:xfrm>
          <a:prstGeom prst="homePlate">
            <a:avLst>
              <a:gd name="adj" fmla="val 15807"/>
            </a:avLst>
          </a:prstGeom>
          <a:solidFill>
            <a:srgbClr val="FFFFFF"/>
          </a:solidFill>
          <a:ln>
            <a:solidFill>
              <a:srgbClr val="B01C2E"/>
            </a:solidFill>
          </a:ln>
        </p:spPr>
        <p:txBody>
          <a:bodyPr wrap="square" lIns="91440" tIns="45720" rIns="45720" bIns="45720" anchor="ctr">
            <a:noAutofit/>
          </a:bodyPr>
          <a:lstStyle>
            <a:lvl1pPr marL="118872" indent="-118872">
              <a:spcBef>
                <a:spcPts val="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2" name="Text Placeholder 19"/>
          <p:cNvSpPr>
            <a:spLocks noGrp="1"/>
          </p:cNvSpPr>
          <p:nvPr>
            <p:ph type="body" sz="quarter" idx="22"/>
          </p:nvPr>
        </p:nvSpPr>
        <p:spPr>
          <a:xfrm>
            <a:off x="670560" y="3942080"/>
            <a:ext cx="7376160" cy="960120"/>
          </a:xfrm>
          <a:prstGeom prst="homePlate">
            <a:avLst>
              <a:gd name="adj" fmla="val 15807"/>
            </a:avLst>
          </a:prstGeom>
          <a:solidFill>
            <a:srgbClr val="FFFFFF"/>
          </a:solidFill>
          <a:ln>
            <a:solidFill>
              <a:srgbClr val="B01C2E"/>
            </a:solidFill>
          </a:ln>
        </p:spPr>
        <p:txBody>
          <a:bodyPr wrap="square" lIns="91440" tIns="45720" rIns="45720" bIns="45720" anchor="ctr">
            <a:noAutofit/>
          </a:bodyPr>
          <a:lstStyle>
            <a:lvl1pPr marL="118872" indent="-118872">
              <a:spcBef>
                <a:spcPts val="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6" name="Text Placeholder 19"/>
          <p:cNvSpPr>
            <a:spLocks noGrp="1"/>
          </p:cNvSpPr>
          <p:nvPr>
            <p:ph type="body" sz="quarter" idx="23"/>
          </p:nvPr>
        </p:nvSpPr>
        <p:spPr>
          <a:xfrm>
            <a:off x="670560" y="5135880"/>
            <a:ext cx="7376160" cy="960120"/>
          </a:xfrm>
          <a:prstGeom prst="homePlate">
            <a:avLst>
              <a:gd name="adj" fmla="val 15807"/>
            </a:avLst>
          </a:prstGeom>
          <a:solidFill>
            <a:srgbClr val="FFFFFF"/>
          </a:solidFill>
          <a:ln>
            <a:solidFill>
              <a:srgbClr val="B01C2E"/>
            </a:solidFill>
          </a:ln>
        </p:spPr>
        <p:txBody>
          <a:bodyPr wrap="square" lIns="91440" tIns="45720" rIns="45720" bIns="45720" anchor="ctr">
            <a:noAutofit/>
          </a:bodyPr>
          <a:lstStyle>
            <a:lvl1pPr marL="118872" indent="-118872">
              <a:spcBef>
                <a:spcPts val="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9"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8" name="Slide Number Placeholder 9"/>
          <p:cNvSpPr>
            <a:spLocks noGrp="1"/>
          </p:cNvSpPr>
          <p:nvPr>
            <p:ph type="sldNum" sz="quarter" idx="24"/>
          </p:nvPr>
        </p:nvSpPr>
        <p:spPr/>
        <p:txBody>
          <a:bodyPr/>
          <a:lstStyle>
            <a:lvl1pPr>
              <a:defRPr/>
            </a:lvl1pPr>
          </a:lstStyle>
          <a:p>
            <a:fld id="{12EFD6B5-614C-464C-AC16-8E45A0815BB5}" type="slidenum">
              <a:rPr lang="en-US" altLang="en-US"/>
              <a:pPr/>
              <a:t>‹#›</a:t>
            </a:fld>
            <a:endParaRPr lang="en-US" altLang="en-US"/>
          </a:p>
        </p:txBody>
      </p:sp>
      <p:sp>
        <p:nvSpPr>
          <p:cNvPr id="13" name="Footer Placeholder 12"/>
          <p:cNvSpPr>
            <a:spLocks noGrp="1"/>
          </p:cNvSpPr>
          <p:nvPr>
            <p:ph type="ftr" sz="quarter" idx="25"/>
          </p:nvPr>
        </p:nvSpPr>
        <p:spPr/>
        <p:txBody>
          <a:bodyPr/>
          <a:lstStyle>
            <a:lvl1pPr>
              <a:defRPr/>
            </a:lvl1pPr>
          </a:lstStyle>
          <a:p>
            <a:pPr>
              <a:defRPr/>
            </a:pPr>
            <a:r>
              <a:rPr lang="en-US"/>
              <a:t>Redemptions</a:t>
            </a:r>
          </a:p>
        </p:txBody>
      </p:sp>
    </p:spTree>
    <p:extLst>
      <p:ext uri="{BB962C8B-B14F-4D97-AF65-F5344CB8AC3E}">
        <p14:creationId xmlns:p14="http://schemas.microsoft.com/office/powerpoint/2010/main" val="1706955121"/>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Phases and threads with arrows">
    <p:spTree>
      <p:nvGrpSpPr>
        <p:cNvPr id="1" name=""/>
        <p:cNvGrpSpPr/>
        <p:nvPr/>
      </p:nvGrpSpPr>
      <p:grpSpPr>
        <a:xfrm>
          <a:off x="0" y="0"/>
          <a:ext cx="0" cy="0"/>
          <a:chOff x="0" y="0"/>
          <a:chExt cx="0" cy="0"/>
        </a:xfrm>
      </p:grpSpPr>
      <p:sp>
        <p:nvSpPr>
          <p:cNvPr id="32" name="Text Placeholder 19"/>
          <p:cNvSpPr>
            <a:spLocks noGrp="1"/>
          </p:cNvSpPr>
          <p:nvPr>
            <p:ph type="body" sz="quarter" idx="15"/>
          </p:nvPr>
        </p:nvSpPr>
        <p:spPr>
          <a:xfrm>
            <a:off x="406400" y="2362200"/>
            <a:ext cx="8156448" cy="941832"/>
          </a:xfrm>
          <a:prstGeom prst="homePlate">
            <a:avLst>
              <a:gd name="adj" fmla="val 50223"/>
            </a:avLst>
          </a:prstGeom>
          <a:gradFill flip="none" rotWithShape="1">
            <a:gsLst>
              <a:gs pos="0">
                <a:srgbClr val="000000">
                  <a:tint val="66000"/>
                  <a:satMod val="160000"/>
                </a:srgbClr>
              </a:gs>
              <a:gs pos="50000">
                <a:srgbClr val="000000">
                  <a:tint val="44500"/>
                  <a:satMod val="160000"/>
                </a:srgbClr>
              </a:gs>
              <a:gs pos="100000">
                <a:srgbClr val="000000">
                  <a:tint val="23500"/>
                  <a:satMod val="160000"/>
                </a:srgbClr>
              </a:gs>
            </a:gsLst>
            <a:lin ang="10800000" scaled="1"/>
            <a:tileRect/>
          </a:gradFill>
          <a:ln>
            <a:noFill/>
          </a:ln>
        </p:spPr>
        <p:txBody>
          <a:bodyPr wrap="square" lIns="91440" tIns="45720" rIns="5029200" bIns="45720" anchor="ctr">
            <a:noAutofit/>
          </a:bodyPr>
          <a:lstStyle>
            <a:lvl1pPr marL="0" indent="0">
              <a:spcBef>
                <a:spcPts val="0"/>
              </a:spcBef>
              <a:buClr>
                <a:schemeClr val="accent1"/>
              </a:buClr>
              <a:buFont typeface="Wingdings" pitchFamily="2" charset="2"/>
              <a:buNone/>
              <a:defRPr sz="1000" b="1"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p:txBody>
      </p:sp>
      <p:sp>
        <p:nvSpPr>
          <p:cNvPr id="33" name="Text Placeholder 19"/>
          <p:cNvSpPr>
            <a:spLocks noGrp="1"/>
          </p:cNvSpPr>
          <p:nvPr>
            <p:ph type="body" sz="quarter" idx="33"/>
          </p:nvPr>
        </p:nvSpPr>
        <p:spPr>
          <a:xfrm>
            <a:off x="406400" y="3491484"/>
            <a:ext cx="8128000" cy="941832"/>
          </a:xfrm>
          <a:prstGeom prst="homePlate">
            <a:avLst>
              <a:gd name="adj" fmla="val 50223"/>
            </a:avLst>
          </a:prstGeom>
          <a:gradFill flip="none" rotWithShape="1">
            <a:gsLst>
              <a:gs pos="0">
                <a:srgbClr val="000000">
                  <a:tint val="66000"/>
                  <a:satMod val="160000"/>
                </a:srgbClr>
              </a:gs>
              <a:gs pos="50000">
                <a:srgbClr val="000000">
                  <a:tint val="44500"/>
                  <a:satMod val="160000"/>
                </a:srgbClr>
              </a:gs>
              <a:gs pos="100000">
                <a:srgbClr val="000000">
                  <a:tint val="23500"/>
                  <a:satMod val="160000"/>
                </a:srgbClr>
              </a:gs>
            </a:gsLst>
            <a:lin ang="10800000" scaled="1"/>
            <a:tileRect/>
          </a:gradFill>
          <a:ln>
            <a:noFill/>
          </a:ln>
        </p:spPr>
        <p:txBody>
          <a:bodyPr wrap="square" lIns="91440" tIns="45720" rIns="5029200" bIns="45720" anchor="ctr">
            <a:noAutofit/>
          </a:bodyPr>
          <a:lstStyle>
            <a:lvl1pPr marL="0" indent="0">
              <a:spcBef>
                <a:spcPts val="0"/>
              </a:spcBef>
              <a:buClr>
                <a:schemeClr val="accent1"/>
              </a:buClr>
              <a:buFont typeface="Wingdings" pitchFamily="2" charset="2"/>
              <a:buNone/>
              <a:defRPr sz="1000" b="1"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p:txBody>
      </p:sp>
      <p:sp>
        <p:nvSpPr>
          <p:cNvPr id="36" name="Text Placeholder 19"/>
          <p:cNvSpPr>
            <a:spLocks noGrp="1"/>
          </p:cNvSpPr>
          <p:nvPr>
            <p:ph type="body" sz="quarter" idx="34"/>
          </p:nvPr>
        </p:nvSpPr>
        <p:spPr>
          <a:xfrm>
            <a:off x="406400" y="4620768"/>
            <a:ext cx="8128000" cy="941832"/>
          </a:xfrm>
          <a:prstGeom prst="homePlate">
            <a:avLst>
              <a:gd name="adj" fmla="val 50223"/>
            </a:avLst>
          </a:prstGeom>
          <a:gradFill flip="none" rotWithShape="1">
            <a:gsLst>
              <a:gs pos="0">
                <a:srgbClr val="000000">
                  <a:tint val="66000"/>
                  <a:satMod val="160000"/>
                </a:srgbClr>
              </a:gs>
              <a:gs pos="50000">
                <a:srgbClr val="000000">
                  <a:tint val="44500"/>
                  <a:satMod val="160000"/>
                </a:srgbClr>
              </a:gs>
              <a:gs pos="100000">
                <a:srgbClr val="000000">
                  <a:tint val="23500"/>
                  <a:satMod val="160000"/>
                </a:srgbClr>
              </a:gs>
            </a:gsLst>
            <a:lin ang="10800000" scaled="1"/>
            <a:tileRect/>
          </a:gradFill>
          <a:ln>
            <a:noFill/>
          </a:ln>
        </p:spPr>
        <p:txBody>
          <a:bodyPr wrap="square" lIns="91440" tIns="45720" rIns="5029200" bIns="45720" anchor="ctr">
            <a:noAutofit/>
          </a:bodyPr>
          <a:lstStyle>
            <a:lvl1pPr marL="0" indent="0">
              <a:spcBef>
                <a:spcPts val="0"/>
              </a:spcBef>
              <a:buClr>
                <a:schemeClr val="accent1"/>
              </a:buClr>
              <a:buFont typeface="Wingdings" pitchFamily="2" charset="2"/>
              <a:buNone/>
              <a:defRPr sz="1000" b="1"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p:txBody>
      </p:sp>
      <p:sp>
        <p:nvSpPr>
          <p:cNvPr id="26" name="Text Placeholder 25"/>
          <p:cNvSpPr>
            <a:spLocks noGrp="1"/>
          </p:cNvSpPr>
          <p:nvPr>
            <p:ph type="body" sz="quarter" idx="21"/>
          </p:nvPr>
        </p:nvSpPr>
        <p:spPr>
          <a:xfrm>
            <a:off x="8548577" y="1417320"/>
            <a:ext cx="2804160" cy="429768"/>
          </a:xfrm>
          <a:prstGeom prst="rect">
            <a:avLst/>
          </a:prstGeom>
          <a:solidFill>
            <a:srgbClr val="B01C2E"/>
          </a:solidFill>
          <a:ln>
            <a:solidFill>
              <a:srgbClr val="B01C2E"/>
            </a:solidFill>
          </a:ln>
        </p:spPr>
        <p:txBody>
          <a:bodyPr anchor="ctr"/>
          <a:lstStyle>
            <a:lvl1pPr algn="ctr">
              <a:buNone/>
              <a:defRPr sz="1200" b="1">
                <a:solidFill>
                  <a:srgbClr val="FFFFFF"/>
                </a:solidFill>
              </a:defRPr>
            </a:lvl1pPr>
          </a:lstStyle>
          <a:p>
            <a:pPr lvl="0"/>
            <a:r>
              <a:rPr lang="en-US"/>
              <a:t>Click to edit Master text styles</a:t>
            </a:r>
          </a:p>
        </p:txBody>
      </p:sp>
      <p:sp>
        <p:nvSpPr>
          <p:cNvPr id="17" name="Text Placeholder 12"/>
          <p:cNvSpPr>
            <a:spLocks noGrp="1"/>
          </p:cNvSpPr>
          <p:nvPr>
            <p:ph type="body" sz="quarter" idx="27"/>
          </p:nvPr>
        </p:nvSpPr>
        <p:spPr>
          <a:xfrm>
            <a:off x="5854700" y="2136788"/>
            <a:ext cx="1975104" cy="3657600"/>
          </a:xfrm>
          <a:prstGeom prst="rect">
            <a:avLst/>
          </a:prstGeom>
          <a:solidFill>
            <a:srgbClr val="FFFFFF"/>
          </a:solidFill>
          <a:ln>
            <a:solidFill>
              <a:srgbClr val="C0C0C0"/>
            </a:solidFill>
          </a:ln>
        </p:spPr>
        <p:txBody>
          <a:bodyPr wrap="square" lIns="91440" anchor="t" anchorCtr="0">
            <a:noAutofit/>
          </a:bodyPr>
          <a:lstStyle>
            <a:lvl1pPr marL="233363" indent="-233363" algn="l">
              <a:spcBef>
                <a:spcPts val="200"/>
              </a:spcBef>
              <a:buClr>
                <a:srgbClr val="B01C2E"/>
              </a:buClr>
              <a:buFont typeface="Wingdings 2" pitchFamily="18" charset="2"/>
              <a:buChar char=""/>
              <a:defRPr sz="1000" baseline="0"/>
            </a:lvl1pPr>
            <a:lvl2pPr marL="338138" indent="-173038">
              <a:spcBef>
                <a:spcPts val="200"/>
              </a:spcBef>
              <a:buClr>
                <a:srgbClr val="B01C2E"/>
              </a:buClr>
              <a:buFont typeface="Arial" pitchFamily="34" charset="0"/>
              <a:buChar char="•"/>
              <a:tabLst/>
              <a:defRPr sz="1000" baseline="0"/>
            </a:lvl2pPr>
            <a:lvl3pPr marL="502920" indent="-173038">
              <a:spcBef>
                <a:spcPts val="200"/>
              </a:spcBef>
              <a:buClr>
                <a:srgbClr val="B01C2E"/>
              </a:buClr>
              <a:buFont typeface="Arial" pitchFamily="34" charset="0"/>
              <a:buChar char="–"/>
              <a:defRPr sz="1000" baseline="0"/>
            </a:lvl3pPr>
            <a:lvl4pPr marL="685800" indent="-173736">
              <a:spcBef>
                <a:spcPts val="200"/>
              </a:spcBef>
              <a:buClr>
                <a:srgbClr val="B01C2E"/>
              </a:buClr>
              <a:buFont typeface="Arial" pitchFamily="34" charset="0"/>
              <a:buChar char="–"/>
              <a:tabLst/>
              <a:defRPr sz="1000"/>
            </a:lvl4pPr>
            <a:lvl5pPr marL="850392" indent="-173736">
              <a:spcBef>
                <a:spcPts val="200"/>
              </a:spcBef>
              <a:buClr>
                <a:srgbClr val="B01C2E"/>
              </a:buClr>
              <a:buFont typeface="Arial" pitchFamily="34" charset="0"/>
              <a:buChar char="–"/>
              <a:defRPr sz="1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8" name="Text Placeholder 12"/>
          <p:cNvSpPr>
            <a:spLocks noGrp="1"/>
          </p:cNvSpPr>
          <p:nvPr>
            <p:ph type="body" sz="quarter" idx="28"/>
          </p:nvPr>
        </p:nvSpPr>
        <p:spPr>
          <a:xfrm>
            <a:off x="3698748" y="2136788"/>
            <a:ext cx="1975104" cy="3657600"/>
          </a:xfrm>
          <a:prstGeom prst="rect">
            <a:avLst/>
          </a:prstGeom>
          <a:solidFill>
            <a:srgbClr val="FFFFFF"/>
          </a:solidFill>
          <a:ln>
            <a:solidFill>
              <a:srgbClr val="C0C0C0"/>
            </a:solidFill>
          </a:ln>
        </p:spPr>
        <p:txBody>
          <a:bodyPr wrap="square" lIns="91440" anchor="t" anchorCtr="0">
            <a:noAutofit/>
          </a:bodyPr>
          <a:lstStyle>
            <a:lvl1pPr marL="233363" indent="-233363" algn="l">
              <a:spcBef>
                <a:spcPts val="200"/>
              </a:spcBef>
              <a:buClr>
                <a:srgbClr val="B01C2E"/>
              </a:buClr>
              <a:buFont typeface="Wingdings 2" pitchFamily="18" charset="2"/>
              <a:buChar char=""/>
              <a:defRPr sz="1000" baseline="0"/>
            </a:lvl1pPr>
            <a:lvl2pPr marL="338138" indent="-173038">
              <a:spcBef>
                <a:spcPts val="200"/>
              </a:spcBef>
              <a:buClr>
                <a:srgbClr val="B01C2E"/>
              </a:buClr>
              <a:buFont typeface="Arial" pitchFamily="34" charset="0"/>
              <a:buChar char="•"/>
              <a:tabLst/>
              <a:defRPr sz="1000" baseline="0"/>
            </a:lvl2pPr>
            <a:lvl3pPr marL="502920" indent="-173038">
              <a:spcBef>
                <a:spcPts val="200"/>
              </a:spcBef>
              <a:buClr>
                <a:srgbClr val="B01C2E"/>
              </a:buClr>
              <a:buFont typeface="Arial" pitchFamily="34" charset="0"/>
              <a:buChar char="–"/>
              <a:defRPr sz="1000" baseline="0"/>
            </a:lvl3pPr>
            <a:lvl4pPr marL="685800" indent="-173736">
              <a:spcBef>
                <a:spcPts val="200"/>
              </a:spcBef>
              <a:buClr>
                <a:srgbClr val="B01C2E"/>
              </a:buClr>
              <a:buFont typeface="Arial" pitchFamily="34" charset="0"/>
              <a:buChar char="–"/>
              <a:tabLst/>
              <a:defRPr sz="1000"/>
            </a:lvl4pPr>
            <a:lvl5pPr marL="850392" indent="-173736">
              <a:spcBef>
                <a:spcPts val="200"/>
              </a:spcBef>
              <a:buClr>
                <a:srgbClr val="B01C2E"/>
              </a:buClr>
              <a:buFont typeface="Arial" pitchFamily="34" charset="0"/>
              <a:buChar char="–"/>
              <a:defRPr sz="1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9" name="Text Placeholder 12"/>
          <p:cNvSpPr>
            <a:spLocks noGrp="1"/>
          </p:cNvSpPr>
          <p:nvPr>
            <p:ph type="body" sz="quarter" idx="29"/>
          </p:nvPr>
        </p:nvSpPr>
        <p:spPr>
          <a:xfrm>
            <a:off x="1542796" y="2136788"/>
            <a:ext cx="1975104" cy="3657600"/>
          </a:xfrm>
          <a:prstGeom prst="rect">
            <a:avLst/>
          </a:prstGeom>
          <a:solidFill>
            <a:srgbClr val="FFFFFF"/>
          </a:solidFill>
          <a:ln>
            <a:solidFill>
              <a:srgbClr val="C0C0C0"/>
            </a:solidFill>
          </a:ln>
        </p:spPr>
        <p:txBody>
          <a:bodyPr wrap="square" lIns="91440" anchor="t" anchorCtr="0">
            <a:noAutofit/>
          </a:bodyPr>
          <a:lstStyle>
            <a:lvl1pPr marL="233363" indent="-233363" algn="l">
              <a:spcBef>
                <a:spcPts val="200"/>
              </a:spcBef>
              <a:buClr>
                <a:srgbClr val="B01C2E"/>
              </a:buClr>
              <a:buFont typeface="Wingdings 2" pitchFamily="18" charset="2"/>
              <a:buChar char=""/>
              <a:defRPr sz="1000" baseline="0"/>
            </a:lvl1pPr>
            <a:lvl2pPr marL="338138" indent="-173038">
              <a:spcBef>
                <a:spcPts val="200"/>
              </a:spcBef>
              <a:buClr>
                <a:srgbClr val="B01C2E"/>
              </a:buClr>
              <a:buFont typeface="Arial" pitchFamily="34" charset="0"/>
              <a:buChar char="•"/>
              <a:tabLst/>
              <a:defRPr sz="1000" baseline="0"/>
            </a:lvl2pPr>
            <a:lvl3pPr marL="502920" indent="-173038">
              <a:spcBef>
                <a:spcPts val="200"/>
              </a:spcBef>
              <a:buClr>
                <a:srgbClr val="B01C2E"/>
              </a:buClr>
              <a:buFont typeface="Arial" pitchFamily="34" charset="0"/>
              <a:buChar char="–"/>
              <a:defRPr sz="1000" baseline="0"/>
            </a:lvl3pPr>
            <a:lvl4pPr marL="685800" indent="-173736">
              <a:spcBef>
                <a:spcPts val="200"/>
              </a:spcBef>
              <a:buClr>
                <a:srgbClr val="B01C2E"/>
              </a:buClr>
              <a:buFont typeface="Arial" pitchFamily="34" charset="0"/>
              <a:buChar char="–"/>
              <a:tabLst/>
              <a:defRPr sz="1000"/>
            </a:lvl4pPr>
            <a:lvl5pPr marL="850392" indent="-173736">
              <a:spcBef>
                <a:spcPts val="200"/>
              </a:spcBef>
              <a:buClr>
                <a:srgbClr val="B01C2E"/>
              </a:buClr>
              <a:buFont typeface="Arial" pitchFamily="34" charset="0"/>
              <a:buChar char="–"/>
              <a:defRPr sz="1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0" name="Text Placeholder 25"/>
          <p:cNvSpPr>
            <a:spLocks noGrp="1"/>
          </p:cNvSpPr>
          <p:nvPr>
            <p:ph type="body" sz="quarter" idx="30"/>
          </p:nvPr>
        </p:nvSpPr>
        <p:spPr>
          <a:xfrm>
            <a:off x="1542796" y="1738919"/>
            <a:ext cx="1975104" cy="384048"/>
          </a:xfrm>
          <a:prstGeom prst="rect">
            <a:avLst/>
          </a:prstGeom>
          <a:solidFill>
            <a:srgbClr val="4D4D4D"/>
          </a:solidFill>
          <a:ln>
            <a:solidFill>
              <a:srgbClr val="4D4D4D"/>
            </a:solidFill>
          </a:ln>
        </p:spPr>
        <p:txBody>
          <a:bodyPr anchor="ctr"/>
          <a:lstStyle>
            <a:lvl1pPr algn="ctr">
              <a:buNone/>
              <a:defRPr sz="1000" b="1">
                <a:solidFill>
                  <a:srgbClr val="FFFFFF"/>
                </a:solidFill>
              </a:defRPr>
            </a:lvl1pPr>
          </a:lstStyle>
          <a:p>
            <a:pPr lvl="0"/>
            <a:r>
              <a:rPr lang="en-US"/>
              <a:t>Click to edit Master text styles</a:t>
            </a:r>
          </a:p>
        </p:txBody>
      </p:sp>
      <p:sp>
        <p:nvSpPr>
          <p:cNvPr id="21" name="Text Placeholder 25"/>
          <p:cNvSpPr>
            <a:spLocks noGrp="1"/>
          </p:cNvSpPr>
          <p:nvPr>
            <p:ph type="body" sz="quarter" idx="31"/>
          </p:nvPr>
        </p:nvSpPr>
        <p:spPr>
          <a:xfrm>
            <a:off x="3698748" y="1738919"/>
            <a:ext cx="1975104" cy="384048"/>
          </a:xfrm>
          <a:prstGeom prst="rect">
            <a:avLst/>
          </a:prstGeom>
          <a:solidFill>
            <a:srgbClr val="4D4D4D"/>
          </a:solidFill>
          <a:ln>
            <a:solidFill>
              <a:srgbClr val="4D4D4D"/>
            </a:solidFill>
          </a:ln>
        </p:spPr>
        <p:txBody>
          <a:bodyPr anchor="ctr"/>
          <a:lstStyle>
            <a:lvl1pPr algn="ctr">
              <a:buNone/>
              <a:defRPr sz="1000" b="1">
                <a:solidFill>
                  <a:srgbClr val="FFFFFF"/>
                </a:solidFill>
              </a:defRPr>
            </a:lvl1pPr>
          </a:lstStyle>
          <a:p>
            <a:pPr lvl="0"/>
            <a:r>
              <a:rPr lang="en-US"/>
              <a:t>Click to edit Master text styles</a:t>
            </a:r>
          </a:p>
        </p:txBody>
      </p:sp>
      <p:sp>
        <p:nvSpPr>
          <p:cNvPr id="25" name="Text Placeholder 25"/>
          <p:cNvSpPr>
            <a:spLocks noGrp="1"/>
          </p:cNvSpPr>
          <p:nvPr>
            <p:ph type="body" sz="quarter" idx="32"/>
          </p:nvPr>
        </p:nvSpPr>
        <p:spPr>
          <a:xfrm>
            <a:off x="5854700" y="1738919"/>
            <a:ext cx="1975104" cy="384048"/>
          </a:xfrm>
          <a:prstGeom prst="rect">
            <a:avLst/>
          </a:prstGeom>
          <a:solidFill>
            <a:srgbClr val="4D4D4D"/>
          </a:solidFill>
          <a:ln>
            <a:solidFill>
              <a:srgbClr val="4D4D4D"/>
            </a:solidFill>
          </a:ln>
        </p:spPr>
        <p:txBody>
          <a:bodyPr anchor="ctr"/>
          <a:lstStyle>
            <a:lvl1pPr algn="ctr">
              <a:buNone/>
              <a:defRPr sz="1000" b="1">
                <a:solidFill>
                  <a:srgbClr val="FFFFFF"/>
                </a:solidFill>
              </a:defRPr>
            </a:lvl1pPr>
          </a:lstStyle>
          <a:p>
            <a:pPr lvl="0"/>
            <a:r>
              <a:rPr lang="en-US"/>
              <a:t>Click to edit Master text styles</a:t>
            </a:r>
          </a:p>
        </p:txBody>
      </p:sp>
      <p:sp>
        <p:nvSpPr>
          <p:cNvPr id="15"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6" name="Content Placeholder 10"/>
          <p:cNvSpPr>
            <a:spLocks noGrp="1"/>
          </p:cNvSpPr>
          <p:nvPr>
            <p:ph sz="quarter" idx="20"/>
          </p:nvPr>
        </p:nvSpPr>
        <p:spPr>
          <a:xfrm>
            <a:off x="8548577" y="1861185"/>
            <a:ext cx="2804160" cy="4206240"/>
          </a:xfrm>
          <a:prstGeom prst="rect">
            <a:avLst/>
          </a:prstGeom>
          <a:solidFill>
            <a:srgbClr val="FFFFFF"/>
          </a:solidFill>
          <a:ln>
            <a:solidFill>
              <a:srgbClr val="C0C0C0"/>
            </a:solidFill>
          </a:ln>
        </p:spPr>
        <p:txBody>
          <a:bodyPr rIns="457200"/>
          <a:lstStyle>
            <a:lvl1pPr marL="228600" indent="-228600">
              <a:spcBef>
                <a:spcPts val="24"/>
              </a:spcBef>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p:txBody>
      </p:sp>
      <p:sp>
        <p:nvSpPr>
          <p:cNvPr id="14" name="Slide Number Placeholder 9"/>
          <p:cNvSpPr>
            <a:spLocks noGrp="1"/>
          </p:cNvSpPr>
          <p:nvPr>
            <p:ph type="sldNum" sz="quarter" idx="35"/>
          </p:nvPr>
        </p:nvSpPr>
        <p:spPr/>
        <p:txBody>
          <a:bodyPr/>
          <a:lstStyle>
            <a:lvl1pPr>
              <a:defRPr/>
            </a:lvl1pPr>
          </a:lstStyle>
          <a:p>
            <a:fld id="{08AE5534-AA48-F74E-87DE-645A72BA9DD1}" type="slidenum">
              <a:rPr lang="en-US" altLang="en-US"/>
              <a:pPr/>
              <a:t>‹#›</a:t>
            </a:fld>
            <a:endParaRPr lang="en-US" altLang="en-US"/>
          </a:p>
        </p:txBody>
      </p:sp>
      <p:sp>
        <p:nvSpPr>
          <p:cNvPr id="22" name="Footer Placeholder 12"/>
          <p:cNvSpPr>
            <a:spLocks noGrp="1"/>
          </p:cNvSpPr>
          <p:nvPr>
            <p:ph type="ftr" sz="quarter" idx="36"/>
          </p:nvPr>
        </p:nvSpPr>
        <p:spPr/>
        <p:txBody>
          <a:bodyPr/>
          <a:lstStyle>
            <a:lvl1pPr>
              <a:defRPr/>
            </a:lvl1pPr>
          </a:lstStyle>
          <a:p>
            <a:pPr>
              <a:defRPr/>
            </a:pPr>
            <a:r>
              <a:rPr lang="en-US"/>
              <a:t>Redemptions</a:t>
            </a:r>
          </a:p>
        </p:txBody>
      </p:sp>
    </p:spTree>
    <p:extLst>
      <p:ext uri="{BB962C8B-B14F-4D97-AF65-F5344CB8AC3E}">
        <p14:creationId xmlns:p14="http://schemas.microsoft.com/office/powerpoint/2010/main" val="163188782"/>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Project Phases">
    <p:spTree>
      <p:nvGrpSpPr>
        <p:cNvPr id="1" name=""/>
        <p:cNvGrpSpPr/>
        <p:nvPr/>
      </p:nvGrpSpPr>
      <p:grpSpPr>
        <a:xfrm>
          <a:off x="0" y="0"/>
          <a:ext cx="0" cy="0"/>
          <a:chOff x="0" y="0"/>
          <a:chExt cx="0" cy="0"/>
        </a:xfrm>
      </p:grpSpPr>
      <p:sp>
        <p:nvSpPr>
          <p:cNvPr id="15" name="Freeform 11"/>
          <p:cNvSpPr>
            <a:spLocks/>
          </p:cNvSpPr>
          <p:nvPr userDrawn="1"/>
        </p:nvSpPr>
        <p:spPr bwMode="auto">
          <a:xfrm>
            <a:off x="4091518" y="1981201"/>
            <a:ext cx="3382433" cy="339725"/>
          </a:xfrm>
          <a:custGeom>
            <a:avLst/>
            <a:gdLst>
              <a:gd name="T0" fmla="*/ 0 w 2536891"/>
              <a:gd name="T1" fmla="*/ 0 h 488372"/>
              <a:gd name="T2" fmla="*/ 1942613 w 2536891"/>
              <a:gd name="T3" fmla="*/ 0 h 488372"/>
              <a:gd name="T4" fmla="*/ 2455867 w 2536891"/>
              <a:gd name="T5" fmla="*/ 200 h 488372"/>
              <a:gd name="T6" fmla="*/ 2536627 w 2536891"/>
              <a:gd name="T7" fmla="*/ 114356 h 488372"/>
              <a:gd name="T8" fmla="*/ 131751 w 2536891"/>
              <a:gd name="T9" fmla="*/ 114356 h 488372"/>
              <a:gd name="T10" fmla="*/ 81090 w 2536891"/>
              <a:gd name="T11" fmla="*/ 113442 h 488372"/>
              <a:gd name="T12" fmla="*/ 0 w 2536891"/>
              <a:gd name="T13" fmla="*/ 0 h 48837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536891" h="488372">
                <a:moveTo>
                  <a:pt x="0" y="0"/>
                </a:moveTo>
                <a:lnTo>
                  <a:pt x="1942817" y="0"/>
                </a:lnTo>
                <a:lnTo>
                  <a:pt x="2456123" y="856"/>
                </a:lnTo>
                <a:lnTo>
                  <a:pt x="2536891" y="488372"/>
                </a:lnTo>
                <a:lnTo>
                  <a:pt x="131763" y="488372"/>
                </a:lnTo>
                <a:lnTo>
                  <a:pt x="81098" y="484467"/>
                </a:lnTo>
                <a:lnTo>
                  <a:pt x="0" y="0"/>
                </a:lnTo>
                <a:close/>
              </a:path>
            </a:pathLst>
          </a:custGeom>
          <a:solidFill>
            <a:srgbClr val="4D4D4D"/>
          </a:solidFill>
          <a:ln w="6350" cap="flat" cmpd="sng">
            <a:solidFill>
              <a:srgbClr val="A9A9A9"/>
            </a:solidFill>
            <a:prstDash val="solid"/>
            <a:round/>
            <a:headEnd type="none" w="med" len="med"/>
            <a:tailEnd type="none" w="med" len="med"/>
          </a:ln>
        </p:spPr>
        <p:txBody>
          <a:bodyPr/>
          <a:lstStyle/>
          <a:p>
            <a:endParaRPr lang="en-US" sz="1800"/>
          </a:p>
        </p:txBody>
      </p:sp>
      <p:sp>
        <p:nvSpPr>
          <p:cNvPr id="17" name="Freeform 13"/>
          <p:cNvSpPr>
            <a:spLocks/>
          </p:cNvSpPr>
          <p:nvPr userDrawn="1"/>
        </p:nvSpPr>
        <p:spPr bwMode="auto">
          <a:xfrm>
            <a:off x="609601" y="1982789"/>
            <a:ext cx="3373967" cy="339725"/>
          </a:xfrm>
          <a:custGeom>
            <a:avLst/>
            <a:gdLst>
              <a:gd name="T0" fmla="*/ 0 w 2529680"/>
              <a:gd name="T1" fmla="*/ 0 h 488372"/>
              <a:gd name="T2" fmla="*/ 1945261 w 2529680"/>
              <a:gd name="T3" fmla="*/ 0 h 488372"/>
              <a:gd name="T4" fmla="*/ 2463980 w 2529680"/>
              <a:gd name="T5" fmla="*/ 200 h 488372"/>
              <a:gd name="T6" fmla="*/ 2532861 w 2529680"/>
              <a:gd name="T7" fmla="*/ 113442 h 488372"/>
              <a:gd name="T8" fmla="*/ 0 w 2529680"/>
              <a:gd name="T9" fmla="*/ 114356 h 488372"/>
              <a:gd name="T10" fmla="*/ 0 w 2529680"/>
              <a:gd name="T11" fmla="*/ 0 h 488372"/>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2529680" h="488372">
                <a:moveTo>
                  <a:pt x="0" y="0"/>
                </a:moveTo>
                <a:lnTo>
                  <a:pt x="1942817" y="0"/>
                </a:lnTo>
                <a:lnTo>
                  <a:pt x="2460885" y="856"/>
                </a:lnTo>
                <a:lnTo>
                  <a:pt x="2529680" y="484467"/>
                </a:lnTo>
                <a:lnTo>
                  <a:pt x="0" y="488372"/>
                </a:lnTo>
                <a:lnTo>
                  <a:pt x="0" y="0"/>
                </a:lnTo>
                <a:close/>
              </a:path>
            </a:pathLst>
          </a:custGeom>
          <a:solidFill>
            <a:srgbClr val="4D4D4D"/>
          </a:solidFill>
          <a:ln w="6350" cap="flat" cmpd="sng">
            <a:solidFill>
              <a:srgbClr val="A9A9A9"/>
            </a:solidFill>
            <a:prstDash val="solid"/>
            <a:round/>
            <a:headEnd type="none" w="med" len="med"/>
            <a:tailEnd type="none" w="med" len="med"/>
          </a:ln>
        </p:spPr>
        <p:txBody>
          <a:bodyPr/>
          <a:lstStyle/>
          <a:p>
            <a:endParaRPr lang="en-US" sz="1800"/>
          </a:p>
        </p:txBody>
      </p:sp>
      <p:sp>
        <p:nvSpPr>
          <p:cNvPr id="21" name="Freeform 14"/>
          <p:cNvSpPr>
            <a:spLocks/>
          </p:cNvSpPr>
          <p:nvPr userDrawn="1"/>
        </p:nvSpPr>
        <p:spPr bwMode="auto">
          <a:xfrm>
            <a:off x="7579785" y="1981201"/>
            <a:ext cx="3829049" cy="339725"/>
          </a:xfrm>
          <a:custGeom>
            <a:avLst/>
            <a:gdLst>
              <a:gd name="T0" fmla="*/ 0 w 2996886"/>
              <a:gd name="T1" fmla="*/ 0 h 488372"/>
              <a:gd name="T2" fmla="*/ 1638173 w 2996886"/>
              <a:gd name="T3" fmla="*/ 0 h 488372"/>
              <a:gd name="T4" fmla="*/ 2526959 w 2996886"/>
              <a:gd name="T5" fmla="*/ 200 h 488372"/>
              <a:gd name="T6" fmla="*/ 2525539 w 2996886"/>
              <a:gd name="T7" fmla="*/ 114356 h 488372"/>
              <a:gd name="T8" fmla="*/ 60236 w 2996886"/>
              <a:gd name="T9" fmla="*/ 114356 h 488372"/>
              <a:gd name="T10" fmla="*/ 0 w 2996886"/>
              <a:gd name="T11" fmla="*/ 0 h 488372"/>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2996886" h="488372">
                <a:moveTo>
                  <a:pt x="0" y="0"/>
                </a:moveTo>
                <a:lnTo>
                  <a:pt x="1942817" y="0"/>
                </a:lnTo>
                <a:lnTo>
                  <a:pt x="2996886" y="855"/>
                </a:lnTo>
                <a:cubicBezTo>
                  <a:pt x="2996325" y="163361"/>
                  <a:pt x="2995763" y="325866"/>
                  <a:pt x="2995202" y="488372"/>
                </a:cubicBezTo>
                <a:lnTo>
                  <a:pt x="71438" y="488372"/>
                </a:lnTo>
                <a:lnTo>
                  <a:pt x="0" y="0"/>
                </a:lnTo>
                <a:close/>
              </a:path>
            </a:pathLst>
          </a:custGeom>
          <a:solidFill>
            <a:srgbClr val="4D4D4D"/>
          </a:solidFill>
          <a:ln w="6350" cap="flat" cmpd="sng">
            <a:solidFill>
              <a:srgbClr val="A9A9A9"/>
            </a:solidFill>
            <a:prstDash val="solid"/>
            <a:round/>
            <a:headEnd type="none" w="med" len="med"/>
            <a:tailEnd type="none" w="med" len="med"/>
          </a:ln>
        </p:spPr>
        <p:txBody>
          <a:bodyPr/>
          <a:lstStyle/>
          <a:p>
            <a:endParaRPr lang="en-US" sz="1800"/>
          </a:p>
        </p:txBody>
      </p:sp>
      <p:sp>
        <p:nvSpPr>
          <p:cNvPr id="28" name="Text Placeholder 12"/>
          <p:cNvSpPr>
            <a:spLocks noGrp="1"/>
          </p:cNvSpPr>
          <p:nvPr>
            <p:ph type="body" sz="quarter" idx="16"/>
          </p:nvPr>
        </p:nvSpPr>
        <p:spPr bwMode="gray">
          <a:xfrm>
            <a:off x="7574514" y="1983087"/>
            <a:ext cx="3834321" cy="1903112"/>
          </a:xfrm>
          <a:custGeom>
            <a:avLst/>
            <a:gdLst>
              <a:gd name="connsiteX0" fmla="*/ 0 w 2674468"/>
              <a:gd name="connsiteY0" fmla="*/ 0 h 1724992"/>
              <a:gd name="connsiteX1" fmla="*/ 2472747 w 2674468"/>
              <a:gd name="connsiteY1" fmla="*/ 0 h 1724992"/>
              <a:gd name="connsiteX2" fmla="*/ 2674468 w 2674468"/>
              <a:gd name="connsiteY2" fmla="*/ 862496 h 1724992"/>
              <a:gd name="connsiteX3" fmla="*/ 2472747 w 2674468"/>
              <a:gd name="connsiteY3" fmla="*/ 1724992 h 1724992"/>
              <a:gd name="connsiteX4" fmla="*/ 0 w 2674468"/>
              <a:gd name="connsiteY4" fmla="*/ 1724992 h 1724992"/>
              <a:gd name="connsiteX5" fmla="*/ 201721 w 2674468"/>
              <a:gd name="connsiteY5" fmla="*/ 862496 h 1724992"/>
              <a:gd name="connsiteX6" fmla="*/ 0 w 2674468"/>
              <a:gd name="connsiteY6" fmla="*/ 0 h 1724992"/>
              <a:gd name="connsiteX0" fmla="*/ 0 w 2472747"/>
              <a:gd name="connsiteY0" fmla="*/ 0 h 1724992"/>
              <a:gd name="connsiteX1" fmla="*/ 2472747 w 2472747"/>
              <a:gd name="connsiteY1" fmla="*/ 0 h 1724992"/>
              <a:gd name="connsiteX2" fmla="*/ 2472747 w 2472747"/>
              <a:gd name="connsiteY2" fmla="*/ 1724992 h 1724992"/>
              <a:gd name="connsiteX3" fmla="*/ 0 w 2472747"/>
              <a:gd name="connsiteY3" fmla="*/ 1724992 h 1724992"/>
              <a:gd name="connsiteX4" fmla="*/ 201721 w 2472747"/>
              <a:gd name="connsiteY4" fmla="*/ 862496 h 1724992"/>
              <a:gd name="connsiteX5" fmla="*/ 0 w 2472747"/>
              <a:gd name="connsiteY5" fmla="*/ 0 h 1724992"/>
              <a:gd name="connsiteX0" fmla="*/ 0 w 2472747"/>
              <a:gd name="connsiteY0" fmla="*/ 0 h 1724992"/>
              <a:gd name="connsiteX1" fmla="*/ 2472747 w 2472747"/>
              <a:gd name="connsiteY1" fmla="*/ 0 h 1724992"/>
              <a:gd name="connsiteX2" fmla="*/ 2472747 w 2472747"/>
              <a:gd name="connsiteY2" fmla="*/ 1724992 h 1724992"/>
              <a:gd name="connsiteX3" fmla="*/ 0 w 2472747"/>
              <a:gd name="connsiteY3" fmla="*/ 1724992 h 1724992"/>
              <a:gd name="connsiteX4" fmla="*/ 169327 w 2472747"/>
              <a:gd name="connsiteY4" fmla="*/ 862496 h 1724992"/>
              <a:gd name="connsiteX5" fmla="*/ 0 w 2472747"/>
              <a:gd name="connsiteY5" fmla="*/ 0 h 1724992"/>
              <a:gd name="connsiteX0" fmla="*/ 0 w 2472747"/>
              <a:gd name="connsiteY0" fmla="*/ 0 h 1724992"/>
              <a:gd name="connsiteX1" fmla="*/ 2472747 w 2472747"/>
              <a:gd name="connsiteY1" fmla="*/ 0 h 1724992"/>
              <a:gd name="connsiteX2" fmla="*/ 2472747 w 2472747"/>
              <a:gd name="connsiteY2" fmla="*/ 1724992 h 1724992"/>
              <a:gd name="connsiteX3" fmla="*/ 0 w 2472747"/>
              <a:gd name="connsiteY3" fmla="*/ 1724992 h 1724992"/>
              <a:gd name="connsiteX4" fmla="*/ 169327 w 2472747"/>
              <a:gd name="connsiteY4" fmla="*/ 862496 h 1724992"/>
              <a:gd name="connsiteX5" fmla="*/ 0 w 2472747"/>
              <a:gd name="connsiteY5" fmla="*/ 0 h 1724992"/>
              <a:gd name="connsiteX0" fmla="*/ 0 w 2472747"/>
              <a:gd name="connsiteY0" fmla="*/ 0 h 1724992"/>
              <a:gd name="connsiteX1" fmla="*/ 2472747 w 2472747"/>
              <a:gd name="connsiteY1" fmla="*/ 0 h 1724992"/>
              <a:gd name="connsiteX2" fmla="*/ 2472747 w 2472747"/>
              <a:gd name="connsiteY2" fmla="*/ 1724992 h 1724992"/>
              <a:gd name="connsiteX3" fmla="*/ 0 w 2472747"/>
              <a:gd name="connsiteY3" fmla="*/ 1724992 h 1724992"/>
              <a:gd name="connsiteX4" fmla="*/ 169327 w 2472747"/>
              <a:gd name="connsiteY4" fmla="*/ 862496 h 1724992"/>
              <a:gd name="connsiteX5" fmla="*/ 0 w 2472747"/>
              <a:gd name="connsiteY5" fmla="*/ 0 h 17249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472747" h="1724992">
                <a:moveTo>
                  <a:pt x="0" y="0"/>
                </a:moveTo>
                <a:lnTo>
                  <a:pt x="2472747" y="0"/>
                </a:lnTo>
                <a:lnTo>
                  <a:pt x="2472747" y="1724992"/>
                </a:lnTo>
                <a:lnTo>
                  <a:pt x="0" y="1724992"/>
                </a:lnTo>
                <a:lnTo>
                  <a:pt x="169327" y="862496"/>
                </a:lnTo>
                <a:lnTo>
                  <a:pt x="0" y="0"/>
                </a:lnTo>
                <a:close/>
              </a:path>
            </a:pathLst>
          </a:custGeom>
          <a:noFill/>
          <a:ln w="6350">
            <a:solidFill>
              <a:srgbClr val="A9A9A9"/>
            </a:solidFill>
            <a:miter lim="800000"/>
            <a:headEnd/>
            <a:tailEnd/>
          </a:ln>
        </p:spPr>
        <p:txBody>
          <a:bodyPr lIns="411480" tIns="457200" rIns="137160" bIns="137160"/>
          <a:lstStyle>
            <a:lvl1pPr marL="171450" indent="-171450">
              <a:buClr>
                <a:srgbClr val="B01C2E"/>
              </a:buClr>
              <a:buFont typeface="Wingdings 2" pitchFamily="18" charset="2"/>
              <a:buChar char=""/>
              <a:defRPr sz="1200"/>
            </a:lvl1pPr>
            <a:lvl2pPr marL="341313" indent="-169863">
              <a:buClr>
                <a:srgbClr val="B01C2E"/>
              </a:buClr>
              <a:buFont typeface="Arial" pitchFamily="34" charset="0"/>
              <a:buChar char="•"/>
              <a:defRPr sz="1200"/>
            </a:lvl2pPr>
            <a:lvl3pPr marL="512763" indent="-171450">
              <a:buClr>
                <a:srgbClr val="B01C2E"/>
              </a:buClr>
              <a:buFont typeface="Arial" pitchFamily="34" charset="0"/>
              <a:buChar char="–"/>
              <a:defRPr sz="1200"/>
            </a:lvl3pPr>
            <a:lvl4pPr marL="682625" indent="-169863">
              <a:buClr>
                <a:srgbClr val="B01C2E"/>
              </a:buClr>
              <a:defRPr sz="1200"/>
            </a:lvl4pPr>
            <a:lvl5pPr marL="854075" indent="-171450">
              <a:buClr>
                <a:srgbClr val="B01C2E"/>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2" name="Text Placeholder 12"/>
          <p:cNvSpPr>
            <a:spLocks noGrp="1"/>
          </p:cNvSpPr>
          <p:nvPr>
            <p:ph type="body" sz="quarter" idx="33"/>
          </p:nvPr>
        </p:nvSpPr>
        <p:spPr>
          <a:xfrm>
            <a:off x="4091412" y="1983087"/>
            <a:ext cx="3565957" cy="1903112"/>
          </a:xfrm>
          <a:prstGeom prst="chevron">
            <a:avLst>
              <a:gd name="adj" fmla="val 10431"/>
            </a:avLst>
          </a:prstGeom>
          <a:ln w="6350">
            <a:solidFill>
              <a:srgbClr val="A9A9A9"/>
            </a:solidFill>
          </a:ln>
        </p:spPr>
        <p:txBody>
          <a:bodyPr lIns="137160" tIns="457200" rIns="137160" bIns="137160"/>
          <a:lstStyle>
            <a:lvl1pPr marL="171450" indent="-171450">
              <a:buClr>
                <a:srgbClr val="B01C2E"/>
              </a:buClr>
              <a:buFont typeface="Wingdings 2" pitchFamily="18" charset="2"/>
              <a:buChar char=""/>
              <a:defRPr sz="1200" baseline="0"/>
            </a:lvl1pPr>
            <a:lvl2pPr marL="341313" indent="-169863">
              <a:buClr>
                <a:srgbClr val="B01C2E"/>
              </a:buClr>
              <a:buFont typeface="Arial" pitchFamily="34" charset="0"/>
              <a:buChar char="•"/>
              <a:defRPr sz="1200"/>
            </a:lvl2pPr>
            <a:lvl3pPr marL="512763" indent="-171450">
              <a:buClr>
                <a:srgbClr val="B01C2E"/>
              </a:buClr>
              <a:buFont typeface="Arial" pitchFamily="34" charset="0"/>
              <a:buChar char="–"/>
              <a:defRPr sz="1200"/>
            </a:lvl3pPr>
            <a:lvl4pPr marL="682625" indent="-169863">
              <a:buClr>
                <a:srgbClr val="B01C2E"/>
              </a:buClr>
              <a:defRPr sz="1200"/>
            </a:lvl4pPr>
            <a:lvl5pPr marL="854075" indent="-171450">
              <a:buClr>
                <a:srgbClr val="B01C2E"/>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6" name="Text Placeholder 15"/>
          <p:cNvSpPr>
            <a:spLocks noGrp="1"/>
          </p:cNvSpPr>
          <p:nvPr>
            <p:ph type="body" sz="quarter" idx="21"/>
          </p:nvPr>
        </p:nvSpPr>
        <p:spPr>
          <a:xfrm>
            <a:off x="609600" y="4038600"/>
            <a:ext cx="10769600" cy="310896"/>
          </a:xfrm>
          <a:prstGeom prst="rect">
            <a:avLst/>
          </a:prstGeom>
          <a:solidFill>
            <a:srgbClr val="4D4D4D"/>
          </a:solidFill>
          <a:ln>
            <a:noFill/>
          </a:ln>
        </p:spPr>
        <p:txBody>
          <a:bodyPr anchor="ctr" anchorCtr="1"/>
          <a:lstStyle>
            <a:lvl1pPr marL="0" indent="0" algn="ctr">
              <a:buNone/>
              <a:defRPr sz="1200" b="1">
                <a:solidFill>
                  <a:srgbClr val="FFFFFF"/>
                </a:solidFill>
              </a:defRPr>
            </a:lvl1pPr>
          </a:lstStyle>
          <a:p>
            <a:pPr lvl="0"/>
            <a:r>
              <a:rPr lang="en-US"/>
              <a:t>Click to edit Master text styles</a:t>
            </a:r>
          </a:p>
        </p:txBody>
      </p:sp>
      <p:sp>
        <p:nvSpPr>
          <p:cNvPr id="18" name="Text Placeholder 15"/>
          <p:cNvSpPr>
            <a:spLocks noGrp="1"/>
          </p:cNvSpPr>
          <p:nvPr>
            <p:ph type="body" sz="quarter" idx="23"/>
          </p:nvPr>
        </p:nvSpPr>
        <p:spPr>
          <a:xfrm>
            <a:off x="609600" y="5937504"/>
            <a:ext cx="5266944" cy="310896"/>
          </a:xfrm>
          <a:prstGeom prst="rect">
            <a:avLst/>
          </a:prstGeom>
          <a:solidFill>
            <a:srgbClr val="4D4D4D"/>
          </a:solidFill>
          <a:ln>
            <a:noFill/>
          </a:ln>
        </p:spPr>
        <p:txBody>
          <a:bodyPr anchor="ctr" anchorCtr="1"/>
          <a:lstStyle>
            <a:lvl1pPr marL="0" indent="173736" algn="l">
              <a:buClr>
                <a:schemeClr val="accent1"/>
              </a:buClr>
              <a:buFont typeface="Wingdings" pitchFamily="2" charset="2"/>
              <a:buNone/>
              <a:defRPr sz="1200" b="1">
                <a:solidFill>
                  <a:srgbClr val="FFFFFF"/>
                </a:solidFill>
              </a:defRPr>
            </a:lvl1pPr>
          </a:lstStyle>
          <a:p>
            <a:pPr lvl="0"/>
            <a:r>
              <a:rPr lang="en-US"/>
              <a:t>Click to edit Master text styles</a:t>
            </a:r>
          </a:p>
        </p:txBody>
      </p:sp>
      <p:sp>
        <p:nvSpPr>
          <p:cNvPr id="19" name="Text Placeholder 15"/>
          <p:cNvSpPr>
            <a:spLocks noGrp="1"/>
          </p:cNvSpPr>
          <p:nvPr>
            <p:ph type="body" sz="quarter" idx="24"/>
          </p:nvPr>
        </p:nvSpPr>
        <p:spPr>
          <a:xfrm>
            <a:off x="6114371" y="5937504"/>
            <a:ext cx="5266944" cy="310896"/>
          </a:xfrm>
          <a:prstGeom prst="rect">
            <a:avLst/>
          </a:prstGeom>
          <a:solidFill>
            <a:srgbClr val="4D4D4D"/>
          </a:solidFill>
          <a:ln>
            <a:noFill/>
          </a:ln>
        </p:spPr>
        <p:txBody>
          <a:bodyPr anchor="ctr" anchorCtr="1"/>
          <a:lstStyle>
            <a:lvl1pPr marL="0" indent="173736" algn="l">
              <a:buClr>
                <a:schemeClr val="accent1"/>
              </a:buClr>
              <a:buFont typeface="Wingdings" pitchFamily="2" charset="2"/>
              <a:buNone/>
              <a:defRPr sz="1200" b="1">
                <a:solidFill>
                  <a:srgbClr val="FFFFFF"/>
                </a:solidFill>
              </a:defRPr>
            </a:lvl1pPr>
          </a:lstStyle>
          <a:p>
            <a:pPr lvl="0"/>
            <a:r>
              <a:rPr lang="en-US"/>
              <a:t>Click to edit Master text styles</a:t>
            </a:r>
          </a:p>
        </p:txBody>
      </p:sp>
      <p:sp>
        <p:nvSpPr>
          <p:cNvPr id="26" name="Text Placeholder 12"/>
          <p:cNvSpPr>
            <a:spLocks noGrp="1"/>
          </p:cNvSpPr>
          <p:nvPr>
            <p:ph type="body" sz="quarter" idx="12"/>
          </p:nvPr>
        </p:nvSpPr>
        <p:spPr>
          <a:xfrm>
            <a:off x="609600" y="1417320"/>
            <a:ext cx="6925056" cy="457200"/>
          </a:xfrm>
          <a:prstGeom prst="homePlate">
            <a:avLst>
              <a:gd name="adj" fmla="val 33316"/>
            </a:avLst>
          </a:prstGeom>
          <a:solidFill>
            <a:srgbClr val="B01C2E"/>
          </a:solidFill>
          <a:ln w="6350">
            <a:solidFill>
              <a:srgbClr val="A9A9A9"/>
            </a:solidFill>
          </a:ln>
        </p:spPr>
        <p:txBody>
          <a:bodyPr lIns="137160" tIns="137160" rIns="274320" bIns="137160" anchor="ctr"/>
          <a:lstStyle>
            <a:lvl1pPr marL="0" indent="0" algn="ctr">
              <a:buNone/>
              <a:defRPr sz="1200" b="1">
                <a:solidFill>
                  <a:schemeClr val="bg1"/>
                </a:solidFill>
              </a:defRPr>
            </a:lvl1pPr>
            <a:lvl2pPr marL="341313" indent="-169863">
              <a:defRPr sz="1200"/>
            </a:lvl2pPr>
            <a:lvl3pPr marL="512763" indent="-171450">
              <a:defRPr sz="1200"/>
            </a:lvl3pPr>
            <a:lvl4pPr marL="682625" indent="-169863">
              <a:defRPr sz="1200"/>
            </a:lvl4pPr>
            <a:lvl5pPr marL="854075" indent="-171450">
              <a:defRPr sz="1200"/>
            </a:lvl5pPr>
          </a:lstStyle>
          <a:p>
            <a:pPr lvl="0"/>
            <a:r>
              <a:rPr lang="en-US"/>
              <a:t>Click to edit Master text styles</a:t>
            </a:r>
          </a:p>
        </p:txBody>
      </p:sp>
      <p:sp>
        <p:nvSpPr>
          <p:cNvPr id="27" name="Text Placeholder 13"/>
          <p:cNvSpPr>
            <a:spLocks noGrp="1"/>
          </p:cNvSpPr>
          <p:nvPr>
            <p:ph type="body" sz="quarter" idx="17"/>
          </p:nvPr>
        </p:nvSpPr>
        <p:spPr>
          <a:xfrm>
            <a:off x="7541684" y="1417325"/>
            <a:ext cx="4047744" cy="461963"/>
          </a:xfrm>
          <a:prstGeom prst="chevron">
            <a:avLst>
              <a:gd name="adj" fmla="val 34831"/>
            </a:avLst>
          </a:prstGeom>
          <a:solidFill>
            <a:srgbClr val="B01C2E"/>
          </a:solidFill>
        </p:spPr>
        <p:txBody>
          <a:bodyPr anchor="ctr"/>
          <a:lstStyle>
            <a:lvl1pPr marL="342900" marR="0" indent="-342900" algn="ctr" defTabSz="914400" rtl="0" eaLnBrk="1" fontAlgn="auto" latinLnBrk="0" hangingPunct="1">
              <a:lnSpc>
                <a:spcPct val="100000"/>
              </a:lnSpc>
              <a:spcBef>
                <a:spcPct val="20000"/>
              </a:spcBef>
              <a:spcAft>
                <a:spcPts val="0"/>
              </a:spcAft>
              <a:buClrTx/>
              <a:buSzTx/>
              <a:buFont typeface="Arial" pitchFamily="34" charset="0"/>
              <a:buNone/>
              <a:tabLst/>
              <a:defRPr sz="1200" b="1">
                <a:solidFill>
                  <a:srgbClr val="FFFFFF"/>
                </a:solidFill>
              </a:defRPr>
            </a:lvl1pPr>
          </a:lstStyle>
          <a:p>
            <a:pPr lvl="0"/>
            <a:r>
              <a:rPr lang="en-US"/>
              <a:t>Click to edit Master text styles</a:t>
            </a:r>
          </a:p>
        </p:txBody>
      </p:sp>
      <p:sp>
        <p:nvSpPr>
          <p:cNvPr id="40" name="Text Placeholder 12"/>
          <p:cNvSpPr>
            <a:spLocks noGrp="1"/>
          </p:cNvSpPr>
          <p:nvPr>
            <p:ph type="body" sz="quarter" idx="11"/>
          </p:nvPr>
        </p:nvSpPr>
        <p:spPr>
          <a:xfrm>
            <a:off x="609600" y="1983087"/>
            <a:ext cx="3565957" cy="1903112"/>
          </a:xfrm>
          <a:prstGeom prst="homePlate">
            <a:avLst>
              <a:gd name="adj" fmla="val 11448"/>
            </a:avLst>
          </a:prstGeom>
          <a:ln w="6350">
            <a:solidFill>
              <a:srgbClr val="A9A9A9"/>
            </a:solidFill>
          </a:ln>
        </p:spPr>
        <p:txBody>
          <a:bodyPr lIns="137160" tIns="457200" rIns="137160" bIns="137160"/>
          <a:lstStyle>
            <a:lvl1pPr marL="171450" indent="-171450">
              <a:buClr>
                <a:srgbClr val="B01C2E"/>
              </a:buClr>
              <a:buFont typeface="Wingdings 2" pitchFamily="18" charset="2"/>
              <a:buChar char=""/>
              <a:defRPr sz="1200" baseline="0"/>
            </a:lvl1pPr>
            <a:lvl2pPr marL="341313" indent="-169863">
              <a:buClr>
                <a:srgbClr val="B01C2E"/>
              </a:buClr>
              <a:buFont typeface="Arial" pitchFamily="34" charset="0"/>
              <a:buChar char="•"/>
              <a:defRPr sz="1200"/>
            </a:lvl2pPr>
            <a:lvl3pPr marL="512763" indent="-171450">
              <a:buClr>
                <a:srgbClr val="B01C2E"/>
              </a:buClr>
              <a:buFont typeface="Arial" pitchFamily="34" charset="0"/>
              <a:buChar char="–"/>
              <a:defRPr sz="1200"/>
            </a:lvl3pPr>
            <a:lvl4pPr marL="682625" indent="-169863">
              <a:buClr>
                <a:srgbClr val="B01C2E"/>
              </a:buClr>
              <a:defRPr sz="1200"/>
            </a:lvl4pPr>
            <a:lvl5pPr marL="854075" indent="-171450">
              <a:buClr>
                <a:srgbClr val="B01C2E"/>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1" name="Text Placeholder 29"/>
          <p:cNvSpPr>
            <a:spLocks noGrp="1"/>
          </p:cNvSpPr>
          <p:nvPr>
            <p:ph type="body" sz="quarter" idx="13"/>
          </p:nvPr>
        </p:nvSpPr>
        <p:spPr>
          <a:xfrm>
            <a:off x="609600" y="1981200"/>
            <a:ext cx="3297573" cy="320988"/>
          </a:xfrm>
          <a:prstGeom prst="rect">
            <a:avLst/>
          </a:prstGeom>
        </p:spPr>
        <p:txBody>
          <a:bodyPr lIns="91440" rIns="91440" anchor="ctr"/>
          <a:lstStyle>
            <a:lvl1pPr marL="0" indent="0" algn="ctr">
              <a:buNone/>
              <a:defRPr sz="1200" b="1">
                <a:solidFill>
                  <a:schemeClr val="bg1"/>
                </a:solidFill>
              </a:defRPr>
            </a:lvl1pPr>
          </a:lstStyle>
          <a:p>
            <a:pPr lvl="0"/>
            <a:r>
              <a:rPr lang="en-US"/>
              <a:t>Click to edit Master text styles</a:t>
            </a:r>
          </a:p>
        </p:txBody>
      </p:sp>
      <p:sp>
        <p:nvSpPr>
          <p:cNvPr id="43" name="Text Placeholder 29"/>
          <p:cNvSpPr>
            <a:spLocks noGrp="1"/>
          </p:cNvSpPr>
          <p:nvPr>
            <p:ph type="body" sz="quarter" idx="15"/>
          </p:nvPr>
        </p:nvSpPr>
        <p:spPr>
          <a:xfrm>
            <a:off x="4192430" y="1988239"/>
            <a:ext cx="3183381" cy="320988"/>
          </a:xfrm>
          <a:prstGeom prst="rect">
            <a:avLst/>
          </a:prstGeom>
        </p:spPr>
        <p:txBody>
          <a:bodyPr lIns="91440" rIns="91440" anchor="ctr"/>
          <a:lstStyle>
            <a:lvl1pPr marL="0" indent="0" algn="ctr">
              <a:buNone/>
              <a:defRPr sz="1200" b="1">
                <a:solidFill>
                  <a:schemeClr val="bg1"/>
                </a:solidFill>
              </a:defRPr>
            </a:lvl1pPr>
          </a:lstStyle>
          <a:p>
            <a:pPr lvl="0"/>
            <a:r>
              <a:rPr lang="en-US"/>
              <a:t>Click to edit Master text styles</a:t>
            </a:r>
          </a:p>
        </p:txBody>
      </p:sp>
      <p:sp>
        <p:nvSpPr>
          <p:cNvPr id="49" name="Content Placeholder 10"/>
          <p:cNvSpPr>
            <a:spLocks noGrp="1"/>
          </p:cNvSpPr>
          <p:nvPr>
            <p:ph sz="quarter" idx="18"/>
          </p:nvPr>
        </p:nvSpPr>
        <p:spPr>
          <a:xfrm>
            <a:off x="609600" y="4343400"/>
            <a:ext cx="10769600" cy="1481328"/>
          </a:xfrm>
          <a:prstGeom prst="rect">
            <a:avLst/>
          </a:prstGeom>
          <a:solidFill>
            <a:srgbClr val="FFFFFF"/>
          </a:solidFill>
          <a:ln>
            <a:solidFill>
              <a:srgbClr val="C0C0C0"/>
            </a:solidFill>
          </a:ln>
        </p:spPr>
        <p:txBody>
          <a:bodyPr/>
          <a:lstStyle>
            <a:lvl1pPr marL="173736" indent="-173736">
              <a:lnSpc>
                <a:spcPct val="95000"/>
              </a:lnSpc>
              <a:spcBef>
                <a:spcPts val="720"/>
              </a:spcBef>
              <a:buClr>
                <a:schemeClr val="accent1"/>
              </a:buClr>
              <a:buFont typeface="Wingdings 2" pitchFamily="18" charset="2"/>
              <a:buChar char=""/>
              <a:defRPr sz="1200"/>
            </a:lvl1pPr>
            <a:lvl2pPr marL="347472" indent="-173736">
              <a:lnSpc>
                <a:spcPct val="95000"/>
              </a:lnSpc>
              <a:spcBef>
                <a:spcPts val="300"/>
              </a:spcBef>
              <a:buClr>
                <a:schemeClr val="accent1"/>
              </a:buClr>
              <a:buFont typeface="Arial" pitchFamily="34" charset="0"/>
              <a:buChar char="•"/>
              <a:defRPr sz="1200"/>
            </a:lvl2pPr>
            <a:lvl3pPr marL="521208" indent="-173736">
              <a:lnSpc>
                <a:spcPct val="95000"/>
              </a:lnSpc>
              <a:spcBef>
                <a:spcPts val="300"/>
              </a:spcBef>
              <a:buClr>
                <a:schemeClr val="accent1"/>
              </a:buClr>
              <a:buFont typeface="Arial" pitchFamily="34" charset="0"/>
              <a:buChar char="–"/>
              <a:defRPr sz="1200"/>
            </a:lvl3pPr>
            <a:lvl4pPr marL="685800" indent="-173736">
              <a:lnSpc>
                <a:spcPct val="95000"/>
              </a:lnSpc>
              <a:spcBef>
                <a:spcPts val="300"/>
              </a:spcBef>
              <a:buClr>
                <a:schemeClr val="accent1"/>
              </a:buClr>
              <a:buFont typeface="Arial" pitchFamily="34" charset="0"/>
              <a:buChar char="–"/>
              <a:defRPr sz="1200"/>
            </a:lvl4pPr>
            <a:lvl5pPr marL="914400" indent="-173736">
              <a:lnSpc>
                <a:spcPct val="95000"/>
              </a:lnSpc>
              <a:spcBef>
                <a:spcPts val="300"/>
              </a:spcBef>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9" name="Text Placeholder 29"/>
          <p:cNvSpPr>
            <a:spLocks noGrp="1"/>
          </p:cNvSpPr>
          <p:nvPr>
            <p:ph type="body" sz="quarter" idx="34"/>
          </p:nvPr>
        </p:nvSpPr>
        <p:spPr>
          <a:xfrm>
            <a:off x="7683241" y="1987175"/>
            <a:ext cx="3725596" cy="320988"/>
          </a:xfrm>
          <a:prstGeom prst="rect">
            <a:avLst/>
          </a:prstGeom>
        </p:spPr>
        <p:txBody>
          <a:bodyPr lIns="91440" rIns="91440" anchor="ctr"/>
          <a:lstStyle>
            <a:lvl1pPr marL="0" indent="0" algn="ctr">
              <a:buNone/>
              <a:defRPr sz="1200" b="1">
                <a:solidFill>
                  <a:schemeClr val="bg1"/>
                </a:solidFill>
              </a:defRPr>
            </a:lvl1pPr>
          </a:lstStyle>
          <a:p>
            <a:pPr lvl="0"/>
            <a:r>
              <a:rPr lang="en-US"/>
              <a:t>Click to edit Master text styles</a:t>
            </a:r>
          </a:p>
        </p:txBody>
      </p:sp>
      <p:sp>
        <p:nvSpPr>
          <p:cNvPr id="20"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23" name="Slide Number Placeholder 9"/>
          <p:cNvSpPr>
            <a:spLocks noGrp="1"/>
          </p:cNvSpPr>
          <p:nvPr>
            <p:ph type="sldNum" sz="quarter" idx="35"/>
          </p:nvPr>
        </p:nvSpPr>
        <p:spPr/>
        <p:txBody>
          <a:bodyPr/>
          <a:lstStyle>
            <a:lvl1pPr>
              <a:defRPr/>
            </a:lvl1pPr>
          </a:lstStyle>
          <a:p>
            <a:fld id="{E70D8206-912D-3041-8A60-C5747B4B98EB}" type="slidenum">
              <a:rPr lang="en-US" altLang="en-US"/>
              <a:pPr/>
              <a:t>‹#›</a:t>
            </a:fld>
            <a:endParaRPr lang="en-US" altLang="en-US"/>
          </a:p>
        </p:txBody>
      </p:sp>
      <p:sp>
        <p:nvSpPr>
          <p:cNvPr id="24" name="Footer Placeholder 23"/>
          <p:cNvSpPr>
            <a:spLocks noGrp="1"/>
          </p:cNvSpPr>
          <p:nvPr>
            <p:ph type="ftr" sz="quarter" idx="36"/>
          </p:nvPr>
        </p:nvSpPr>
        <p:spPr/>
        <p:txBody>
          <a:bodyPr/>
          <a:lstStyle>
            <a:lvl1pPr>
              <a:defRPr smtClean="0"/>
            </a:lvl1pPr>
          </a:lstStyle>
          <a:p>
            <a:pPr>
              <a:defRPr/>
            </a:pPr>
            <a:r>
              <a:rPr lang="en-US"/>
              <a:t>Redemptions</a:t>
            </a:r>
          </a:p>
        </p:txBody>
      </p:sp>
    </p:spTree>
    <p:extLst>
      <p:ext uri="{BB962C8B-B14F-4D97-AF65-F5344CB8AC3E}">
        <p14:creationId xmlns:p14="http://schemas.microsoft.com/office/powerpoint/2010/main" val="932131041"/>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Text Blocks - Workstreams and outcomes">
    <p:spTree>
      <p:nvGrpSpPr>
        <p:cNvPr id="1" name=""/>
        <p:cNvGrpSpPr/>
        <p:nvPr/>
      </p:nvGrpSpPr>
      <p:grpSpPr>
        <a:xfrm>
          <a:off x="0" y="0"/>
          <a:ext cx="0" cy="0"/>
          <a:chOff x="0" y="0"/>
          <a:chExt cx="0" cy="0"/>
        </a:xfrm>
      </p:grpSpPr>
      <p:sp>
        <p:nvSpPr>
          <p:cNvPr id="33" name="Pentagon 32"/>
          <p:cNvSpPr/>
          <p:nvPr userDrawn="1"/>
        </p:nvSpPr>
        <p:spPr bwMode="auto">
          <a:xfrm>
            <a:off x="7342718" y="1755775"/>
            <a:ext cx="905933" cy="4343400"/>
          </a:xfrm>
          <a:prstGeom prst="homePlate">
            <a:avLst>
              <a:gd name="adj" fmla="val 98835"/>
            </a:avLst>
          </a:prstGeom>
          <a:gradFill flip="none" rotWithShape="1">
            <a:gsLst>
              <a:gs pos="100000">
                <a:schemeClr val="bg1">
                  <a:lumMod val="65000"/>
                </a:schemeClr>
              </a:gs>
              <a:gs pos="0">
                <a:schemeClr val="bg1">
                  <a:lumMod val="85000"/>
                </a:schemeClr>
              </a:gs>
            </a:gsLst>
            <a:lin ang="0" scaled="1"/>
            <a:tileRect/>
          </a:gradFill>
          <a:ln w="9525" cap="flat" cmpd="sng" algn="ctr">
            <a:noFill/>
            <a:prstDash val="solid"/>
            <a:round/>
            <a:headEnd type="none" w="med" len="med"/>
            <a:tailEnd type="none" w="med" len="med"/>
          </a:ln>
          <a:effectLst/>
        </p:spPr>
        <p:txBody>
          <a:bodyPr anchor="ctr"/>
          <a:lstStyle/>
          <a:p>
            <a:pPr indent="-117475" eaLnBrk="0" hangingPunct="0">
              <a:lnSpc>
                <a:spcPct val="95000"/>
              </a:lnSpc>
              <a:defRPr/>
            </a:pPr>
            <a:endParaRPr lang="en-US" sz="1800">
              <a:latin typeface="Arial" charset="0"/>
              <a:ea typeface="+mn-ea"/>
            </a:endParaRPr>
          </a:p>
        </p:txBody>
      </p:sp>
      <p:sp>
        <p:nvSpPr>
          <p:cNvPr id="6" name="Text Placeholder 2"/>
          <p:cNvSpPr>
            <a:spLocks noGrp="1"/>
          </p:cNvSpPr>
          <p:nvPr>
            <p:ph type="body" idx="38"/>
          </p:nvPr>
        </p:nvSpPr>
        <p:spPr>
          <a:xfrm>
            <a:off x="3991647" y="1290639"/>
            <a:ext cx="3169920" cy="4808536"/>
          </a:xfrm>
          <a:prstGeom prst="rect">
            <a:avLst/>
          </a:prstGeom>
          <a:solidFill>
            <a:schemeClr val="bg1">
              <a:lumMod val="95000"/>
            </a:schemeClr>
          </a:solidFill>
          <a:ln w="6350" cmpd="sng">
            <a:solidFill>
              <a:srgbClr val="C0C0C0"/>
            </a:solidFill>
            <a:prstDash val="solid"/>
          </a:ln>
        </p:spPr>
        <p:txBody>
          <a:bodyPr lIns="91440" rIns="91440" anchor="ctr"/>
          <a:lstStyle>
            <a:lvl1pPr marL="0" indent="0" algn="ctr">
              <a:buNone/>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7" name="Text Placeholder 2"/>
          <p:cNvSpPr>
            <a:spLocks noGrp="1"/>
          </p:cNvSpPr>
          <p:nvPr>
            <p:ph type="body" idx="39"/>
          </p:nvPr>
        </p:nvSpPr>
        <p:spPr>
          <a:xfrm>
            <a:off x="637117" y="1290639"/>
            <a:ext cx="3169920" cy="4808536"/>
          </a:xfrm>
          <a:prstGeom prst="rect">
            <a:avLst/>
          </a:prstGeom>
          <a:solidFill>
            <a:schemeClr val="bg1">
              <a:lumMod val="95000"/>
            </a:schemeClr>
          </a:solidFill>
          <a:ln w="6350" cmpd="sng">
            <a:solidFill>
              <a:srgbClr val="C0C0C0"/>
            </a:solidFill>
            <a:prstDash val="solid"/>
          </a:ln>
        </p:spPr>
        <p:txBody>
          <a:bodyPr lIns="91440" rIns="91440" anchor="ctr"/>
          <a:lstStyle>
            <a:lvl1pPr marL="0" indent="0" algn="ctr">
              <a:buNone/>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8" name="Text Placeholder 2"/>
          <p:cNvSpPr>
            <a:spLocks noGrp="1"/>
          </p:cNvSpPr>
          <p:nvPr>
            <p:ph type="body" idx="15"/>
          </p:nvPr>
        </p:nvSpPr>
        <p:spPr>
          <a:xfrm>
            <a:off x="3991647" y="1290638"/>
            <a:ext cx="3169920" cy="380392"/>
          </a:xfrm>
          <a:prstGeom prst="rect">
            <a:avLst/>
          </a:prstGeom>
          <a:solidFill>
            <a:schemeClr val="tx1">
              <a:lumMod val="50000"/>
              <a:lumOff val="50000"/>
            </a:schemeClr>
          </a:solidFill>
          <a:ln w="6350" cmpd="sng">
            <a:solidFill>
              <a:srgbClr val="C0C0C0"/>
            </a:solidFill>
            <a:prstDash val="solid"/>
          </a:ln>
        </p:spPr>
        <p:txBody>
          <a:bodyPr lIns="91440" rIns="91440" anchor="ctr"/>
          <a:lstStyle>
            <a:lvl1pPr marL="0" indent="0" algn="ctr">
              <a:buNone/>
              <a:defRPr sz="11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9" name="Text Placeholder 2"/>
          <p:cNvSpPr>
            <a:spLocks noGrp="1"/>
          </p:cNvSpPr>
          <p:nvPr>
            <p:ph type="body" idx="22"/>
          </p:nvPr>
        </p:nvSpPr>
        <p:spPr>
          <a:xfrm>
            <a:off x="8400511" y="1290638"/>
            <a:ext cx="3169920" cy="380392"/>
          </a:xfrm>
          <a:prstGeom prst="rect">
            <a:avLst/>
          </a:prstGeom>
          <a:solidFill>
            <a:schemeClr val="accent1"/>
          </a:solidFill>
          <a:ln w="6350" cmpd="sng">
            <a:solidFill>
              <a:srgbClr val="C0C0C0"/>
            </a:solidFill>
            <a:prstDash val="solid"/>
          </a:ln>
        </p:spPr>
        <p:txBody>
          <a:bodyPr lIns="91440" rIns="91440" anchor="ctr"/>
          <a:lstStyle>
            <a:lvl1pPr marL="0" indent="0" algn="ctr">
              <a:buNone/>
              <a:defRPr sz="11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0" name="Text Placeholder 2"/>
          <p:cNvSpPr>
            <a:spLocks noGrp="1"/>
          </p:cNvSpPr>
          <p:nvPr>
            <p:ph type="body" idx="30"/>
          </p:nvPr>
        </p:nvSpPr>
        <p:spPr>
          <a:xfrm>
            <a:off x="637117" y="1290638"/>
            <a:ext cx="3169920" cy="380392"/>
          </a:xfrm>
          <a:prstGeom prst="rect">
            <a:avLst/>
          </a:prstGeom>
          <a:solidFill>
            <a:srgbClr val="4D4D4D"/>
          </a:solidFill>
          <a:ln w="6350" cmpd="sng">
            <a:solidFill>
              <a:srgbClr val="C0C0C0"/>
            </a:solidFill>
            <a:prstDash val="solid"/>
          </a:ln>
        </p:spPr>
        <p:txBody>
          <a:bodyPr lIns="91440" rIns="91440" anchor="ctr"/>
          <a:lstStyle>
            <a:lvl1pPr marL="0" indent="0" algn="ctr">
              <a:buNone/>
              <a:defRPr sz="11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1" name="Text Placeholder 19"/>
          <p:cNvSpPr>
            <a:spLocks noGrp="1"/>
          </p:cNvSpPr>
          <p:nvPr>
            <p:ph type="body" sz="quarter" idx="40"/>
          </p:nvPr>
        </p:nvSpPr>
        <p:spPr>
          <a:xfrm>
            <a:off x="759037" y="1731264"/>
            <a:ext cx="2926080" cy="521208"/>
          </a:xfrm>
          <a:prstGeom prst="flowChartAlternateProcess">
            <a:avLst/>
          </a:prstGeom>
          <a:solidFill>
            <a:srgbClr val="FFFFFF"/>
          </a:solidFill>
          <a:ln>
            <a:solidFill>
              <a:srgbClr val="C0C0C0"/>
            </a:solidFill>
          </a:ln>
        </p:spPr>
        <p:txBody>
          <a:bodyPr lIns="45720" tIns="0" rIns="45720" bIns="0" anchor="ctr" anchorCtr="0"/>
          <a:lstStyle>
            <a:lvl1pPr marL="0" indent="-118872">
              <a:lnSpc>
                <a:spcPct val="95000"/>
              </a:lnSpc>
              <a:spcBef>
                <a:spcPts val="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12" name="Text Placeholder 19"/>
          <p:cNvSpPr>
            <a:spLocks noGrp="1"/>
          </p:cNvSpPr>
          <p:nvPr>
            <p:ph type="body" sz="quarter" idx="41"/>
          </p:nvPr>
        </p:nvSpPr>
        <p:spPr>
          <a:xfrm>
            <a:off x="759037" y="2357120"/>
            <a:ext cx="2926080" cy="521208"/>
          </a:xfrm>
          <a:prstGeom prst="flowChartAlternateProcess">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13" name="Text Placeholder 19"/>
          <p:cNvSpPr>
            <a:spLocks noGrp="1"/>
          </p:cNvSpPr>
          <p:nvPr>
            <p:ph type="body" sz="quarter" idx="42"/>
          </p:nvPr>
        </p:nvSpPr>
        <p:spPr>
          <a:xfrm>
            <a:off x="759037" y="2982976"/>
            <a:ext cx="2926080" cy="521208"/>
          </a:xfrm>
          <a:prstGeom prst="flowChartAlternateProcess">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14" name="Text Placeholder 19"/>
          <p:cNvSpPr>
            <a:spLocks noGrp="1"/>
          </p:cNvSpPr>
          <p:nvPr>
            <p:ph type="body" sz="quarter" idx="43"/>
          </p:nvPr>
        </p:nvSpPr>
        <p:spPr>
          <a:xfrm>
            <a:off x="759037" y="3608832"/>
            <a:ext cx="2926080" cy="521208"/>
          </a:xfrm>
          <a:prstGeom prst="flowChartAlternateProcess">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15" name="Text Placeholder 19"/>
          <p:cNvSpPr>
            <a:spLocks noGrp="1"/>
          </p:cNvSpPr>
          <p:nvPr>
            <p:ph type="body" sz="quarter" idx="44"/>
          </p:nvPr>
        </p:nvSpPr>
        <p:spPr>
          <a:xfrm>
            <a:off x="759037" y="4234688"/>
            <a:ext cx="2926080" cy="521208"/>
          </a:xfrm>
          <a:prstGeom prst="flowChartAlternateProcess">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16" name="Text Placeholder 19"/>
          <p:cNvSpPr>
            <a:spLocks noGrp="1"/>
          </p:cNvSpPr>
          <p:nvPr>
            <p:ph type="body" sz="quarter" idx="45"/>
          </p:nvPr>
        </p:nvSpPr>
        <p:spPr>
          <a:xfrm>
            <a:off x="759037" y="5486400"/>
            <a:ext cx="2926080" cy="521208"/>
          </a:xfrm>
          <a:prstGeom prst="flowChartAlternateProcess">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17" name="Text Placeholder 19"/>
          <p:cNvSpPr>
            <a:spLocks noGrp="1"/>
          </p:cNvSpPr>
          <p:nvPr>
            <p:ph type="body" sz="quarter" idx="46"/>
          </p:nvPr>
        </p:nvSpPr>
        <p:spPr>
          <a:xfrm>
            <a:off x="759037" y="4860544"/>
            <a:ext cx="2926080" cy="521208"/>
          </a:xfrm>
          <a:prstGeom prst="flowChartAlternateProcess">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18" name="Text Placeholder 19"/>
          <p:cNvSpPr>
            <a:spLocks noGrp="1"/>
          </p:cNvSpPr>
          <p:nvPr>
            <p:ph type="body" sz="quarter" idx="47"/>
          </p:nvPr>
        </p:nvSpPr>
        <p:spPr>
          <a:xfrm>
            <a:off x="4113567" y="1743456"/>
            <a:ext cx="292608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19" name="Text Placeholder 19"/>
          <p:cNvSpPr>
            <a:spLocks noGrp="1"/>
          </p:cNvSpPr>
          <p:nvPr>
            <p:ph type="body" sz="quarter" idx="48"/>
          </p:nvPr>
        </p:nvSpPr>
        <p:spPr>
          <a:xfrm>
            <a:off x="4113567" y="2369312"/>
            <a:ext cx="292608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20" name="Text Placeholder 19"/>
          <p:cNvSpPr>
            <a:spLocks noGrp="1"/>
          </p:cNvSpPr>
          <p:nvPr>
            <p:ph type="body" sz="quarter" idx="49"/>
          </p:nvPr>
        </p:nvSpPr>
        <p:spPr>
          <a:xfrm>
            <a:off x="4113567" y="2995168"/>
            <a:ext cx="292608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21" name="Text Placeholder 19"/>
          <p:cNvSpPr>
            <a:spLocks noGrp="1"/>
          </p:cNvSpPr>
          <p:nvPr>
            <p:ph type="body" sz="quarter" idx="50"/>
          </p:nvPr>
        </p:nvSpPr>
        <p:spPr>
          <a:xfrm>
            <a:off x="4113567" y="3621024"/>
            <a:ext cx="292608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22" name="Text Placeholder 19"/>
          <p:cNvSpPr>
            <a:spLocks noGrp="1"/>
          </p:cNvSpPr>
          <p:nvPr>
            <p:ph type="body" sz="quarter" idx="51"/>
          </p:nvPr>
        </p:nvSpPr>
        <p:spPr>
          <a:xfrm>
            <a:off x="4113567" y="4246880"/>
            <a:ext cx="292608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23" name="Text Placeholder 19"/>
          <p:cNvSpPr>
            <a:spLocks noGrp="1"/>
          </p:cNvSpPr>
          <p:nvPr>
            <p:ph type="body" sz="quarter" idx="52"/>
          </p:nvPr>
        </p:nvSpPr>
        <p:spPr>
          <a:xfrm>
            <a:off x="4113567" y="5498592"/>
            <a:ext cx="292608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24" name="Text Placeholder 19"/>
          <p:cNvSpPr>
            <a:spLocks noGrp="1"/>
          </p:cNvSpPr>
          <p:nvPr>
            <p:ph type="body" sz="quarter" idx="53"/>
          </p:nvPr>
        </p:nvSpPr>
        <p:spPr>
          <a:xfrm>
            <a:off x="4113567" y="4872736"/>
            <a:ext cx="292608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25" name="Text Placeholder 19"/>
          <p:cNvSpPr>
            <a:spLocks noGrp="1"/>
          </p:cNvSpPr>
          <p:nvPr>
            <p:ph type="body" sz="quarter" idx="54"/>
          </p:nvPr>
        </p:nvSpPr>
        <p:spPr>
          <a:xfrm>
            <a:off x="8400511" y="1743456"/>
            <a:ext cx="316992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26" name="Text Placeholder 19"/>
          <p:cNvSpPr>
            <a:spLocks noGrp="1"/>
          </p:cNvSpPr>
          <p:nvPr>
            <p:ph type="body" sz="quarter" idx="55"/>
          </p:nvPr>
        </p:nvSpPr>
        <p:spPr>
          <a:xfrm>
            <a:off x="8400511" y="2369312"/>
            <a:ext cx="316992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27" name="Text Placeholder 19"/>
          <p:cNvSpPr>
            <a:spLocks noGrp="1"/>
          </p:cNvSpPr>
          <p:nvPr>
            <p:ph type="body" sz="quarter" idx="56"/>
          </p:nvPr>
        </p:nvSpPr>
        <p:spPr>
          <a:xfrm>
            <a:off x="8400511" y="2995168"/>
            <a:ext cx="316992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28" name="Text Placeholder 19"/>
          <p:cNvSpPr>
            <a:spLocks noGrp="1"/>
          </p:cNvSpPr>
          <p:nvPr>
            <p:ph type="body" sz="quarter" idx="57"/>
          </p:nvPr>
        </p:nvSpPr>
        <p:spPr>
          <a:xfrm>
            <a:off x="8400511" y="3621024"/>
            <a:ext cx="316992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29" name="Text Placeholder 19"/>
          <p:cNvSpPr>
            <a:spLocks noGrp="1"/>
          </p:cNvSpPr>
          <p:nvPr>
            <p:ph type="body" sz="quarter" idx="58"/>
          </p:nvPr>
        </p:nvSpPr>
        <p:spPr>
          <a:xfrm>
            <a:off x="8400511" y="4246880"/>
            <a:ext cx="316992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30" name="Text Placeholder 19"/>
          <p:cNvSpPr>
            <a:spLocks noGrp="1"/>
          </p:cNvSpPr>
          <p:nvPr>
            <p:ph type="body" sz="quarter" idx="59"/>
          </p:nvPr>
        </p:nvSpPr>
        <p:spPr>
          <a:xfrm>
            <a:off x="8400511" y="5498592"/>
            <a:ext cx="316992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31" name="Text Placeholder 19"/>
          <p:cNvSpPr>
            <a:spLocks noGrp="1"/>
          </p:cNvSpPr>
          <p:nvPr>
            <p:ph type="body" sz="quarter" idx="60"/>
          </p:nvPr>
        </p:nvSpPr>
        <p:spPr>
          <a:xfrm>
            <a:off x="8400511" y="4872736"/>
            <a:ext cx="316992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32"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34" name="Slide Number Placeholder 9"/>
          <p:cNvSpPr>
            <a:spLocks noGrp="1"/>
          </p:cNvSpPr>
          <p:nvPr>
            <p:ph type="sldNum" sz="quarter" idx="61"/>
          </p:nvPr>
        </p:nvSpPr>
        <p:spPr/>
        <p:txBody>
          <a:bodyPr/>
          <a:lstStyle>
            <a:lvl1pPr>
              <a:defRPr/>
            </a:lvl1pPr>
          </a:lstStyle>
          <a:p>
            <a:fld id="{250D9D91-D592-1043-AF8D-0FC015913F1E}" type="slidenum">
              <a:rPr lang="en-US" altLang="en-US"/>
              <a:pPr/>
              <a:t>‹#›</a:t>
            </a:fld>
            <a:endParaRPr lang="en-US" altLang="en-US"/>
          </a:p>
        </p:txBody>
      </p:sp>
      <p:sp>
        <p:nvSpPr>
          <p:cNvPr id="35" name="Footer Placeholder 33"/>
          <p:cNvSpPr>
            <a:spLocks noGrp="1"/>
          </p:cNvSpPr>
          <p:nvPr>
            <p:ph type="ftr" sz="quarter" idx="62"/>
          </p:nvPr>
        </p:nvSpPr>
        <p:spPr/>
        <p:txBody>
          <a:bodyPr/>
          <a:lstStyle>
            <a:lvl1pPr>
              <a:defRPr smtClean="0"/>
            </a:lvl1pPr>
          </a:lstStyle>
          <a:p>
            <a:pPr>
              <a:defRPr/>
            </a:pPr>
            <a:r>
              <a:rPr lang="en-US"/>
              <a:t>Redemptions</a:t>
            </a:r>
          </a:p>
        </p:txBody>
      </p:sp>
    </p:spTree>
    <p:extLst>
      <p:ext uri="{BB962C8B-B14F-4D97-AF65-F5344CB8AC3E}">
        <p14:creationId xmlns:p14="http://schemas.microsoft.com/office/powerpoint/2010/main" val="843374824"/>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Text Blocks - Elements Leading To">
    <p:spTree>
      <p:nvGrpSpPr>
        <p:cNvPr id="1" name=""/>
        <p:cNvGrpSpPr/>
        <p:nvPr/>
      </p:nvGrpSpPr>
      <p:grpSpPr>
        <a:xfrm>
          <a:off x="0" y="0"/>
          <a:ext cx="0" cy="0"/>
          <a:chOff x="0" y="0"/>
          <a:chExt cx="0" cy="0"/>
        </a:xfrm>
      </p:grpSpPr>
      <p:sp>
        <p:nvSpPr>
          <p:cNvPr id="15" name="Pentagon 14"/>
          <p:cNvSpPr/>
          <p:nvPr userDrawn="1"/>
        </p:nvSpPr>
        <p:spPr bwMode="auto">
          <a:xfrm>
            <a:off x="7133167" y="1497014"/>
            <a:ext cx="905933" cy="4352925"/>
          </a:xfrm>
          <a:prstGeom prst="homePlate">
            <a:avLst>
              <a:gd name="adj" fmla="val 98835"/>
            </a:avLst>
          </a:prstGeom>
          <a:gradFill flip="none" rotWithShape="1">
            <a:gsLst>
              <a:gs pos="100000">
                <a:schemeClr val="bg1">
                  <a:lumMod val="65000"/>
                </a:schemeClr>
              </a:gs>
              <a:gs pos="0">
                <a:schemeClr val="bg1">
                  <a:lumMod val="85000"/>
                </a:schemeClr>
              </a:gs>
            </a:gsLst>
            <a:lin ang="0" scaled="1"/>
            <a:tileRect/>
          </a:gradFill>
          <a:ln w="9525" cap="flat" cmpd="sng" algn="ctr">
            <a:noFill/>
            <a:prstDash val="solid"/>
            <a:round/>
            <a:headEnd type="none" w="med" len="med"/>
            <a:tailEnd type="none" w="med" len="med"/>
          </a:ln>
          <a:effectLst/>
        </p:spPr>
        <p:txBody>
          <a:bodyPr/>
          <a:lstStyle/>
          <a:p>
            <a:pPr eaLnBrk="0" hangingPunct="0">
              <a:defRPr/>
            </a:pPr>
            <a:endParaRPr lang="en-US" sz="1800">
              <a:latin typeface="Arial" charset="0"/>
              <a:ea typeface="+mn-ea"/>
            </a:endParaRPr>
          </a:p>
        </p:txBody>
      </p:sp>
      <p:sp>
        <p:nvSpPr>
          <p:cNvPr id="7" name="Text Placeholder 8"/>
          <p:cNvSpPr>
            <a:spLocks noGrp="1"/>
          </p:cNvSpPr>
          <p:nvPr>
            <p:ph type="body" sz="quarter" idx="21"/>
          </p:nvPr>
        </p:nvSpPr>
        <p:spPr>
          <a:xfrm rot="5400000">
            <a:off x="9549384" y="-97536"/>
            <a:ext cx="640080" cy="3425952"/>
          </a:xfrm>
          <a:prstGeom prst="homePlate">
            <a:avLst>
              <a:gd name="adj" fmla="val 32482"/>
            </a:avLst>
          </a:prstGeom>
          <a:solidFill>
            <a:srgbClr val="B01C2E"/>
          </a:solidFill>
        </p:spPr>
        <p:txBody>
          <a:bodyPr vert="vert270" anchor="ctr"/>
          <a:lstStyle>
            <a:lvl1pPr marL="0" indent="0" algn="ctr">
              <a:lnSpc>
                <a:spcPts val="1400"/>
              </a:lnSpc>
              <a:spcBef>
                <a:spcPts val="0"/>
              </a:spcBef>
              <a:buNone/>
              <a:defRPr sz="1200" b="1">
                <a:solidFill>
                  <a:schemeClr val="bg1"/>
                </a:solidFill>
              </a:defRPr>
            </a:lvl1pPr>
            <a:lvl2pPr indent="0" algn="ctr">
              <a:spcBef>
                <a:spcPts val="0"/>
              </a:spcBef>
              <a:buNone/>
              <a:defRPr sz="1200" b="1"/>
            </a:lvl2pPr>
            <a:lvl3pPr indent="0" algn="ctr">
              <a:spcBef>
                <a:spcPts val="0"/>
              </a:spcBef>
              <a:buNone/>
              <a:defRPr sz="1200" b="1"/>
            </a:lvl3pPr>
            <a:lvl4pPr indent="0" algn="ctr">
              <a:spcBef>
                <a:spcPts val="0"/>
              </a:spcBef>
              <a:buNone/>
              <a:defRPr sz="1200" b="1"/>
            </a:lvl4pPr>
            <a:lvl5pPr indent="0" algn="ctr">
              <a:spcBef>
                <a:spcPts val="0"/>
              </a:spcBef>
              <a:buNone/>
              <a:defRPr sz="1200" b="1"/>
            </a:lvl5pPr>
          </a:lstStyle>
          <a:p>
            <a:pPr lvl="0"/>
            <a:r>
              <a:rPr lang="en-US"/>
              <a:t>Click to edit Master text styles</a:t>
            </a:r>
          </a:p>
        </p:txBody>
      </p:sp>
      <p:sp>
        <p:nvSpPr>
          <p:cNvPr id="8" name="Text Placeholder 12"/>
          <p:cNvSpPr>
            <a:spLocks noGrp="1"/>
          </p:cNvSpPr>
          <p:nvPr>
            <p:ph type="body" sz="quarter" idx="18"/>
          </p:nvPr>
        </p:nvSpPr>
        <p:spPr>
          <a:xfrm>
            <a:off x="8156448" y="1981200"/>
            <a:ext cx="3425952" cy="4114800"/>
          </a:xfrm>
          <a:prstGeom prst="rect">
            <a:avLst/>
          </a:prstGeom>
          <a:noFill/>
          <a:ln>
            <a:solidFill>
              <a:srgbClr val="C0C0C0"/>
            </a:solidFill>
          </a:ln>
        </p:spPr>
        <p:txBody>
          <a:bodyPr wrap="square" lIns="91440" anchor="t" anchorCtr="0">
            <a:noAutofit/>
          </a:bodyPr>
          <a:lstStyle>
            <a:lvl1pPr marL="233363" indent="-233363" algn="l">
              <a:spcBef>
                <a:spcPts val="200"/>
              </a:spcBef>
              <a:buClr>
                <a:srgbClr val="B01C2E"/>
              </a:buClr>
              <a:buFont typeface="Wingdings" pitchFamily="2" charset="2"/>
              <a:buChar char="§"/>
              <a:defRPr sz="1200" b="1" baseline="0"/>
            </a:lvl1pPr>
            <a:lvl2pPr marL="338138" indent="-173038">
              <a:spcBef>
                <a:spcPts val="200"/>
              </a:spcBef>
              <a:buClr>
                <a:srgbClr val="B01C2E"/>
              </a:buClr>
              <a:buFont typeface="Arial" pitchFamily="34" charset="0"/>
              <a:buChar char="•"/>
              <a:tabLst/>
              <a:defRPr sz="1200" b="1" baseline="0"/>
            </a:lvl2pPr>
            <a:lvl3pPr marL="502920" indent="-173038">
              <a:spcBef>
                <a:spcPts val="200"/>
              </a:spcBef>
              <a:buClr>
                <a:srgbClr val="B01C2E"/>
              </a:buClr>
              <a:buFont typeface="Arial" pitchFamily="34" charset="0"/>
              <a:buChar char="–"/>
              <a:defRPr sz="1200" b="1" baseline="0"/>
            </a:lvl3pPr>
            <a:lvl4pPr marL="685800" indent="-173736">
              <a:spcBef>
                <a:spcPts val="200"/>
              </a:spcBef>
              <a:buClr>
                <a:srgbClr val="B01C2E"/>
              </a:buClr>
              <a:buFont typeface="Arial" pitchFamily="34" charset="0"/>
              <a:buChar char="–"/>
              <a:tabLst/>
              <a:defRPr sz="1200" b="1"/>
            </a:lvl4pPr>
            <a:lvl5pPr marL="850392" indent="-173736">
              <a:spcBef>
                <a:spcPts val="200"/>
              </a:spcBef>
              <a:buClr>
                <a:srgbClr val="B01C2E"/>
              </a:buClr>
              <a:buFont typeface="Arial" pitchFamily="34" charset="0"/>
              <a:buChar char="–"/>
              <a:defRPr sz="1200" b="1"/>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Content Placeholder 3"/>
          <p:cNvSpPr>
            <a:spLocks noGrp="1"/>
          </p:cNvSpPr>
          <p:nvPr>
            <p:ph sz="half" idx="12"/>
          </p:nvPr>
        </p:nvSpPr>
        <p:spPr>
          <a:xfrm>
            <a:off x="508004" y="1497016"/>
            <a:ext cx="2018337" cy="1376085"/>
          </a:xfrm>
          <a:prstGeom prst="rect">
            <a:avLst/>
          </a:prstGeom>
          <a:solidFill>
            <a:schemeClr val="bg1"/>
          </a:solidFill>
          <a:ln w="6350">
            <a:solidFill>
              <a:srgbClr val="C0C0C0"/>
            </a:solidFill>
          </a:ln>
        </p:spPr>
        <p:txBody>
          <a:bodyPr lIns="91440" tIns="91440" rIns="91440" bIns="91440" anchor="ctr"/>
          <a:lstStyle>
            <a:lvl1pPr marL="176213" indent="-176213">
              <a:lnSpc>
                <a:spcPct val="95000"/>
              </a:lnSpc>
              <a:spcBef>
                <a:spcPts val="0"/>
              </a:spcBef>
              <a:buClr>
                <a:srgbClr val="B01C2E"/>
              </a:buClr>
              <a:buFont typeface="Wingdings 2" pitchFamily="18" charset="2"/>
              <a:buChar char=""/>
              <a:defRPr sz="1200" baseline="0"/>
            </a:lvl1pPr>
            <a:lvl2pPr marL="342900" indent="-166688">
              <a:lnSpc>
                <a:spcPct val="95000"/>
              </a:lnSpc>
              <a:buClr>
                <a:srgbClr val="B01C2E"/>
              </a:buClr>
              <a:buSzPct val="125000"/>
              <a:buFont typeface="Arial" pitchFamily="34" charset="0"/>
              <a:buChar char="–"/>
              <a:defRPr sz="1200"/>
            </a:lvl2pPr>
            <a:lvl3pPr marL="519113" indent="-176213">
              <a:buClr>
                <a:srgbClr val="B01C2E"/>
              </a:buClr>
              <a:buFont typeface="Arial" pitchFamily="34" charset="0"/>
              <a:buChar char="–"/>
              <a:defRPr sz="1200"/>
            </a:lvl3pPr>
            <a:lvl4pPr marL="685800" indent="-166688">
              <a:buClr>
                <a:srgbClr val="B01C2E"/>
              </a:buClr>
              <a:defRPr sz="1200"/>
            </a:lvl4pPr>
            <a:lvl5pPr marL="914400" indent="-166688">
              <a:defRPr sz="12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0" name="Content Placeholder 3"/>
          <p:cNvSpPr>
            <a:spLocks noGrp="1"/>
          </p:cNvSpPr>
          <p:nvPr>
            <p:ph sz="half" idx="22"/>
          </p:nvPr>
        </p:nvSpPr>
        <p:spPr>
          <a:xfrm>
            <a:off x="508004" y="2985438"/>
            <a:ext cx="2018337" cy="1376085"/>
          </a:xfrm>
          <a:prstGeom prst="rect">
            <a:avLst/>
          </a:prstGeom>
          <a:solidFill>
            <a:schemeClr val="bg1"/>
          </a:solidFill>
          <a:ln w="6350">
            <a:solidFill>
              <a:srgbClr val="C0C0C0"/>
            </a:solidFill>
          </a:ln>
        </p:spPr>
        <p:txBody>
          <a:bodyPr lIns="91440" tIns="91440" rIns="91440" bIns="91440" anchor="ctr"/>
          <a:lstStyle>
            <a:lvl1pPr marL="176213" indent="-176213">
              <a:lnSpc>
                <a:spcPct val="95000"/>
              </a:lnSpc>
              <a:spcBef>
                <a:spcPts val="0"/>
              </a:spcBef>
              <a:buClr>
                <a:srgbClr val="B01C2E"/>
              </a:buClr>
              <a:buFont typeface="Wingdings 2" pitchFamily="18" charset="2"/>
              <a:buChar char=""/>
              <a:defRPr sz="1200" baseline="0"/>
            </a:lvl1pPr>
            <a:lvl2pPr marL="342900" indent="-166688">
              <a:lnSpc>
                <a:spcPct val="95000"/>
              </a:lnSpc>
              <a:buClr>
                <a:srgbClr val="B01C2E"/>
              </a:buClr>
              <a:buSzPct val="125000"/>
              <a:buFont typeface="Arial" pitchFamily="34" charset="0"/>
              <a:buChar char="–"/>
              <a:defRPr sz="1200"/>
            </a:lvl2pPr>
            <a:lvl3pPr marL="519113" indent="-176213">
              <a:buClr>
                <a:srgbClr val="B01C2E"/>
              </a:buClr>
              <a:buFont typeface="Arial" pitchFamily="34" charset="0"/>
              <a:buChar char="–"/>
              <a:defRPr sz="1200"/>
            </a:lvl3pPr>
            <a:lvl4pPr marL="685800" indent="-166688">
              <a:buClr>
                <a:srgbClr val="B01C2E"/>
              </a:buClr>
              <a:defRPr sz="1200"/>
            </a:lvl4pPr>
            <a:lvl5pPr marL="914400" indent="-166688">
              <a:defRPr sz="12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1" name="Content Placeholder 3"/>
          <p:cNvSpPr>
            <a:spLocks noGrp="1"/>
          </p:cNvSpPr>
          <p:nvPr>
            <p:ph sz="half" idx="23"/>
          </p:nvPr>
        </p:nvSpPr>
        <p:spPr>
          <a:xfrm>
            <a:off x="508004" y="4473858"/>
            <a:ext cx="2018337" cy="1376085"/>
          </a:xfrm>
          <a:prstGeom prst="rect">
            <a:avLst/>
          </a:prstGeom>
          <a:solidFill>
            <a:schemeClr val="bg1"/>
          </a:solidFill>
          <a:ln w="6350">
            <a:solidFill>
              <a:srgbClr val="C0C0C0"/>
            </a:solidFill>
          </a:ln>
        </p:spPr>
        <p:txBody>
          <a:bodyPr lIns="91440" tIns="91440" rIns="91440" bIns="91440" anchor="ctr"/>
          <a:lstStyle>
            <a:lvl1pPr marL="176213" indent="-176213">
              <a:lnSpc>
                <a:spcPct val="95000"/>
              </a:lnSpc>
              <a:spcBef>
                <a:spcPts val="0"/>
              </a:spcBef>
              <a:buClr>
                <a:srgbClr val="B01C2E"/>
              </a:buClr>
              <a:buFont typeface="Wingdings 2" pitchFamily="18" charset="2"/>
              <a:buChar char=""/>
              <a:defRPr sz="1200" baseline="0"/>
            </a:lvl1pPr>
            <a:lvl2pPr marL="342900" indent="-166688">
              <a:lnSpc>
                <a:spcPct val="95000"/>
              </a:lnSpc>
              <a:buClr>
                <a:srgbClr val="B01C2E"/>
              </a:buClr>
              <a:buSzPct val="125000"/>
              <a:buFont typeface="Arial" pitchFamily="34" charset="0"/>
              <a:buChar char="–"/>
              <a:defRPr sz="1200"/>
            </a:lvl2pPr>
            <a:lvl3pPr marL="519113" indent="-176213">
              <a:buClr>
                <a:srgbClr val="B01C2E"/>
              </a:buClr>
              <a:buFont typeface="Arial" pitchFamily="34" charset="0"/>
              <a:buChar char="–"/>
              <a:defRPr sz="1200"/>
            </a:lvl3pPr>
            <a:lvl4pPr marL="685800" indent="-166688">
              <a:buClr>
                <a:srgbClr val="B01C2E"/>
              </a:buClr>
              <a:defRPr sz="1200"/>
            </a:lvl4pPr>
            <a:lvl5pPr marL="914400" indent="-166688">
              <a:defRPr sz="12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2" name="Content Placeholder 3"/>
          <p:cNvSpPr>
            <a:spLocks noGrp="1"/>
          </p:cNvSpPr>
          <p:nvPr>
            <p:ph sz="half" idx="24"/>
          </p:nvPr>
        </p:nvSpPr>
        <p:spPr>
          <a:xfrm>
            <a:off x="2743204" y="1497016"/>
            <a:ext cx="2018337" cy="1376085"/>
          </a:xfrm>
          <a:prstGeom prst="rect">
            <a:avLst/>
          </a:prstGeom>
          <a:solidFill>
            <a:schemeClr val="bg1"/>
          </a:solidFill>
          <a:ln w="6350">
            <a:solidFill>
              <a:srgbClr val="C0C0C0"/>
            </a:solidFill>
          </a:ln>
        </p:spPr>
        <p:txBody>
          <a:bodyPr lIns="91440" tIns="91440" rIns="91440" bIns="91440" anchor="ctr"/>
          <a:lstStyle>
            <a:lvl1pPr marL="176213" indent="-176213">
              <a:lnSpc>
                <a:spcPct val="95000"/>
              </a:lnSpc>
              <a:spcBef>
                <a:spcPts val="0"/>
              </a:spcBef>
              <a:buClr>
                <a:srgbClr val="B01C2E"/>
              </a:buClr>
              <a:buFont typeface="Wingdings 2" pitchFamily="18" charset="2"/>
              <a:buChar char=""/>
              <a:defRPr sz="1200" baseline="0"/>
            </a:lvl1pPr>
            <a:lvl2pPr marL="342900" indent="-166688">
              <a:lnSpc>
                <a:spcPct val="95000"/>
              </a:lnSpc>
              <a:buClr>
                <a:srgbClr val="B01C2E"/>
              </a:buClr>
              <a:buSzPct val="125000"/>
              <a:buFont typeface="Arial" pitchFamily="34" charset="0"/>
              <a:buChar char="–"/>
              <a:defRPr sz="1200"/>
            </a:lvl2pPr>
            <a:lvl3pPr marL="519113" indent="-176213">
              <a:buClr>
                <a:srgbClr val="B01C2E"/>
              </a:buClr>
              <a:buFont typeface="Arial" pitchFamily="34" charset="0"/>
              <a:buChar char="–"/>
              <a:defRPr sz="1200"/>
            </a:lvl3pPr>
            <a:lvl4pPr marL="685800" indent="-166688">
              <a:buClr>
                <a:srgbClr val="B01C2E"/>
              </a:buClr>
              <a:defRPr sz="1200"/>
            </a:lvl4pPr>
            <a:lvl5pPr marL="914400" indent="-166688">
              <a:defRPr sz="12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3" name="Content Placeholder 3"/>
          <p:cNvSpPr>
            <a:spLocks noGrp="1"/>
          </p:cNvSpPr>
          <p:nvPr>
            <p:ph sz="half" idx="25"/>
          </p:nvPr>
        </p:nvSpPr>
        <p:spPr>
          <a:xfrm>
            <a:off x="2743204" y="2985438"/>
            <a:ext cx="2018337" cy="1376085"/>
          </a:xfrm>
          <a:prstGeom prst="rect">
            <a:avLst/>
          </a:prstGeom>
          <a:solidFill>
            <a:schemeClr val="bg1"/>
          </a:solidFill>
          <a:ln w="6350">
            <a:solidFill>
              <a:srgbClr val="C0C0C0"/>
            </a:solidFill>
          </a:ln>
        </p:spPr>
        <p:txBody>
          <a:bodyPr lIns="91440" tIns="91440" rIns="91440" bIns="91440" anchor="ctr"/>
          <a:lstStyle>
            <a:lvl1pPr marL="176213" indent="-176213">
              <a:lnSpc>
                <a:spcPct val="95000"/>
              </a:lnSpc>
              <a:spcBef>
                <a:spcPts val="0"/>
              </a:spcBef>
              <a:buClr>
                <a:srgbClr val="B01C2E"/>
              </a:buClr>
              <a:buFont typeface="Wingdings 2" pitchFamily="18" charset="2"/>
              <a:buChar char=""/>
              <a:defRPr sz="1200" baseline="0"/>
            </a:lvl1pPr>
            <a:lvl2pPr marL="342900" indent="-166688">
              <a:lnSpc>
                <a:spcPct val="95000"/>
              </a:lnSpc>
              <a:buClr>
                <a:srgbClr val="B01C2E"/>
              </a:buClr>
              <a:buSzPct val="125000"/>
              <a:buFont typeface="Arial" pitchFamily="34" charset="0"/>
              <a:buChar char="–"/>
              <a:defRPr sz="1200"/>
            </a:lvl2pPr>
            <a:lvl3pPr marL="519113" indent="-176213">
              <a:buClr>
                <a:srgbClr val="B01C2E"/>
              </a:buClr>
              <a:buFont typeface="Arial" pitchFamily="34" charset="0"/>
              <a:buChar char="–"/>
              <a:defRPr sz="1200"/>
            </a:lvl3pPr>
            <a:lvl4pPr marL="685800" indent="-166688">
              <a:buClr>
                <a:srgbClr val="B01C2E"/>
              </a:buClr>
              <a:defRPr sz="1200"/>
            </a:lvl4pPr>
            <a:lvl5pPr marL="914400" indent="-166688">
              <a:defRPr sz="12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4" name="Content Placeholder 3"/>
          <p:cNvSpPr>
            <a:spLocks noGrp="1"/>
          </p:cNvSpPr>
          <p:nvPr>
            <p:ph sz="half" idx="26"/>
          </p:nvPr>
        </p:nvSpPr>
        <p:spPr>
          <a:xfrm>
            <a:off x="2743204" y="4473858"/>
            <a:ext cx="2018337" cy="1376085"/>
          </a:xfrm>
          <a:prstGeom prst="rect">
            <a:avLst/>
          </a:prstGeom>
          <a:solidFill>
            <a:schemeClr val="bg1"/>
          </a:solidFill>
          <a:ln w="6350">
            <a:solidFill>
              <a:srgbClr val="C0C0C0"/>
            </a:solidFill>
          </a:ln>
        </p:spPr>
        <p:txBody>
          <a:bodyPr lIns="91440" tIns="91440" rIns="91440" bIns="91440" anchor="ctr"/>
          <a:lstStyle>
            <a:lvl1pPr marL="176213" indent="-176213">
              <a:lnSpc>
                <a:spcPct val="95000"/>
              </a:lnSpc>
              <a:spcBef>
                <a:spcPts val="0"/>
              </a:spcBef>
              <a:buClr>
                <a:srgbClr val="B01C2E"/>
              </a:buClr>
              <a:buFont typeface="Wingdings 2" pitchFamily="18" charset="2"/>
              <a:buChar char=""/>
              <a:defRPr sz="1200" baseline="0"/>
            </a:lvl1pPr>
            <a:lvl2pPr marL="342900" indent="-166688">
              <a:lnSpc>
                <a:spcPct val="95000"/>
              </a:lnSpc>
              <a:buClr>
                <a:srgbClr val="B01C2E"/>
              </a:buClr>
              <a:buSzPct val="125000"/>
              <a:buFont typeface="Arial" pitchFamily="34" charset="0"/>
              <a:buChar char="–"/>
              <a:defRPr sz="1200"/>
            </a:lvl2pPr>
            <a:lvl3pPr marL="519113" indent="-176213">
              <a:buClr>
                <a:srgbClr val="B01C2E"/>
              </a:buClr>
              <a:buFont typeface="Arial" pitchFamily="34" charset="0"/>
              <a:buChar char="–"/>
              <a:defRPr sz="1200"/>
            </a:lvl3pPr>
            <a:lvl4pPr marL="685800" indent="-166688">
              <a:buClr>
                <a:srgbClr val="B01C2E"/>
              </a:buClr>
              <a:defRPr sz="1200"/>
            </a:lvl4pPr>
            <a:lvl5pPr marL="914400" indent="-166688">
              <a:defRPr sz="12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8" name="Content Placeholder 3"/>
          <p:cNvSpPr>
            <a:spLocks noGrp="1"/>
          </p:cNvSpPr>
          <p:nvPr>
            <p:ph sz="half" idx="27"/>
          </p:nvPr>
        </p:nvSpPr>
        <p:spPr>
          <a:xfrm>
            <a:off x="4978404" y="1497016"/>
            <a:ext cx="2018337" cy="1376085"/>
          </a:xfrm>
          <a:prstGeom prst="rect">
            <a:avLst/>
          </a:prstGeom>
          <a:solidFill>
            <a:schemeClr val="bg1"/>
          </a:solidFill>
          <a:ln w="6350">
            <a:solidFill>
              <a:srgbClr val="C0C0C0"/>
            </a:solidFill>
          </a:ln>
        </p:spPr>
        <p:txBody>
          <a:bodyPr lIns="91440" tIns="91440" rIns="91440" bIns="91440" anchor="ctr"/>
          <a:lstStyle>
            <a:lvl1pPr marL="176213" indent="-176213">
              <a:lnSpc>
                <a:spcPct val="95000"/>
              </a:lnSpc>
              <a:spcBef>
                <a:spcPts val="0"/>
              </a:spcBef>
              <a:buClr>
                <a:srgbClr val="B01C2E"/>
              </a:buClr>
              <a:buFont typeface="Wingdings 2" pitchFamily="18" charset="2"/>
              <a:buChar char=""/>
              <a:defRPr sz="1200" baseline="0"/>
            </a:lvl1pPr>
            <a:lvl2pPr marL="342900" indent="-166688">
              <a:lnSpc>
                <a:spcPct val="95000"/>
              </a:lnSpc>
              <a:buClr>
                <a:srgbClr val="B01C2E"/>
              </a:buClr>
              <a:buSzPct val="125000"/>
              <a:buFont typeface="Arial" pitchFamily="34" charset="0"/>
              <a:buChar char="–"/>
              <a:defRPr sz="1200"/>
            </a:lvl2pPr>
            <a:lvl3pPr marL="519113" indent="-176213">
              <a:buClr>
                <a:srgbClr val="B01C2E"/>
              </a:buClr>
              <a:buFont typeface="Arial" pitchFamily="34" charset="0"/>
              <a:buChar char="–"/>
              <a:defRPr sz="1200"/>
            </a:lvl3pPr>
            <a:lvl4pPr marL="685800" indent="-166688">
              <a:buClr>
                <a:srgbClr val="B01C2E"/>
              </a:buClr>
              <a:defRPr sz="1200"/>
            </a:lvl4pPr>
            <a:lvl5pPr marL="914400" indent="-166688">
              <a:defRPr sz="12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9" name="Content Placeholder 3"/>
          <p:cNvSpPr>
            <a:spLocks noGrp="1"/>
          </p:cNvSpPr>
          <p:nvPr>
            <p:ph sz="half" idx="28"/>
          </p:nvPr>
        </p:nvSpPr>
        <p:spPr>
          <a:xfrm>
            <a:off x="4978404" y="2985438"/>
            <a:ext cx="2018337" cy="1376085"/>
          </a:xfrm>
          <a:prstGeom prst="rect">
            <a:avLst/>
          </a:prstGeom>
          <a:solidFill>
            <a:schemeClr val="bg1"/>
          </a:solidFill>
          <a:ln w="6350">
            <a:solidFill>
              <a:srgbClr val="C0C0C0"/>
            </a:solidFill>
          </a:ln>
        </p:spPr>
        <p:txBody>
          <a:bodyPr lIns="91440" tIns="91440" rIns="91440" bIns="91440" anchor="ctr"/>
          <a:lstStyle>
            <a:lvl1pPr marL="176213" indent="-176213">
              <a:lnSpc>
                <a:spcPct val="95000"/>
              </a:lnSpc>
              <a:spcBef>
                <a:spcPts val="0"/>
              </a:spcBef>
              <a:buClr>
                <a:srgbClr val="B01C2E"/>
              </a:buClr>
              <a:buFont typeface="Wingdings 2" pitchFamily="18" charset="2"/>
              <a:buChar char=""/>
              <a:defRPr sz="1200" baseline="0"/>
            </a:lvl1pPr>
            <a:lvl2pPr marL="342900" indent="-166688">
              <a:lnSpc>
                <a:spcPct val="95000"/>
              </a:lnSpc>
              <a:buClr>
                <a:srgbClr val="B01C2E"/>
              </a:buClr>
              <a:buSzPct val="125000"/>
              <a:buFont typeface="Arial" pitchFamily="34" charset="0"/>
              <a:buChar char="–"/>
              <a:defRPr sz="1200"/>
            </a:lvl2pPr>
            <a:lvl3pPr marL="519113" indent="-176213">
              <a:buClr>
                <a:srgbClr val="B01C2E"/>
              </a:buClr>
              <a:buFont typeface="Arial" pitchFamily="34" charset="0"/>
              <a:buChar char="–"/>
              <a:defRPr sz="1200"/>
            </a:lvl3pPr>
            <a:lvl4pPr marL="685800" indent="-166688">
              <a:buClr>
                <a:srgbClr val="B01C2E"/>
              </a:buClr>
              <a:defRPr sz="1200"/>
            </a:lvl4pPr>
            <a:lvl5pPr marL="914400" indent="-166688">
              <a:defRPr sz="12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20" name="Content Placeholder 3"/>
          <p:cNvSpPr>
            <a:spLocks noGrp="1"/>
          </p:cNvSpPr>
          <p:nvPr>
            <p:ph sz="half" idx="29"/>
          </p:nvPr>
        </p:nvSpPr>
        <p:spPr>
          <a:xfrm>
            <a:off x="4978404" y="4473858"/>
            <a:ext cx="2018337" cy="1376085"/>
          </a:xfrm>
          <a:prstGeom prst="rect">
            <a:avLst/>
          </a:prstGeom>
          <a:solidFill>
            <a:schemeClr val="bg1"/>
          </a:solidFill>
          <a:ln w="6350">
            <a:solidFill>
              <a:srgbClr val="C0C0C0"/>
            </a:solidFill>
          </a:ln>
        </p:spPr>
        <p:txBody>
          <a:bodyPr lIns="91440" tIns="91440" rIns="91440" bIns="91440" anchor="ctr"/>
          <a:lstStyle>
            <a:lvl1pPr marL="176213" indent="-176213">
              <a:lnSpc>
                <a:spcPct val="95000"/>
              </a:lnSpc>
              <a:spcBef>
                <a:spcPts val="0"/>
              </a:spcBef>
              <a:buClr>
                <a:srgbClr val="B01C2E"/>
              </a:buClr>
              <a:buFont typeface="Wingdings 2" pitchFamily="18" charset="2"/>
              <a:buChar char=""/>
              <a:defRPr sz="1200" baseline="0"/>
            </a:lvl1pPr>
            <a:lvl2pPr marL="342900" indent="-166688">
              <a:lnSpc>
                <a:spcPct val="95000"/>
              </a:lnSpc>
              <a:buClr>
                <a:srgbClr val="B01C2E"/>
              </a:buClr>
              <a:buSzPct val="125000"/>
              <a:buFont typeface="Arial" pitchFamily="34" charset="0"/>
              <a:buChar char="–"/>
              <a:defRPr sz="1200"/>
            </a:lvl2pPr>
            <a:lvl3pPr marL="519113" indent="-176213">
              <a:buClr>
                <a:srgbClr val="B01C2E"/>
              </a:buClr>
              <a:buFont typeface="Arial" pitchFamily="34" charset="0"/>
              <a:buChar char="–"/>
              <a:defRPr sz="1200"/>
            </a:lvl3pPr>
            <a:lvl4pPr marL="685800" indent="-166688">
              <a:buClr>
                <a:srgbClr val="B01C2E"/>
              </a:buClr>
              <a:defRPr sz="1200"/>
            </a:lvl4pPr>
            <a:lvl5pPr marL="914400" indent="-166688">
              <a:defRPr sz="12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6"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7" name="Slide Number Placeholder 9"/>
          <p:cNvSpPr>
            <a:spLocks noGrp="1"/>
          </p:cNvSpPr>
          <p:nvPr>
            <p:ph type="sldNum" sz="quarter" idx="30"/>
          </p:nvPr>
        </p:nvSpPr>
        <p:spPr/>
        <p:txBody>
          <a:bodyPr/>
          <a:lstStyle>
            <a:lvl1pPr>
              <a:defRPr/>
            </a:lvl1pPr>
          </a:lstStyle>
          <a:p>
            <a:fld id="{09CF501B-85A3-0748-9525-578425C49286}" type="slidenum">
              <a:rPr lang="en-US" altLang="en-US"/>
              <a:pPr/>
              <a:t>‹#›</a:t>
            </a:fld>
            <a:endParaRPr lang="en-US" altLang="en-US"/>
          </a:p>
        </p:txBody>
      </p:sp>
      <p:sp>
        <p:nvSpPr>
          <p:cNvPr id="21" name="Footer Placeholder 20"/>
          <p:cNvSpPr>
            <a:spLocks noGrp="1"/>
          </p:cNvSpPr>
          <p:nvPr>
            <p:ph type="ftr" sz="quarter" idx="31"/>
          </p:nvPr>
        </p:nvSpPr>
        <p:spPr/>
        <p:txBody>
          <a:bodyPr/>
          <a:lstStyle>
            <a:lvl1pPr>
              <a:defRPr smtClean="0"/>
            </a:lvl1pPr>
          </a:lstStyle>
          <a:p>
            <a:pPr>
              <a:defRPr/>
            </a:pPr>
            <a:r>
              <a:rPr lang="en-US"/>
              <a:t>Redemptions</a:t>
            </a:r>
          </a:p>
        </p:txBody>
      </p:sp>
    </p:spTree>
    <p:extLst>
      <p:ext uri="{BB962C8B-B14F-4D97-AF65-F5344CB8AC3E}">
        <p14:creationId xmlns:p14="http://schemas.microsoft.com/office/powerpoint/2010/main" val="1985546450"/>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Related Text Blocks - Sequence">
    <p:spTree>
      <p:nvGrpSpPr>
        <p:cNvPr id="1" name=""/>
        <p:cNvGrpSpPr/>
        <p:nvPr/>
      </p:nvGrpSpPr>
      <p:grpSpPr>
        <a:xfrm>
          <a:off x="0" y="0"/>
          <a:ext cx="0" cy="0"/>
          <a:chOff x="0" y="0"/>
          <a:chExt cx="0" cy="0"/>
        </a:xfrm>
      </p:grpSpPr>
      <p:cxnSp>
        <p:nvCxnSpPr>
          <p:cNvPr id="7" name="Elbow Connector 24"/>
          <p:cNvCxnSpPr>
            <a:cxnSpLocks noChangeShapeType="1"/>
          </p:cNvCxnSpPr>
          <p:nvPr userDrawn="1"/>
        </p:nvCxnSpPr>
        <p:spPr bwMode="auto">
          <a:xfrm rot="16200000" flipH="1">
            <a:off x="1340909" y="2289175"/>
            <a:ext cx="768350" cy="850900"/>
          </a:xfrm>
          <a:prstGeom prst="bentConnector2">
            <a:avLst/>
          </a:prstGeom>
          <a:noFill/>
          <a:ln w="12700">
            <a:solidFill>
              <a:srgbClr val="4D4D4D"/>
            </a:solidFill>
            <a:round/>
            <a:headEnd/>
            <a:tailEnd type="triangle" w="lg" len="lg"/>
          </a:ln>
          <a:extLst>
            <a:ext uri="{909E8E84-426E-40DD-AFC4-6F175D3DCCD1}">
              <a14:hiddenFill xmlns:a14="http://schemas.microsoft.com/office/drawing/2010/main">
                <a:noFill/>
              </a14:hiddenFill>
            </a:ext>
          </a:extLst>
        </p:spPr>
      </p:cxnSp>
      <p:cxnSp>
        <p:nvCxnSpPr>
          <p:cNvPr id="13" name="Elbow Connector 28"/>
          <p:cNvCxnSpPr>
            <a:cxnSpLocks noChangeShapeType="1"/>
          </p:cNvCxnSpPr>
          <p:nvPr userDrawn="1"/>
        </p:nvCxnSpPr>
        <p:spPr bwMode="auto">
          <a:xfrm rot="16200000" flipH="1">
            <a:off x="2881313" y="3486680"/>
            <a:ext cx="752475" cy="833967"/>
          </a:xfrm>
          <a:prstGeom prst="bentConnector2">
            <a:avLst/>
          </a:prstGeom>
          <a:noFill/>
          <a:ln w="12700">
            <a:solidFill>
              <a:srgbClr val="4D4D4D"/>
            </a:solidFill>
            <a:round/>
            <a:headEnd/>
            <a:tailEnd type="triangle" w="lg" len="lg"/>
          </a:ln>
          <a:extLst>
            <a:ext uri="{909E8E84-426E-40DD-AFC4-6F175D3DCCD1}">
              <a14:hiddenFill xmlns:a14="http://schemas.microsoft.com/office/drawing/2010/main">
                <a:noFill/>
              </a14:hiddenFill>
            </a:ext>
          </a:extLst>
        </p:spPr>
      </p:cxnSp>
      <p:cxnSp>
        <p:nvCxnSpPr>
          <p:cNvPr id="14" name="Elbow Connector 39"/>
          <p:cNvCxnSpPr>
            <a:cxnSpLocks noChangeShapeType="1"/>
          </p:cNvCxnSpPr>
          <p:nvPr userDrawn="1"/>
        </p:nvCxnSpPr>
        <p:spPr bwMode="auto">
          <a:xfrm rot="16200000" flipH="1">
            <a:off x="4429126" y="4714875"/>
            <a:ext cx="698500" cy="793751"/>
          </a:xfrm>
          <a:prstGeom prst="bentConnector2">
            <a:avLst/>
          </a:prstGeom>
          <a:noFill/>
          <a:ln w="12700">
            <a:solidFill>
              <a:srgbClr val="4D4D4D"/>
            </a:solidFill>
            <a:round/>
            <a:headEnd/>
            <a:tailEnd type="triangle" w="lg" len="lg"/>
          </a:ln>
          <a:extLst>
            <a:ext uri="{909E8E84-426E-40DD-AFC4-6F175D3DCCD1}">
              <a14:hiddenFill xmlns:a14="http://schemas.microsoft.com/office/drawing/2010/main">
                <a:noFill/>
              </a14:hiddenFill>
            </a:ext>
          </a:extLst>
        </p:spPr>
      </p:cxnSp>
      <p:sp>
        <p:nvSpPr>
          <p:cNvPr id="8" name="Content Placeholder 3"/>
          <p:cNvSpPr>
            <a:spLocks noGrp="1"/>
          </p:cNvSpPr>
          <p:nvPr>
            <p:ph sz="half" idx="17"/>
          </p:nvPr>
        </p:nvSpPr>
        <p:spPr>
          <a:xfrm>
            <a:off x="5175608" y="4986243"/>
            <a:ext cx="6413145" cy="950976"/>
          </a:xfrm>
          <a:prstGeom prst="rect">
            <a:avLst/>
          </a:prstGeom>
          <a:solidFill>
            <a:schemeClr val="bg1"/>
          </a:solidFill>
          <a:ln w="12700">
            <a:solidFill>
              <a:schemeClr val="accent1"/>
            </a:solidFill>
          </a:ln>
        </p:spPr>
        <p:txBody>
          <a:bodyPr lIns="137160" tIns="137160" rIns="137160" bIns="137160" anchor="ctr"/>
          <a:lstStyle>
            <a:lvl1pPr marL="176213" marR="0" indent="-176213" algn="l" defTabSz="914400" rtl="0" eaLnBrk="1" fontAlgn="auto" latinLnBrk="0" hangingPunct="1">
              <a:lnSpc>
                <a:spcPct val="100000"/>
              </a:lnSpc>
              <a:spcBef>
                <a:spcPct val="20000"/>
              </a:spcBef>
              <a:spcAft>
                <a:spcPts val="0"/>
              </a:spcAft>
              <a:buClr>
                <a:srgbClr val="B01C2E"/>
              </a:buClr>
              <a:buSzTx/>
              <a:buFont typeface="Wingdings 2" pitchFamily="18" charset="2"/>
              <a:buChar char=""/>
              <a:tabLst/>
              <a:defRPr sz="1200"/>
            </a:lvl1pPr>
            <a:lvl2pPr marL="342900" indent="-166688">
              <a:buClr>
                <a:srgbClr val="B01C2E"/>
              </a:buClr>
              <a:buSzPct val="125000"/>
              <a:defRPr sz="1200"/>
            </a:lvl2pPr>
            <a:lvl3pPr marL="519113" indent="-176213">
              <a:buClr>
                <a:srgbClr val="B01C2E"/>
              </a:buClr>
              <a:buFont typeface="Arial" pitchFamily="34" charset="0"/>
              <a:buChar char="–"/>
              <a:defRPr sz="1200"/>
            </a:lvl3pPr>
            <a:lvl4pPr marL="685800" indent="-166688">
              <a:defRPr sz="1400"/>
            </a:lvl4pPr>
            <a:lvl5pPr marL="914400" indent="-166688">
              <a:defRPr sz="14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p:txBody>
      </p:sp>
      <p:sp>
        <p:nvSpPr>
          <p:cNvPr id="9" name="Content Placeholder 3"/>
          <p:cNvSpPr>
            <a:spLocks noGrp="1"/>
          </p:cNvSpPr>
          <p:nvPr>
            <p:ph sz="half" idx="14"/>
          </p:nvPr>
        </p:nvSpPr>
        <p:spPr>
          <a:xfrm>
            <a:off x="638822" y="1441358"/>
            <a:ext cx="6413145" cy="950976"/>
          </a:xfrm>
          <a:prstGeom prst="rect">
            <a:avLst/>
          </a:prstGeom>
          <a:solidFill>
            <a:schemeClr val="bg1"/>
          </a:solidFill>
          <a:ln w="12700">
            <a:solidFill>
              <a:schemeClr val="accent1"/>
            </a:solidFill>
          </a:ln>
        </p:spPr>
        <p:txBody>
          <a:bodyPr lIns="137160" tIns="137160" rIns="137160" bIns="137160" anchor="ctr"/>
          <a:lstStyle>
            <a:lvl1pPr marL="176213" marR="0" indent="-176213" algn="l" defTabSz="914400" rtl="0" eaLnBrk="1" fontAlgn="auto" latinLnBrk="0" hangingPunct="1">
              <a:lnSpc>
                <a:spcPct val="100000"/>
              </a:lnSpc>
              <a:spcBef>
                <a:spcPct val="20000"/>
              </a:spcBef>
              <a:spcAft>
                <a:spcPts val="0"/>
              </a:spcAft>
              <a:buClr>
                <a:srgbClr val="B01C2E"/>
              </a:buClr>
              <a:buSzTx/>
              <a:buFont typeface="Wingdings 2" pitchFamily="18" charset="2"/>
              <a:buChar char=""/>
              <a:tabLst/>
              <a:defRPr sz="1200"/>
            </a:lvl1pPr>
            <a:lvl2pPr marL="342900" indent="-166688">
              <a:buClr>
                <a:srgbClr val="B01C2E"/>
              </a:buClr>
              <a:buSzPct val="125000"/>
              <a:defRPr sz="1200"/>
            </a:lvl2pPr>
            <a:lvl3pPr marL="519113" indent="-176213">
              <a:buClr>
                <a:srgbClr val="B01C2E"/>
              </a:buClr>
              <a:buFont typeface="Arial" pitchFamily="34" charset="0"/>
              <a:buChar char="–"/>
              <a:defRPr sz="1200"/>
            </a:lvl3pPr>
            <a:lvl4pPr marL="685800" indent="-166688">
              <a:defRPr sz="1400"/>
            </a:lvl4pPr>
            <a:lvl5pPr marL="914400" indent="-166688">
              <a:defRPr sz="14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p:txBody>
      </p:sp>
      <p:sp>
        <p:nvSpPr>
          <p:cNvPr id="10" name="Content Placeholder 3"/>
          <p:cNvSpPr>
            <a:spLocks noGrp="1"/>
          </p:cNvSpPr>
          <p:nvPr>
            <p:ph sz="half" idx="15"/>
          </p:nvPr>
        </p:nvSpPr>
        <p:spPr>
          <a:xfrm>
            <a:off x="2150310" y="2622986"/>
            <a:ext cx="6413145" cy="950976"/>
          </a:xfrm>
          <a:prstGeom prst="rect">
            <a:avLst/>
          </a:prstGeom>
          <a:solidFill>
            <a:schemeClr val="bg1"/>
          </a:solidFill>
          <a:ln w="12700">
            <a:solidFill>
              <a:schemeClr val="accent1"/>
            </a:solidFill>
          </a:ln>
        </p:spPr>
        <p:txBody>
          <a:bodyPr lIns="137160" tIns="137160" rIns="137160" bIns="137160" anchor="ctr"/>
          <a:lstStyle>
            <a:lvl1pPr marL="176213" marR="0" indent="-176213" algn="l" defTabSz="914400" rtl="0" eaLnBrk="1" fontAlgn="auto" latinLnBrk="0" hangingPunct="1">
              <a:lnSpc>
                <a:spcPct val="100000"/>
              </a:lnSpc>
              <a:spcBef>
                <a:spcPct val="20000"/>
              </a:spcBef>
              <a:spcAft>
                <a:spcPts val="0"/>
              </a:spcAft>
              <a:buClr>
                <a:srgbClr val="B01C2E"/>
              </a:buClr>
              <a:buSzTx/>
              <a:buFont typeface="Wingdings 2" pitchFamily="18" charset="2"/>
              <a:buChar char=""/>
              <a:tabLst/>
              <a:defRPr sz="1200"/>
            </a:lvl1pPr>
            <a:lvl2pPr marL="342900" indent="-166688">
              <a:buClr>
                <a:srgbClr val="B01C2E"/>
              </a:buClr>
              <a:buSzPct val="125000"/>
              <a:defRPr sz="1200"/>
            </a:lvl2pPr>
            <a:lvl3pPr marL="519113" indent="-176213">
              <a:buClr>
                <a:srgbClr val="B01C2E"/>
              </a:buClr>
              <a:buFont typeface="Arial" pitchFamily="34" charset="0"/>
              <a:buChar char="–"/>
              <a:defRPr sz="1200"/>
            </a:lvl3pPr>
            <a:lvl4pPr marL="685800" indent="-166688">
              <a:defRPr sz="1400"/>
            </a:lvl4pPr>
            <a:lvl5pPr marL="914400" indent="-166688">
              <a:defRPr sz="14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p:txBody>
      </p:sp>
      <p:sp>
        <p:nvSpPr>
          <p:cNvPr id="11" name="Content Placeholder 3"/>
          <p:cNvSpPr>
            <a:spLocks noGrp="1"/>
          </p:cNvSpPr>
          <p:nvPr>
            <p:ph sz="half" idx="16"/>
          </p:nvPr>
        </p:nvSpPr>
        <p:spPr>
          <a:xfrm>
            <a:off x="3674314" y="3804614"/>
            <a:ext cx="6413145" cy="950976"/>
          </a:xfrm>
          <a:prstGeom prst="rect">
            <a:avLst/>
          </a:prstGeom>
          <a:solidFill>
            <a:schemeClr val="bg1"/>
          </a:solidFill>
          <a:ln w="12700">
            <a:solidFill>
              <a:schemeClr val="accent1"/>
            </a:solidFill>
          </a:ln>
        </p:spPr>
        <p:txBody>
          <a:bodyPr lIns="137160" tIns="137160" rIns="137160" bIns="137160" anchor="ctr"/>
          <a:lstStyle>
            <a:lvl1pPr marL="176213" marR="0" indent="-176213" algn="l" defTabSz="914400" rtl="0" eaLnBrk="1" fontAlgn="auto" latinLnBrk="0" hangingPunct="1">
              <a:lnSpc>
                <a:spcPct val="100000"/>
              </a:lnSpc>
              <a:spcBef>
                <a:spcPct val="20000"/>
              </a:spcBef>
              <a:spcAft>
                <a:spcPts val="0"/>
              </a:spcAft>
              <a:buClr>
                <a:srgbClr val="B01C2E"/>
              </a:buClr>
              <a:buSzTx/>
              <a:buFont typeface="Wingdings 2" pitchFamily="18" charset="2"/>
              <a:buChar char=""/>
              <a:tabLst/>
              <a:defRPr sz="1200"/>
            </a:lvl1pPr>
            <a:lvl2pPr marL="342900" indent="-166688">
              <a:buClr>
                <a:srgbClr val="B01C2E"/>
              </a:buClr>
              <a:buSzPct val="125000"/>
              <a:defRPr sz="1200"/>
            </a:lvl2pPr>
            <a:lvl3pPr marL="519113" indent="-176213">
              <a:buClr>
                <a:srgbClr val="B01C2E"/>
              </a:buClr>
              <a:buFont typeface="Arial" pitchFamily="34" charset="0"/>
              <a:buChar char="–"/>
              <a:defRPr sz="1200"/>
            </a:lvl3pPr>
            <a:lvl4pPr marL="685800" indent="-166688">
              <a:defRPr sz="1400"/>
            </a:lvl4pPr>
            <a:lvl5pPr marL="914400" indent="-166688">
              <a:defRPr sz="14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p:txBody>
      </p:sp>
      <p:sp>
        <p:nvSpPr>
          <p:cNvPr id="12"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5" name="Slide Number Placeholder 9"/>
          <p:cNvSpPr>
            <a:spLocks noGrp="1"/>
          </p:cNvSpPr>
          <p:nvPr>
            <p:ph type="sldNum" sz="quarter" idx="18"/>
          </p:nvPr>
        </p:nvSpPr>
        <p:spPr/>
        <p:txBody>
          <a:bodyPr/>
          <a:lstStyle>
            <a:lvl1pPr>
              <a:defRPr/>
            </a:lvl1pPr>
          </a:lstStyle>
          <a:p>
            <a:fld id="{0C10D6D8-3B97-854D-B9A2-DD1E2B17F6F0}" type="slidenum">
              <a:rPr lang="en-US" altLang="en-US"/>
              <a:pPr/>
              <a:t>‹#›</a:t>
            </a:fld>
            <a:endParaRPr lang="en-US" altLang="en-US"/>
          </a:p>
        </p:txBody>
      </p:sp>
      <p:sp>
        <p:nvSpPr>
          <p:cNvPr id="16" name="Footer Placeholder 13"/>
          <p:cNvSpPr>
            <a:spLocks noGrp="1"/>
          </p:cNvSpPr>
          <p:nvPr>
            <p:ph type="ftr" sz="quarter" idx="19"/>
          </p:nvPr>
        </p:nvSpPr>
        <p:spPr/>
        <p:txBody>
          <a:bodyPr/>
          <a:lstStyle>
            <a:lvl1pPr>
              <a:defRPr smtClean="0"/>
            </a:lvl1pPr>
          </a:lstStyle>
          <a:p>
            <a:pPr>
              <a:defRPr/>
            </a:pPr>
            <a:r>
              <a:rPr lang="en-US"/>
              <a:t>Redemptions</a:t>
            </a:r>
          </a:p>
        </p:txBody>
      </p:sp>
    </p:spTree>
    <p:extLst>
      <p:ext uri="{BB962C8B-B14F-4D97-AF65-F5344CB8AC3E}">
        <p14:creationId xmlns:p14="http://schemas.microsoft.com/office/powerpoint/2010/main" val="619583014"/>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Guidelines">
    <p:spTree>
      <p:nvGrpSpPr>
        <p:cNvPr id="1" name=""/>
        <p:cNvGrpSpPr/>
        <p:nvPr/>
      </p:nvGrpSpPr>
      <p:grpSpPr>
        <a:xfrm>
          <a:off x="0" y="0"/>
          <a:ext cx="0" cy="0"/>
          <a:chOff x="0" y="0"/>
          <a:chExt cx="0" cy="0"/>
        </a:xfrm>
      </p:grpSpPr>
      <p:sp>
        <p:nvSpPr>
          <p:cNvPr id="7" name="Parallelogram 6"/>
          <p:cNvSpPr/>
          <p:nvPr userDrawn="1"/>
        </p:nvSpPr>
        <p:spPr bwMode="auto">
          <a:xfrm>
            <a:off x="950384" y="1782764"/>
            <a:ext cx="10625667" cy="528637"/>
          </a:xfrm>
          <a:prstGeom prst="parallelogram">
            <a:avLst>
              <a:gd name="adj" fmla="val 135335"/>
            </a:avLst>
          </a:prstGeom>
          <a:gradFill>
            <a:gsLst>
              <a:gs pos="100000">
                <a:srgbClr val="666666"/>
              </a:gs>
              <a:gs pos="0">
                <a:schemeClr val="bg1">
                  <a:lumMod val="85000"/>
                </a:schemeClr>
              </a:gs>
            </a:gsLst>
            <a:lin ang="5400000" scaled="0"/>
          </a:gradFill>
          <a:ln w="9525" cap="flat" cmpd="sng" algn="ctr">
            <a:noFill/>
            <a:prstDash val="solid"/>
            <a:round/>
            <a:headEnd type="none" w="med" len="med"/>
            <a:tailEnd type="none" w="med" len="med"/>
          </a:ln>
          <a:effectLst/>
        </p:spPr>
        <p:txBody>
          <a:bodyPr/>
          <a:lstStyle/>
          <a:p>
            <a:pPr eaLnBrk="0" hangingPunct="0">
              <a:defRPr/>
            </a:pPr>
            <a:endParaRPr lang="en-US" sz="1800">
              <a:latin typeface="Arial" charset="0"/>
              <a:ea typeface="+mn-ea"/>
            </a:endParaRPr>
          </a:p>
        </p:txBody>
      </p:sp>
      <p:sp>
        <p:nvSpPr>
          <p:cNvPr id="8" name="Parallelogram 7"/>
          <p:cNvSpPr/>
          <p:nvPr userDrawn="1"/>
        </p:nvSpPr>
        <p:spPr bwMode="auto">
          <a:xfrm>
            <a:off x="950384" y="5300664"/>
            <a:ext cx="10625667" cy="530225"/>
          </a:xfrm>
          <a:prstGeom prst="parallelogram">
            <a:avLst>
              <a:gd name="adj" fmla="val 135335"/>
            </a:avLst>
          </a:prstGeom>
          <a:gradFill>
            <a:gsLst>
              <a:gs pos="100000">
                <a:srgbClr val="666666"/>
              </a:gs>
              <a:gs pos="0">
                <a:schemeClr val="bg1">
                  <a:lumMod val="85000"/>
                </a:schemeClr>
              </a:gs>
            </a:gsLst>
            <a:lin ang="5400000" scaled="0"/>
          </a:gradFill>
          <a:ln w="9525" cap="flat" cmpd="sng" algn="ctr">
            <a:noFill/>
            <a:prstDash val="solid"/>
            <a:round/>
            <a:headEnd type="none" w="med" len="med"/>
            <a:tailEnd type="none" w="med" len="med"/>
          </a:ln>
          <a:effectLst/>
        </p:spPr>
        <p:txBody>
          <a:bodyPr/>
          <a:lstStyle/>
          <a:p>
            <a:pPr eaLnBrk="0" hangingPunct="0">
              <a:defRPr/>
            </a:pPr>
            <a:endParaRPr lang="en-US" sz="1800">
              <a:latin typeface="Arial" charset="0"/>
              <a:ea typeface="+mn-ea"/>
            </a:endParaRPr>
          </a:p>
        </p:txBody>
      </p:sp>
      <p:sp>
        <p:nvSpPr>
          <p:cNvPr id="14" name="Parallelogram 13"/>
          <p:cNvSpPr/>
          <p:nvPr userDrawn="1"/>
        </p:nvSpPr>
        <p:spPr bwMode="auto">
          <a:xfrm>
            <a:off x="950384" y="4129089"/>
            <a:ext cx="10625667" cy="528637"/>
          </a:xfrm>
          <a:prstGeom prst="parallelogram">
            <a:avLst>
              <a:gd name="adj" fmla="val 135335"/>
            </a:avLst>
          </a:prstGeom>
          <a:gradFill>
            <a:gsLst>
              <a:gs pos="100000">
                <a:srgbClr val="666666"/>
              </a:gs>
              <a:gs pos="0">
                <a:schemeClr val="bg1">
                  <a:lumMod val="85000"/>
                </a:schemeClr>
              </a:gs>
            </a:gsLst>
            <a:lin ang="5400000" scaled="0"/>
          </a:gradFill>
          <a:ln w="9525" cap="flat" cmpd="sng" algn="ctr">
            <a:noFill/>
            <a:prstDash val="solid"/>
            <a:round/>
            <a:headEnd type="none" w="med" len="med"/>
            <a:tailEnd type="none" w="med" len="med"/>
          </a:ln>
          <a:effectLst/>
        </p:spPr>
        <p:txBody>
          <a:bodyPr/>
          <a:lstStyle/>
          <a:p>
            <a:pPr eaLnBrk="0" hangingPunct="0">
              <a:defRPr/>
            </a:pPr>
            <a:endParaRPr lang="en-US" sz="1800">
              <a:latin typeface="Arial" charset="0"/>
              <a:ea typeface="+mn-ea"/>
            </a:endParaRPr>
          </a:p>
        </p:txBody>
      </p:sp>
      <p:sp>
        <p:nvSpPr>
          <p:cNvPr id="15" name="Parallelogram 14"/>
          <p:cNvSpPr/>
          <p:nvPr userDrawn="1"/>
        </p:nvSpPr>
        <p:spPr bwMode="auto">
          <a:xfrm>
            <a:off x="950384" y="2955925"/>
            <a:ext cx="10625667" cy="528638"/>
          </a:xfrm>
          <a:prstGeom prst="parallelogram">
            <a:avLst>
              <a:gd name="adj" fmla="val 135335"/>
            </a:avLst>
          </a:prstGeom>
          <a:gradFill>
            <a:gsLst>
              <a:gs pos="100000">
                <a:srgbClr val="666666"/>
              </a:gs>
              <a:gs pos="0">
                <a:schemeClr val="bg1">
                  <a:lumMod val="85000"/>
                </a:schemeClr>
              </a:gs>
            </a:gsLst>
            <a:lin ang="5400000" scaled="0"/>
          </a:gradFill>
          <a:ln w="9525" cap="flat" cmpd="sng" algn="ctr">
            <a:noFill/>
            <a:prstDash val="solid"/>
            <a:round/>
            <a:headEnd type="none" w="med" len="med"/>
            <a:tailEnd type="none" w="med" len="med"/>
          </a:ln>
          <a:effectLst/>
        </p:spPr>
        <p:txBody>
          <a:bodyPr/>
          <a:lstStyle/>
          <a:p>
            <a:pPr eaLnBrk="0" hangingPunct="0">
              <a:defRPr/>
            </a:pPr>
            <a:endParaRPr lang="en-US" sz="1800">
              <a:latin typeface="Arial" charset="0"/>
              <a:ea typeface="+mn-ea"/>
            </a:endParaRPr>
          </a:p>
        </p:txBody>
      </p:sp>
      <p:sp>
        <p:nvSpPr>
          <p:cNvPr id="9" name="Content Placeholder 3"/>
          <p:cNvSpPr>
            <a:spLocks noGrp="1"/>
          </p:cNvSpPr>
          <p:nvPr>
            <p:ph sz="half" idx="12"/>
          </p:nvPr>
        </p:nvSpPr>
        <p:spPr>
          <a:xfrm>
            <a:off x="944921" y="1501649"/>
            <a:ext cx="9934099" cy="789371"/>
          </a:xfrm>
          <a:prstGeom prst="parallelogram">
            <a:avLst/>
          </a:prstGeom>
          <a:solidFill>
            <a:schemeClr val="accent1"/>
          </a:solidFill>
          <a:ln w="6350">
            <a:noFill/>
          </a:ln>
        </p:spPr>
        <p:txBody>
          <a:bodyPr lIns="137160" tIns="137160" rIns="137160" bIns="137160" anchor="ctr"/>
          <a:lstStyle>
            <a:lvl1pPr marL="176213" indent="-176213" algn="ctr">
              <a:buNone/>
              <a:defRPr sz="1200" b="1">
                <a:solidFill>
                  <a:schemeClr val="bg1"/>
                </a:solidFill>
              </a:defRPr>
            </a:lvl1pPr>
            <a:lvl2pPr marL="342900" indent="-166688">
              <a:buSzPct val="125000"/>
              <a:defRPr sz="1400"/>
            </a:lvl2pPr>
            <a:lvl3pPr marL="519113" indent="-176213">
              <a:defRPr sz="1400"/>
            </a:lvl3pPr>
            <a:lvl4pPr marL="685800" indent="-166688">
              <a:defRPr sz="1400"/>
            </a:lvl4pPr>
            <a:lvl5pPr marL="914400" indent="-166688">
              <a:defRPr sz="1400"/>
            </a:lvl5pPr>
            <a:lvl6pPr>
              <a:defRPr sz="1600"/>
            </a:lvl6pPr>
            <a:lvl7pPr>
              <a:defRPr sz="1600"/>
            </a:lvl7pPr>
            <a:lvl8pPr>
              <a:defRPr sz="1600"/>
            </a:lvl8pPr>
            <a:lvl9pPr>
              <a:defRPr sz="1600"/>
            </a:lvl9pPr>
          </a:lstStyle>
          <a:p>
            <a:pPr lvl="0"/>
            <a:r>
              <a:rPr lang="en-US"/>
              <a:t>Click to edit Master text styles</a:t>
            </a:r>
          </a:p>
        </p:txBody>
      </p:sp>
      <p:sp>
        <p:nvSpPr>
          <p:cNvPr id="10" name="Content Placeholder 3"/>
          <p:cNvSpPr>
            <a:spLocks noGrp="1"/>
          </p:cNvSpPr>
          <p:nvPr>
            <p:ph sz="half" idx="13"/>
          </p:nvPr>
        </p:nvSpPr>
        <p:spPr>
          <a:xfrm>
            <a:off x="944921" y="5019703"/>
            <a:ext cx="9934099" cy="789371"/>
          </a:xfrm>
          <a:prstGeom prst="parallelogram">
            <a:avLst/>
          </a:prstGeom>
          <a:solidFill>
            <a:schemeClr val="accent1"/>
          </a:solidFill>
          <a:ln w="6350">
            <a:noFill/>
          </a:ln>
        </p:spPr>
        <p:txBody>
          <a:bodyPr lIns="137160" tIns="137160" rIns="137160" bIns="137160" anchor="ctr"/>
          <a:lstStyle>
            <a:lvl1pPr marL="176213" marR="0" indent="-176213" algn="ctr" defTabSz="914400" rtl="0" eaLnBrk="1" fontAlgn="auto" latinLnBrk="0" hangingPunct="1">
              <a:lnSpc>
                <a:spcPct val="100000"/>
              </a:lnSpc>
              <a:spcBef>
                <a:spcPct val="20000"/>
              </a:spcBef>
              <a:spcAft>
                <a:spcPts val="0"/>
              </a:spcAft>
              <a:buClrTx/>
              <a:buSzTx/>
              <a:buFont typeface="Arial" pitchFamily="34" charset="0"/>
              <a:buNone/>
              <a:tabLst/>
              <a:defRPr sz="1200" b="1">
                <a:solidFill>
                  <a:schemeClr val="bg1"/>
                </a:solidFill>
              </a:defRPr>
            </a:lvl1pPr>
            <a:lvl2pPr marL="342900" indent="-166688">
              <a:buSzPct val="125000"/>
              <a:defRPr sz="1400"/>
            </a:lvl2pPr>
            <a:lvl3pPr marL="519113" indent="-176213">
              <a:defRPr sz="1400"/>
            </a:lvl3pPr>
            <a:lvl4pPr marL="685800" indent="-166688">
              <a:defRPr sz="1400"/>
            </a:lvl4pPr>
            <a:lvl5pPr marL="914400" indent="-166688">
              <a:defRPr sz="1400"/>
            </a:lvl5pPr>
            <a:lvl6pPr>
              <a:defRPr sz="1600"/>
            </a:lvl6pPr>
            <a:lvl7pPr>
              <a:defRPr sz="1600"/>
            </a:lvl7pPr>
            <a:lvl8pPr>
              <a:defRPr sz="1600"/>
            </a:lvl8pPr>
            <a:lvl9pPr>
              <a:defRPr sz="1600"/>
            </a:lvl9pPr>
          </a:lstStyle>
          <a:p>
            <a:pPr lvl="0"/>
            <a:r>
              <a:rPr lang="en-US"/>
              <a:t>Click to edit Master text styles</a:t>
            </a:r>
          </a:p>
        </p:txBody>
      </p:sp>
      <p:sp>
        <p:nvSpPr>
          <p:cNvPr id="11" name="Content Placeholder 3"/>
          <p:cNvSpPr>
            <a:spLocks noGrp="1"/>
          </p:cNvSpPr>
          <p:nvPr>
            <p:ph sz="half" idx="14"/>
          </p:nvPr>
        </p:nvSpPr>
        <p:spPr>
          <a:xfrm>
            <a:off x="944921" y="3847016"/>
            <a:ext cx="9934099" cy="789371"/>
          </a:xfrm>
          <a:prstGeom prst="parallelogram">
            <a:avLst/>
          </a:prstGeom>
          <a:solidFill>
            <a:schemeClr val="accent1"/>
          </a:solidFill>
          <a:ln w="6350">
            <a:noFill/>
          </a:ln>
        </p:spPr>
        <p:txBody>
          <a:bodyPr lIns="137160" tIns="137160" rIns="137160" bIns="137160" anchor="ctr"/>
          <a:lstStyle>
            <a:lvl1pPr marL="176213" indent="-176213" algn="ctr">
              <a:buNone/>
              <a:defRPr sz="1200" b="1">
                <a:solidFill>
                  <a:schemeClr val="bg1"/>
                </a:solidFill>
              </a:defRPr>
            </a:lvl1pPr>
            <a:lvl2pPr marL="342900" indent="-166688">
              <a:buSzPct val="125000"/>
              <a:defRPr sz="1400"/>
            </a:lvl2pPr>
            <a:lvl3pPr marL="519113" indent="-176213">
              <a:defRPr sz="1400"/>
            </a:lvl3pPr>
            <a:lvl4pPr marL="685800" indent="-166688">
              <a:defRPr sz="1400"/>
            </a:lvl4pPr>
            <a:lvl5pPr marL="914400" indent="-166688">
              <a:defRPr sz="1400"/>
            </a:lvl5pPr>
            <a:lvl6pPr>
              <a:defRPr sz="1600"/>
            </a:lvl6pPr>
            <a:lvl7pPr>
              <a:defRPr sz="1600"/>
            </a:lvl7pPr>
            <a:lvl8pPr>
              <a:defRPr sz="1600"/>
            </a:lvl8pPr>
            <a:lvl9pPr>
              <a:defRPr sz="1600"/>
            </a:lvl9pPr>
          </a:lstStyle>
          <a:p>
            <a:pPr lvl="0"/>
            <a:r>
              <a:rPr lang="en-US"/>
              <a:t>Click to edit Master text styles</a:t>
            </a:r>
          </a:p>
        </p:txBody>
      </p:sp>
      <p:sp>
        <p:nvSpPr>
          <p:cNvPr id="12" name="Content Placeholder 3"/>
          <p:cNvSpPr>
            <a:spLocks noGrp="1"/>
          </p:cNvSpPr>
          <p:nvPr>
            <p:ph sz="half" idx="15"/>
          </p:nvPr>
        </p:nvSpPr>
        <p:spPr>
          <a:xfrm>
            <a:off x="944921" y="2674335"/>
            <a:ext cx="9934099" cy="789371"/>
          </a:xfrm>
          <a:prstGeom prst="parallelogram">
            <a:avLst/>
          </a:prstGeom>
          <a:solidFill>
            <a:schemeClr val="accent1"/>
          </a:solidFill>
          <a:ln w="6350">
            <a:noFill/>
          </a:ln>
        </p:spPr>
        <p:txBody>
          <a:bodyPr lIns="137160" tIns="137160" rIns="137160" bIns="137160" anchor="ctr"/>
          <a:lstStyle>
            <a:lvl1pPr marL="176213" indent="-176213" algn="ctr">
              <a:buNone/>
              <a:defRPr sz="1200" b="1">
                <a:solidFill>
                  <a:schemeClr val="bg1"/>
                </a:solidFill>
              </a:defRPr>
            </a:lvl1pPr>
            <a:lvl2pPr marL="342900" indent="-166688">
              <a:buSzPct val="125000"/>
              <a:defRPr sz="1400"/>
            </a:lvl2pPr>
            <a:lvl3pPr marL="519113" indent="-176213">
              <a:defRPr sz="1400"/>
            </a:lvl3pPr>
            <a:lvl4pPr marL="685800" indent="-166688">
              <a:defRPr sz="1400"/>
            </a:lvl4pPr>
            <a:lvl5pPr marL="914400" indent="-166688">
              <a:defRPr sz="1400"/>
            </a:lvl5pPr>
            <a:lvl6pPr>
              <a:defRPr sz="1600"/>
            </a:lvl6pPr>
            <a:lvl7pPr>
              <a:defRPr sz="1600"/>
            </a:lvl7pPr>
            <a:lvl8pPr>
              <a:defRPr sz="1600"/>
            </a:lvl8pPr>
            <a:lvl9pPr>
              <a:defRPr sz="1600"/>
            </a:lvl9pPr>
          </a:lstStyle>
          <a:p>
            <a:pPr lvl="0"/>
            <a:r>
              <a:rPr lang="en-US"/>
              <a:t>Click to edit Master text styles</a:t>
            </a:r>
          </a:p>
        </p:txBody>
      </p:sp>
      <p:sp>
        <p:nvSpPr>
          <p:cNvPr id="13"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6" name="Slide Number Placeholder 9"/>
          <p:cNvSpPr>
            <a:spLocks noGrp="1"/>
          </p:cNvSpPr>
          <p:nvPr>
            <p:ph type="sldNum" sz="quarter" idx="16"/>
          </p:nvPr>
        </p:nvSpPr>
        <p:spPr/>
        <p:txBody>
          <a:bodyPr/>
          <a:lstStyle>
            <a:lvl1pPr>
              <a:defRPr/>
            </a:lvl1pPr>
          </a:lstStyle>
          <a:p>
            <a:fld id="{97E92AD8-7AD1-8240-8596-9839AB315E2F}" type="slidenum">
              <a:rPr lang="en-US" altLang="en-US"/>
              <a:pPr/>
              <a:t>‹#›</a:t>
            </a:fld>
            <a:endParaRPr lang="en-US" altLang="en-US"/>
          </a:p>
        </p:txBody>
      </p:sp>
      <p:sp>
        <p:nvSpPr>
          <p:cNvPr id="17" name="Footer Placeholder 14"/>
          <p:cNvSpPr>
            <a:spLocks noGrp="1"/>
          </p:cNvSpPr>
          <p:nvPr>
            <p:ph type="ftr" sz="quarter" idx="17"/>
          </p:nvPr>
        </p:nvSpPr>
        <p:spPr/>
        <p:txBody>
          <a:bodyPr/>
          <a:lstStyle>
            <a:lvl1pPr>
              <a:defRPr smtClean="0"/>
            </a:lvl1pPr>
          </a:lstStyle>
          <a:p>
            <a:pPr>
              <a:defRPr/>
            </a:pPr>
            <a:r>
              <a:rPr lang="en-US"/>
              <a:t>Redemptions</a:t>
            </a:r>
          </a:p>
        </p:txBody>
      </p:sp>
    </p:spTree>
    <p:extLst>
      <p:ext uri="{BB962C8B-B14F-4D97-AF65-F5344CB8AC3E}">
        <p14:creationId xmlns:p14="http://schemas.microsoft.com/office/powerpoint/2010/main" val="499582873"/>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Phases and threads with chevrons">
    <p:spTree>
      <p:nvGrpSpPr>
        <p:cNvPr id="1" name=""/>
        <p:cNvGrpSpPr/>
        <p:nvPr/>
      </p:nvGrpSpPr>
      <p:grpSpPr>
        <a:xfrm>
          <a:off x="0" y="0"/>
          <a:ext cx="0" cy="0"/>
          <a:chOff x="0" y="0"/>
          <a:chExt cx="0" cy="0"/>
        </a:xfrm>
      </p:grpSpPr>
      <p:cxnSp>
        <p:nvCxnSpPr>
          <p:cNvPr id="22" name="Straight Connector 8"/>
          <p:cNvCxnSpPr>
            <a:cxnSpLocks noChangeShapeType="1"/>
          </p:cNvCxnSpPr>
          <p:nvPr userDrawn="1"/>
        </p:nvCxnSpPr>
        <p:spPr bwMode="auto">
          <a:xfrm>
            <a:off x="637117" y="3294064"/>
            <a:ext cx="10651067" cy="1587"/>
          </a:xfrm>
          <a:prstGeom prst="line">
            <a:avLst/>
          </a:prstGeom>
          <a:noFill/>
          <a:ln w="12700">
            <a:solidFill>
              <a:srgbClr val="A9A9A9"/>
            </a:solidFill>
            <a:prstDash val="dash"/>
            <a:round/>
            <a:headEnd/>
            <a:tailEnd/>
          </a:ln>
          <a:extLst>
            <a:ext uri="{909E8E84-426E-40DD-AFC4-6F175D3DCCD1}">
              <a14:hiddenFill xmlns:a14="http://schemas.microsoft.com/office/drawing/2010/main">
                <a:noFill/>
              </a14:hiddenFill>
            </a:ext>
          </a:extLst>
        </p:spPr>
      </p:cxnSp>
      <p:cxnSp>
        <p:nvCxnSpPr>
          <p:cNvPr id="23" name="Straight Connector 9"/>
          <p:cNvCxnSpPr>
            <a:cxnSpLocks noChangeShapeType="1"/>
          </p:cNvCxnSpPr>
          <p:nvPr userDrawn="1"/>
        </p:nvCxnSpPr>
        <p:spPr bwMode="auto">
          <a:xfrm>
            <a:off x="637117" y="4670425"/>
            <a:ext cx="10651067" cy="1588"/>
          </a:xfrm>
          <a:prstGeom prst="line">
            <a:avLst/>
          </a:prstGeom>
          <a:noFill/>
          <a:ln w="12700">
            <a:solidFill>
              <a:srgbClr val="A9A9A9"/>
            </a:solidFill>
            <a:prstDash val="dash"/>
            <a:round/>
            <a:headEnd/>
            <a:tailEnd/>
          </a:ln>
          <a:extLst>
            <a:ext uri="{909E8E84-426E-40DD-AFC4-6F175D3DCCD1}">
              <a14:hiddenFill xmlns:a14="http://schemas.microsoft.com/office/drawing/2010/main">
                <a:noFill/>
              </a14:hiddenFill>
            </a:ext>
          </a:extLst>
        </p:spPr>
      </p:cxnSp>
      <p:cxnSp>
        <p:nvCxnSpPr>
          <p:cNvPr id="24" name="Straight Connector 10"/>
          <p:cNvCxnSpPr>
            <a:cxnSpLocks noChangeShapeType="1"/>
          </p:cNvCxnSpPr>
          <p:nvPr userDrawn="1"/>
        </p:nvCxnSpPr>
        <p:spPr bwMode="auto">
          <a:xfrm>
            <a:off x="637117" y="6046789"/>
            <a:ext cx="10651067" cy="1587"/>
          </a:xfrm>
          <a:prstGeom prst="line">
            <a:avLst/>
          </a:prstGeom>
          <a:noFill/>
          <a:ln w="12700">
            <a:solidFill>
              <a:srgbClr val="A9A9A9"/>
            </a:solidFill>
            <a:prstDash val="dash"/>
            <a:round/>
            <a:headEnd/>
            <a:tailEnd/>
          </a:ln>
          <a:extLst>
            <a:ext uri="{909E8E84-426E-40DD-AFC4-6F175D3DCCD1}">
              <a14:hiddenFill xmlns:a14="http://schemas.microsoft.com/office/drawing/2010/main">
                <a:noFill/>
              </a14:hiddenFill>
            </a:ext>
          </a:extLst>
        </p:spPr>
      </p:cxnSp>
      <p:sp>
        <p:nvSpPr>
          <p:cNvPr id="5" name="Text Placeholder 12"/>
          <p:cNvSpPr>
            <a:spLocks noGrp="1"/>
          </p:cNvSpPr>
          <p:nvPr>
            <p:ph type="body" sz="quarter" idx="12"/>
          </p:nvPr>
        </p:nvSpPr>
        <p:spPr>
          <a:xfrm>
            <a:off x="2110661" y="1290643"/>
            <a:ext cx="2494291" cy="600507"/>
          </a:xfrm>
          <a:prstGeom prst="homePlate">
            <a:avLst>
              <a:gd name="adj" fmla="val 31973"/>
            </a:avLst>
          </a:prstGeom>
          <a:solidFill>
            <a:schemeClr val="accent1"/>
          </a:solidFill>
          <a:ln w="6350">
            <a:solidFill>
              <a:srgbClr val="A9A9A9"/>
            </a:solidFill>
          </a:ln>
        </p:spPr>
        <p:txBody>
          <a:bodyPr lIns="91440" tIns="137160" rIns="91440" bIns="137160" anchor="ctr"/>
          <a:lstStyle>
            <a:lvl1pPr marL="0" indent="0" algn="ctr">
              <a:buNone/>
              <a:defRPr sz="1200" b="1">
                <a:solidFill>
                  <a:schemeClr val="bg1"/>
                </a:solidFill>
              </a:defRPr>
            </a:lvl1pPr>
            <a:lvl2pPr marL="341313" indent="-169863">
              <a:defRPr sz="1200"/>
            </a:lvl2pPr>
            <a:lvl3pPr marL="512763" indent="-171450">
              <a:defRPr sz="1200"/>
            </a:lvl3pPr>
            <a:lvl4pPr marL="682625" indent="-169863">
              <a:defRPr sz="1200"/>
            </a:lvl4pPr>
            <a:lvl5pPr marL="854075" indent="-171450">
              <a:defRPr sz="1200"/>
            </a:lvl5pPr>
          </a:lstStyle>
          <a:p>
            <a:pPr lvl="0"/>
            <a:r>
              <a:rPr lang="en-US"/>
              <a:t>Click to edit Master text styles</a:t>
            </a:r>
          </a:p>
        </p:txBody>
      </p:sp>
      <p:sp>
        <p:nvSpPr>
          <p:cNvPr id="6" name="Text Placeholder 12"/>
          <p:cNvSpPr>
            <a:spLocks noGrp="1"/>
          </p:cNvSpPr>
          <p:nvPr>
            <p:ph type="body" sz="quarter" idx="15"/>
          </p:nvPr>
        </p:nvSpPr>
        <p:spPr>
          <a:xfrm>
            <a:off x="9195340" y="1290643"/>
            <a:ext cx="2538493" cy="600507"/>
          </a:xfrm>
          <a:prstGeom prst="chevron">
            <a:avLst>
              <a:gd name="adj" fmla="val 31246"/>
            </a:avLst>
          </a:prstGeom>
          <a:solidFill>
            <a:schemeClr val="accent1"/>
          </a:solidFill>
          <a:ln w="6350">
            <a:solidFill>
              <a:srgbClr val="A9A9A9"/>
            </a:solidFill>
          </a:ln>
        </p:spPr>
        <p:txBody>
          <a:bodyPr lIns="91440" tIns="137160" rIns="91440" bIns="137160" anchor="ctr"/>
          <a:lstStyle>
            <a:lvl1pPr marL="0" indent="0" algn="ctr">
              <a:buNone/>
              <a:defRPr sz="1200" b="1">
                <a:solidFill>
                  <a:schemeClr val="bg1"/>
                </a:solidFill>
              </a:defRPr>
            </a:lvl1pPr>
            <a:lvl2pPr marL="341313" indent="-169863">
              <a:defRPr sz="1200"/>
            </a:lvl2pPr>
            <a:lvl3pPr marL="512763" indent="-171450">
              <a:defRPr sz="1200"/>
            </a:lvl3pPr>
            <a:lvl4pPr marL="682625" indent="-169863">
              <a:defRPr sz="1200"/>
            </a:lvl4pPr>
            <a:lvl5pPr marL="854075" indent="-171450">
              <a:defRPr sz="1200"/>
            </a:lvl5pPr>
          </a:lstStyle>
          <a:p>
            <a:pPr lvl="0"/>
            <a:r>
              <a:rPr lang="en-US"/>
              <a:t>Click to edit Master text styles</a:t>
            </a:r>
          </a:p>
        </p:txBody>
      </p:sp>
      <p:sp>
        <p:nvSpPr>
          <p:cNvPr id="7" name="Text Placeholder 12"/>
          <p:cNvSpPr>
            <a:spLocks noGrp="1"/>
          </p:cNvSpPr>
          <p:nvPr>
            <p:ph type="body" sz="quarter" idx="30"/>
          </p:nvPr>
        </p:nvSpPr>
        <p:spPr>
          <a:xfrm>
            <a:off x="6819046" y="1290643"/>
            <a:ext cx="2538493" cy="600507"/>
          </a:xfrm>
          <a:prstGeom prst="chevron">
            <a:avLst>
              <a:gd name="adj" fmla="val 31246"/>
            </a:avLst>
          </a:prstGeom>
          <a:solidFill>
            <a:schemeClr val="accent1"/>
          </a:solidFill>
          <a:ln w="6350">
            <a:solidFill>
              <a:srgbClr val="A9A9A9"/>
            </a:solidFill>
          </a:ln>
        </p:spPr>
        <p:txBody>
          <a:bodyPr lIns="91440" tIns="137160" rIns="91440" bIns="137160" anchor="ctr"/>
          <a:lstStyle>
            <a:lvl1pPr marL="0" marR="0" indent="0" algn="ctr" defTabSz="914400" rtl="0" eaLnBrk="1" fontAlgn="auto" latinLnBrk="0" hangingPunct="1">
              <a:lnSpc>
                <a:spcPct val="100000"/>
              </a:lnSpc>
              <a:spcBef>
                <a:spcPct val="20000"/>
              </a:spcBef>
              <a:spcAft>
                <a:spcPts val="0"/>
              </a:spcAft>
              <a:buClrTx/>
              <a:buSzTx/>
              <a:buFont typeface="Arial" pitchFamily="34" charset="0"/>
              <a:buNone/>
              <a:tabLst/>
              <a:defRPr sz="1200" b="1">
                <a:solidFill>
                  <a:schemeClr val="bg1"/>
                </a:solidFill>
              </a:defRPr>
            </a:lvl1pPr>
            <a:lvl2pPr marL="341313" indent="-169863">
              <a:defRPr sz="1200"/>
            </a:lvl2pPr>
            <a:lvl3pPr marL="512763" indent="-171450">
              <a:defRPr sz="1200"/>
            </a:lvl3pPr>
            <a:lvl4pPr marL="682625" indent="-169863">
              <a:defRPr sz="1200"/>
            </a:lvl4pPr>
            <a:lvl5pPr marL="854075" indent="-171450">
              <a:defRPr sz="1200"/>
            </a:lvl5pPr>
          </a:lstStyle>
          <a:p>
            <a:pPr lvl="0"/>
            <a:r>
              <a:rPr lang="en-US"/>
              <a:t>Click to edit Master text styles</a:t>
            </a:r>
          </a:p>
        </p:txBody>
      </p:sp>
      <p:sp>
        <p:nvSpPr>
          <p:cNvPr id="8" name="Text Placeholder 12"/>
          <p:cNvSpPr>
            <a:spLocks noGrp="1"/>
          </p:cNvSpPr>
          <p:nvPr>
            <p:ph type="body" sz="quarter" idx="31"/>
          </p:nvPr>
        </p:nvSpPr>
        <p:spPr>
          <a:xfrm>
            <a:off x="4442752" y="1290643"/>
            <a:ext cx="2538493" cy="600507"/>
          </a:xfrm>
          <a:prstGeom prst="chevron">
            <a:avLst>
              <a:gd name="adj" fmla="val 31246"/>
            </a:avLst>
          </a:prstGeom>
          <a:solidFill>
            <a:schemeClr val="accent1"/>
          </a:solidFill>
          <a:ln w="6350">
            <a:solidFill>
              <a:srgbClr val="A9A9A9"/>
            </a:solidFill>
          </a:ln>
        </p:spPr>
        <p:txBody>
          <a:bodyPr lIns="91440" tIns="137160" rIns="91440" bIns="137160" anchor="ctr"/>
          <a:lstStyle>
            <a:lvl1pPr marL="0" indent="0" algn="ctr">
              <a:buNone/>
              <a:defRPr sz="1200" b="1">
                <a:solidFill>
                  <a:schemeClr val="bg1"/>
                </a:solidFill>
              </a:defRPr>
            </a:lvl1pPr>
            <a:lvl2pPr marL="341313" indent="-169863">
              <a:defRPr sz="1200"/>
            </a:lvl2pPr>
            <a:lvl3pPr marL="512763" indent="-171450">
              <a:defRPr sz="1200"/>
            </a:lvl3pPr>
            <a:lvl4pPr marL="682625" indent="-169863">
              <a:defRPr sz="1200"/>
            </a:lvl4pPr>
            <a:lvl5pPr marL="854075" indent="-171450">
              <a:defRPr sz="1200"/>
            </a:lvl5pPr>
          </a:lstStyle>
          <a:p>
            <a:pPr lvl="0"/>
            <a:r>
              <a:rPr lang="en-US"/>
              <a:t>Click to edit Master text styles</a:t>
            </a:r>
          </a:p>
        </p:txBody>
      </p:sp>
      <p:sp>
        <p:nvSpPr>
          <p:cNvPr id="9" name="Text Placeholder 12"/>
          <p:cNvSpPr>
            <a:spLocks noGrp="1"/>
          </p:cNvSpPr>
          <p:nvPr>
            <p:ph type="body" sz="quarter" idx="11"/>
          </p:nvPr>
        </p:nvSpPr>
        <p:spPr>
          <a:xfrm>
            <a:off x="609600" y="2068960"/>
            <a:ext cx="1341120"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200"/>
            </a:lvl5pPr>
          </a:lstStyle>
          <a:p>
            <a:pPr lvl="0"/>
            <a:r>
              <a:rPr lang="en-US"/>
              <a:t>Click to edit Master text styles</a:t>
            </a:r>
          </a:p>
        </p:txBody>
      </p:sp>
      <p:sp>
        <p:nvSpPr>
          <p:cNvPr id="10" name="Text Placeholder 12"/>
          <p:cNvSpPr>
            <a:spLocks noGrp="1"/>
          </p:cNvSpPr>
          <p:nvPr>
            <p:ph type="body" sz="quarter" idx="32"/>
          </p:nvPr>
        </p:nvSpPr>
        <p:spPr>
          <a:xfrm>
            <a:off x="609600" y="3436667"/>
            <a:ext cx="1341120"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11" name="Text Placeholder 12"/>
          <p:cNvSpPr>
            <a:spLocks noGrp="1"/>
          </p:cNvSpPr>
          <p:nvPr>
            <p:ph type="body" sz="quarter" idx="33"/>
          </p:nvPr>
        </p:nvSpPr>
        <p:spPr>
          <a:xfrm>
            <a:off x="609600" y="4802487"/>
            <a:ext cx="1341120"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12" name="Text Placeholder 12"/>
          <p:cNvSpPr>
            <a:spLocks noGrp="1"/>
          </p:cNvSpPr>
          <p:nvPr>
            <p:ph type="body" sz="quarter" idx="34"/>
          </p:nvPr>
        </p:nvSpPr>
        <p:spPr>
          <a:xfrm>
            <a:off x="2110661" y="2068960"/>
            <a:ext cx="2206752"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13" name="Text Placeholder 12"/>
          <p:cNvSpPr>
            <a:spLocks noGrp="1"/>
          </p:cNvSpPr>
          <p:nvPr>
            <p:ph type="body" sz="quarter" idx="35"/>
          </p:nvPr>
        </p:nvSpPr>
        <p:spPr>
          <a:xfrm>
            <a:off x="2110661" y="3441508"/>
            <a:ext cx="2206752"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14" name="Text Placeholder 12"/>
          <p:cNvSpPr>
            <a:spLocks noGrp="1"/>
          </p:cNvSpPr>
          <p:nvPr>
            <p:ph type="body" sz="quarter" idx="36"/>
          </p:nvPr>
        </p:nvSpPr>
        <p:spPr>
          <a:xfrm>
            <a:off x="2110661" y="4807328"/>
            <a:ext cx="2206752"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27"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28" name="Text Placeholder 12"/>
          <p:cNvSpPr>
            <a:spLocks noGrp="1"/>
          </p:cNvSpPr>
          <p:nvPr>
            <p:ph type="body" sz="quarter" idx="37"/>
          </p:nvPr>
        </p:nvSpPr>
        <p:spPr>
          <a:xfrm>
            <a:off x="4442752" y="2066925"/>
            <a:ext cx="2206752"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29" name="Text Placeholder 12"/>
          <p:cNvSpPr>
            <a:spLocks noGrp="1"/>
          </p:cNvSpPr>
          <p:nvPr>
            <p:ph type="body" sz="quarter" idx="38"/>
          </p:nvPr>
        </p:nvSpPr>
        <p:spPr>
          <a:xfrm>
            <a:off x="4442752" y="3439473"/>
            <a:ext cx="2206752"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30" name="Text Placeholder 12"/>
          <p:cNvSpPr>
            <a:spLocks noGrp="1"/>
          </p:cNvSpPr>
          <p:nvPr>
            <p:ph type="body" sz="quarter" idx="39"/>
          </p:nvPr>
        </p:nvSpPr>
        <p:spPr>
          <a:xfrm>
            <a:off x="4442752" y="4805293"/>
            <a:ext cx="2206752"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31" name="Text Placeholder 12"/>
          <p:cNvSpPr>
            <a:spLocks noGrp="1"/>
          </p:cNvSpPr>
          <p:nvPr>
            <p:ph type="body" sz="quarter" idx="40"/>
          </p:nvPr>
        </p:nvSpPr>
        <p:spPr>
          <a:xfrm>
            <a:off x="6819045" y="2066925"/>
            <a:ext cx="2206752"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32" name="Text Placeholder 12"/>
          <p:cNvSpPr>
            <a:spLocks noGrp="1"/>
          </p:cNvSpPr>
          <p:nvPr>
            <p:ph type="body" sz="quarter" idx="41"/>
          </p:nvPr>
        </p:nvSpPr>
        <p:spPr>
          <a:xfrm>
            <a:off x="6819045" y="3439473"/>
            <a:ext cx="2206752"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33" name="Text Placeholder 12"/>
          <p:cNvSpPr>
            <a:spLocks noGrp="1"/>
          </p:cNvSpPr>
          <p:nvPr>
            <p:ph type="body" sz="quarter" idx="42"/>
          </p:nvPr>
        </p:nvSpPr>
        <p:spPr>
          <a:xfrm>
            <a:off x="6819045" y="4805293"/>
            <a:ext cx="2206752"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34" name="Text Placeholder 12"/>
          <p:cNvSpPr>
            <a:spLocks noGrp="1"/>
          </p:cNvSpPr>
          <p:nvPr>
            <p:ph type="body" sz="quarter" idx="43"/>
          </p:nvPr>
        </p:nvSpPr>
        <p:spPr>
          <a:xfrm>
            <a:off x="9195340" y="2066925"/>
            <a:ext cx="2206752"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35" name="Text Placeholder 12"/>
          <p:cNvSpPr>
            <a:spLocks noGrp="1"/>
          </p:cNvSpPr>
          <p:nvPr>
            <p:ph type="body" sz="quarter" idx="44"/>
          </p:nvPr>
        </p:nvSpPr>
        <p:spPr>
          <a:xfrm>
            <a:off x="9195340" y="3439473"/>
            <a:ext cx="2206752"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36" name="Text Placeholder 12"/>
          <p:cNvSpPr>
            <a:spLocks noGrp="1"/>
          </p:cNvSpPr>
          <p:nvPr>
            <p:ph type="body" sz="quarter" idx="45"/>
          </p:nvPr>
        </p:nvSpPr>
        <p:spPr>
          <a:xfrm>
            <a:off x="9195340" y="4805293"/>
            <a:ext cx="2206752"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25" name="Slide Number Placeholder 9"/>
          <p:cNvSpPr>
            <a:spLocks noGrp="1"/>
          </p:cNvSpPr>
          <p:nvPr>
            <p:ph type="sldNum" sz="quarter" idx="46"/>
          </p:nvPr>
        </p:nvSpPr>
        <p:spPr/>
        <p:txBody>
          <a:bodyPr/>
          <a:lstStyle>
            <a:lvl1pPr>
              <a:defRPr/>
            </a:lvl1pPr>
          </a:lstStyle>
          <a:p>
            <a:fld id="{BC9105C1-E9DE-DA45-BFF7-4F496C07EBDE}" type="slidenum">
              <a:rPr lang="en-US" altLang="en-US"/>
              <a:pPr/>
              <a:t>‹#›</a:t>
            </a:fld>
            <a:endParaRPr lang="en-US" altLang="en-US"/>
          </a:p>
        </p:txBody>
      </p:sp>
      <p:sp>
        <p:nvSpPr>
          <p:cNvPr id="26" name="Footer Placeholder 37"/>
          <p:cNvSpPr>
            <a:spLocks noGrp="1"/>
          </p:cNvSpPr>
          <p:nvPr>
            <p:ph type="ftr" sz="quarter" idx="47"/>
          </p:nvPr>
        </p:nvSpPr>
        <p:spPr/>
        <p:txBody>
          <a:bodyPr/>
          <a:lstStyle>
            <a:lvl1pPr>
              <a:defRPr smtClean="0"/>
            </a:lvl1pPr>
          </a:lstStyle>
          <a:p>
            <a:pPr>
              <a:defRPr/>
            </a:pPr>
            <a:r>
              <a:rPr lang="en-US"/>
              <a:t>Redemptions</a:t>
            </a:r>
          </a:p>
        </p:txBody>
      </p:sp>
    </p:spTree>
    <p:extLst>
      <p:ext uri="{BB962C8B-B14F-4D97-AF65-F5344CB8AC3E}">
        <p14:creationId xmlns:p14="http://schemas.microsoft.com/office/powerpoint/2010/main" val="233277555"/>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Timetable">
    <p:spTree>
      <p:nvGrpSpPr>
        <p:cNvPr id="1" name=""/>
        <p:cNvGrpSpPr/>
        <p:nvPr/>
      </p:nvGrpSpPr>
      <p:grpSpPr>
        <a:xfrm>
          <a:off x="0" y="0"/>
          <a:ext cx="0" cy="0"/>
          <a:chOff x="0" y="0"/>
          <a:chExt cx="0" cy="0"/>
        </a:xfrm>
      </p:grpSpPr>
      <p:sp>
        <p:nvSpPr>
          <p:cNvPr id="22" name="Pentagon 11"/>
          <p:cNvSpPr>
            <a:spLocks noChangeArrowheads="1"/>
          </p:cNvSpPr>
          <p:nvPr userDrawn="1"/>
        </p:nvSpPr>
        <p:spPr bwMode="auto">
          <a:xfrm>
            <a:off x="2868085" y="1277938"/>
            <a:ext cx="8824383" cy="582612"/>
          </a:xfrm>
          <a:prstGeom prst="homePlate">
            <a:avLst>
              <a:gd name="adj" fmla="val 39286"/>
            </a:avLst>
          </a:prstGeom>
          <a:solidFill>
            <a:schemeClr val="accent1"/>
          </a:solidFill>
          <a:ln w="12700">
            <a:solidFill>
              <a:srgbClr val="A9A9A9"/>
            </a:solidFill>
            <a:miter lim="800000"/>
            <a:headEnd/>
            <a:tailEnd/>
          </a:ln>
        </p:spPr>
        <p:txBody>
          <a:bodyPr lIns="137160" tIns="137160" rIns="228600" bIns="137160" anchor="ctr"/>
          <a:lstStyle>
            <a:lvl1pPr eaLnBrk="0" hangingPunct="0">
              <a:defRPr>
                <a:solidFill>
                  <a:schemeClr val="tx1"/>
                </a:solidFill>
                <a:latin typeface="Calibri" charset="0"/>
                <a:ea typeface="Arial" charset="0"/>
                <a:cs typeface="Arial" charset="0"/>
              </a:defRPr>
            </a:lvl1pPr>
            <a:lvl2pPr marL="742950" indent="-285750" eaLnBrk="0" hangingPunct="0">
              <a:defRPr>
                <a:solidFill>
                  <a:schemeClr val="tx1"/>
                </a:solidFill>
                <a:latin typeface="Calibri" charset="0"/>
                <a:ea typeface="Arial" charset="0"/>
                <a:cs typeface="Arial" charset="0"/>
              </a:defRPr>
            </a:lvl2pPr>
            <a:lvl3pPr marL="1143000" indent="-228600" eaLnBrk="0" hangingPunct="0">
              <a:defRPr>
                <a:solidFill>
                  <a:schemeClr val="tx1"/>
                </a:solidFill>
                <a:latin typeface="Calibri" charset="0"/>
                <a:ea typeface="Arial" charset="0"/>
                <a:cs typeface="Arial" charset="0"/>
              </a:defRPr>
            </a:lvl3pPr>
            <a:lvl4pPr marL="1600200" indent="-228600" eaLnBrk="0" hangingPunct="0">
              <a:defRPr>
                <a:solidFill>
                  <a:schemeClr val="tx1"/>
                </a:solidFill>
                <a:latin typeface="Calibri" charset="0"/>
                <a:ea typeface="Arial" charset="0"/>
                <a:cs typeface="Arial" charset="0"/>
              </a:defRPr>
            </a:lvl4pPr>
            <a:lvl5pPr marL="2057400" indent="-228600" eaLnBrk="0" hangingPunct="0">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defRPr>
                <a:solidFill>
                  <a:schemeClr val="tx1"/>
                </a:solidFill>
                <a:latin typeface="Calibri" charset="0"/>
                <a:ea typeface="Arial" charset="0"/>
                <a:cs typeface="Arial" charset="0"/>
              </a:defRPr>
            </a:lvl9pPr>
          </a:lstStyle>
          <a:p>
            <a:pPr algn="ctr">
              <a:lnSpc>
                <a:spcPct val="95000"/>
              </a:lnSpc>
              <a:spcBef>
                <a:spcPct val="50000"/>
              </a:spcBef>
              <a:buClr>
                <a:schemeClr val="accent1"/>
              </a:buClr>
              <a:buFont typeface="Wingdings 2" charset="2"/>
              <a:buNone/>
            </a:pPr>
            <a:endParaRPr lang="en-US" altLang="en-US" sz="1800" b="1">
              <a:solidFill>
                <a:schemeClr val="bg1"/>
              </a:solidFill>
              <a:latin typeface="Arial" charset="0"/>
            </a:endParaRPr>
          </a:p>
        </p:txBody>
      </p:sp>
      <p:cxnSp>
        <p:nvCxnSpPr>
          <p:cNvPr id="23" name="Straight Connector 9"/>
          <p:cNvCxnSpPr>
            <a:cxnSpLocks noChangeShapeType="1"/>
          </p:cNvCxnSpPr>
          <p:nvPr userDrawn="1"/>
        </p:nvCxnSpPr>
        <p:spPr bwMode="auto">
          <a:xfrm>
            <a:off x="2880784" y="1568450"/>
            <a:ext cx="8811683" cy="0"/>
          </a:xfrm>
          <a:prstGeom prst="line">
            <a:avLst/>
          </a:prstGeom>
          <a:noFill/>
          <a:ln w="12700">
            <a:solidFill>
              <a:srgbClr val="A9A9A9"/>
            </a:solidFill>
            <a:round/>
            <a:headEnd/>
            <a:tailEnd/>
          </a:ln>
          <a:extLst>
            <a:ext uri="{909E8E84-426E-40DD-AFC4-6F175D3DCCD1}">
              <a14:hiddenFill xmlns:a14="http://schemas.microsoft.com/office/drawing/2010/main">
                <a:noFill/>
              </a14:hiddenFill>
            </a:ext>
          </a:extLst>
        </p:spPr>
      </p:cxnSp>
      <p:cxnSp>
        <p:nvCxnSpPr>
          <p:cNvPr id="24" name="Straight Connector 10"/>
          <p:cNvCxnSpPr>
            <a:cxnSpLocks noChangeShapeType="1"/>
          </p:cNvCxnSpPr>
          <p:nvPr userDrawn="1"/>
        </p:nvCxnSpPr>
        <p:spPr bwMode="auto">
          <a:xfrm rot="16200000" flipH="1">
            <a:off x="554302" y="3602303"/>
            <a:ext cx="4665662" cy="16933"/>
          </a:xfrm>
          <a:prstGeom prst="line">
            <a:avLst/>
          </a:prstGeom>
          <a:noFill/>
          <a:ln w="12700">
            <a:solidFill>
              <a:srgbClr val="A9A9A9"/>
            </a:solidFill>
            <a:round/>
            <a:headEnd/>
            <a:tailEnd/>
          </a:ln>
          <a:extLst>
            <a:ext uri="{909E8E84-426E-40DD-AFC4-6F175D3DCCD1}">
              <a14:hiddenFill xmlns:a14="http://schemas.microsoft.com/office/drawing/2010/main">
                <a:noFill/>
              </a14:hiddenFill>
            </a:ext>
          </a:extLst>
        </p:spPr>
      </p:cxnSp>
      <p:grpSp>
        <p:nvGrpSpPr>
          <p:cNvPr id="25" name="Group 115"/>
          <p:cNvGrpSpPr>
            <a:grpSpLocks/>
          </p:cNvGrpSpPr>
          <p:nvPr userDrawn="1"/>
        </p:nvGrpSpPr>
        <p:grpSpPr bwMode="auto">
          <a:xfrm>
            <a:off x="3445933" y="1576388"/>
            <a:ext cx="7374467" cy="4367212"/>
            <a:chOff x="2585007" y="1576462"/>
            <a:chExt cx="5530617" cy="4041195"/>
          </a:xfrm>
        </p:grpSpPr>
        <p:cxnSp>
          <p:nvCxnSpPr>
            <p:cNvPr id="42" name="Straight Connector 12"/>
            <p:cNvCxnSpPr>
              <a:cxnSpLocks noChangeShapeType="1"/>
            </p:cNvCxnSpPr>
            <p:nvPr userDrawn="1"/>
          </p:nvCxnSpPr>
          <p:spPr bwMode="auto">
            <a:xfrm rot="5400000">
              <a:off x="564416" y="3597053"/>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46" name="Straight Connector 13"/>
            <p:cNvCxnSpPr>
              <a:cxnSpLocks noChangeShapeType="1"/>
            </p:cNvCxnSpPr>
            <p:nvPr userDrawn="1"/>
          </p:nvCxnSpPr>
          <p:spPr bwMode="auto">
            <a:xfrm rot="5400000">
              <a:off x="1415280" y="3597055"/>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48" name="Straight Connector 14"/>
            <p:cNvCxnSpPr>
              <a:cxnSpLocks noChangeShapeType="1"/>
            </p:cNvCxnSpPr>
            <p:nvPr userDrawn="1"/>
          </p:nvCxnSpPr>
          <p:spPr bwMode="auto">
            <a:xfrm rot="5400000">
              <a:off x="989848" y="3597056"/>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49" name="Straight Connector 15"/>
            <p:cNvCxnSpPr>
              <a:cxnSpLocks noChangeShapeType="1"/>
            </p:cNvCxnSpPr>
            <p:nvPr userDrawn="1"/>
          </p:nvCxnSpPr>
          <p:spPr bwMode="auto">
            <a:xfrm rot="5400000">
              <a:off x="2266144" y="3597056"/>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0" name="Straight Connector 16"/>
            <p:cNvCxnSpPr>
              <a:cxnSpLocks noChangeShapeType="1"/>
            </p:cNvCxnSpPr>
            <p:nvPr userDrawn="1"/>
          </p:nvCxnSpPr>
          <p:spPr bwMode="auto">
            <a:xfrm rot="5400000">
              <a:off x="1840712" y="3597058"/>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1" name="Straight Connector 17"/>
            <p:cNvCxnSpPr>
              <a:cxnSpLocks noChangeShapeType="1"/>
            </p:cNvCxnSpPr>
            <p:nvPr userDrawn="1"/>
          </p:nvCxnSpPr>
          <p:spPr bwMode="auto">
            <a:xfrm rot="5400000">
              <a:off x="3117008" y="3597058"/>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2" name="Straight Connector 18"/>
            <p:cNvCxnSpPr>
              <a:cxnSpLocks noChangeShapeType="1"/>
            </p:cNvCxnSpPr>
            <p:nvPr userDrawn="1"/>
          </p:nvCxnSpPr>
          <p:spPr bwMode="auto">
            <a:xfrm rot="5400000">
              <a:off x="2691576" y="3597059"/>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3" name="Straight Connector 19"/>
            <p:cNvCxnSpPr>
              <a:cxnSpLocks noChangeShapeType="1"/>
            </p:cNvCxnSpPr>
            <p:nvPr userDrawn="1"/>
          </p:nvCxnSpPr>
          <p:spPr bwMode="auto">
            <a:xfrm rot="5400000">
              <a:off x="3967872" y="3597059"/>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4" name="Straight Connector 20"/>
            <p:cNvCxnSpPr>
              <a:cxnSpLocks noChangeShapeType="1"/>
            </p:cNvCxnSpPr>
            <p:nvPr userDrawn="1"/>
          </p:nvCxnSpPr>
          <p:spPr bwMode="auto">
            <a:xfrm rot="5400000">
              <a:off x="3542440" y="3597061"/>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5" name="Straight Connector 21"/>
            <p:cNvCxnSpPr>
              <a:cxnSpLocks noChangeShapeType="1"/>
            </p:cNvCxnSpPr>
            <p:nvPr userDrawn="1"/>
          </p:nvCxnSpPr>
          <p:spPr bwMode="auto">
            <a:xfrm rot="5400000">
              <a:off x="4818736" y="3597061"/>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6" name="Straight Connector 22"/>
            <p:cNvCxnSpPr>
              <a:cxnSpLocks noChangeShapeType="1"/>
            </p:cNvCxnSpPr>
            <p:nvPr userDrawn="1"/>
          </p:nvCxnSpPr>
          <p:spPr bwMode="auto">
            <a:xfrm rot="5400000">
              <a:off x="4393304" y="3597062"/>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7" name="Straight Connector 23"/>
            <p:cNvCxnSpPr>
              <a:cxnSpLocks noChangeShapeType="1"/>
            </p:cNvCxnSpPr>
            <p:nvPr userDrawn="1"/>
          </p:nvCxnSpPr>
          <p:spPr bwMode="auto">
            <a:xfrm rot="5400000">
              <a:off x="5669600" y="3597062"/>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8" name="Straight Connector 24"/>
            <p:cNvCxnSpPr>
              <a:cxnSpLocks noChangeShapeType="1"/>
            </p:cNvCxnSpPr>
            <p:nvPr userDrawn="1"/>
          </p:nvCxnSpPr>
          <p:spPr bwMode="auto">
            <a:xfrm rot="5400000">
              <a:off x="5244168" y="3597064"/>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9" name="Straight Connector 25"/>
            <p:cNvCxnSpPr>
              <a:cxnSpLocks noChangeShapeType="1"/>
            </p:cNvCxnSpPr>
            <p:nvPr userDrawn="1"/>
          </p:nvCxnSpPr>
          <p:spPr bwMode="auto">
            <a:xfrm rot="5400000">
              <a:off x="6095032" y="3597065"/>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grpSp>
      <p:sp>
        <p:nvSpPr>
          <p:cNvPr id="60" name="Rectangle 30"/>
          <p:cNvSpPr>
            <a:spLocks noChangeArrowheads="1"/>
          </p:cNvSpPr>
          <p:nvPr userDrawn="1"/>
        </p:nvSpPr>
        <p:spPr bwMode="auto">
          <a:xfrm>
            <a:off x="624417" y="1860550"/>
            <a:ext cx="10759016" cy="4083050"/>
          </a:xfrm>
          <a:prstGeom prst="rect">
            <a:avLst/>
          </a:prstGeom>
          <a:noFill/>
          <a:ln w="12700">
            <a:solidFill>
              <a:srgbClr val="A9A9A9"/>
            </a:solidFill>
            <a:miter lim="800000"/>
            <a:headEnd/>
            <a:tailEnd/>
          </a:ln>
          <a:extLst>
            <a:ext uri="{909E8E84-426E-40DD-AFC4-6F175D3DCCD1}">
              <a14:hiddenFill xmlns:a14="http://schemas.microsoft.com/office/drawing/2010/main">
                <a:solidFill>
                  <a:srgbClr val="FFFFFF"/>
                </a:solidFill>
              </a14:hiddenFill>
            </a:ext>
          </a:extLst>
        </p:spPr>
        <p:txBody>
          <a:bodyPr lIns="137160" tIns="137160" rIns="228600" bIns="137160" anchor="ctr"/>
          <a:lstStyle>
            <a:lvl1pPr eaLnBrk="0" hangingPunct="0">
              <a:defRPr>
                <a:solidFill>
                  <a:schemeClr val="tx1"/>
                </a:solidFill>
                <a:latin typeface="Calibri" charset="0"/>
                <a:ea typeface="Arial" charset="0"/>
                <a:cs typeface="Arial" charset="0"/>
              </a:defRPr>
            </a:lvl1pPr>
            <a:lvl2pPr marL="742950" indent="-285750" eaLnBrk="0" hangingPunct="0">
              <a:defRPr>
                <a:solidFill>
                  <a:schemeClr val="tx1"/>
                </a:solidFill>
                <a:latin typeface="Calibri" charset="0"/>
                <a:ea typeface="Arial" charset="0"/>
                <a:cs typeface="Arial" charset="0"/>
              </a:defRPr>
            </a:lvl2pPr>
            <a:lvl3pPr marL="1143000" indent="-228600" eaLnBrk="0" hangingPunct="0">
              <a:defRPr>
                <a:solidFill>
                  <a:schemeClr val="tx1"/>
                </a:solidFill>
                <a:latin typeface="Calibri" charset="0"/>
                <a:ea typeface="Arial" charset="0"/>
                <a:cs typeface="Arial" charset="0"/>
              </a:defRPr>
            </a:lvl3pPr>
            <a:lvl4pPr marL="1600200" indent="-228600" eaLnBrk="0" hangingPunct="0">
              <a:defRPr>
                <a:solidFill>
                  <a:schemeClr val="tx1"/>
                </a:solidFill>
                <a:latin typeface="Calibri" charset="0"/>
                <a:ea typeface="Arial" charset="0"/>
                <a:cs typeface="Arial" charset="0"/>
              </a:defRPr>
            </a:lvl4pPr>
            <a:lvl5pPr marL="2057400" indent="-228600" eaLnBrk="0" hangingPunct="0">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defRPr>
                <a:solidFill>
                  <a:schemeClr val="tx1"/>
                </a:solidFill>
                <a:latin typeface="Calibri" charset="0"/>
                <a:ea typeface="Arial" charset="0"/>
                <a:cs typeface="Arial" charset="0"/>
              </a:defRPr>
            </a:lvl9pPr>
          </a:lstStyle>
          <a:p>
            <a:pPr algn="ctr">
              <a:lnSpc>
                <a:spcPct val="95000"/>
              </a:lnSpc>
              <a:spcBef>
                <a:spcPct val="50000"/>
              </a:spcBef>
              <a:buClr>
                <a:schemeClr val="accent1"/>
              </a:buClr>
              <a:buFont typeface="Wingdings 2" charset="2"/>
              <a:buNone/>
            </a:pPr>
            <a:endParaRPr lang="en-US" altLang="en-US" sz="1800" b="1">
              <a:solidFill>
                <a:schemeClr val="bg1"/>
              </a:solidFill>
              <a:latin typeface="Arial" charset="0"/>
            </a:endParaRPr>
          </a:p>
        </p:txBody>
      </p:sp>
      <p:sp>
        <p:nvSpPr>
          <p:cNvPr id="61" name="Rectangle 31"/>
          <p:cNvSpPr>
            <a:spLocks noChangeArrowheads="1"/>
          </p:cNvSpPr>
          <p:nvPr userDrawn="1"/>
        </p:nvSpPr>
        <p:spPr bwMode="auto">
          <a:xfrm>
            <a:off x="624418" y="1277938"/>
            <a:ext cx="2256367" cy="582612"/>
          </a:xfrm>
          <a:prstGeom prst="rect">
            <a:avLst/>
          </a:prstGeom>
          <a:solidFill>
            <a:srgbClr val="4D4D4D"/>
          </a:solidFill>
          <a:ln w="12700">
            <a:solidFill>
              <a:srgbClr val="A9A9A9"/>
            </a:solidFill>
            <a:miter lim="800000"/>
            <a:headEnd/>
            <a:tailEnd/>
          </a:ln>
        </p:spPr>
        <p:txBody>
          <a:bodyPr lIns="137160" tIns="137160" rIns="228600" bIns="137160" anchor="ctr"/>
          <a:lstStyle>
            <a:lvl1pPr eaLnBrk="0" hangingPunct="0">
              <a:defRPr>
                <a:solidFill>
                  <a:schemeClr val="tx1"/>
                </a:solidFill>
                <a:latin typeface="Calibri" charset="0"/>
                <a:ea typeface="Arial" charset="0"/>
                <a:cs typeface="Arial" charset="0"/>
              </a:defRPr>
            </a:lvl1pPr>
            <a:lvl2pPr marL="742950" indent="-285750" eaLnBrk="0" hangingPunct="0">
              <a:defRPr>
                <a:solidFill>
                  <a:schemeClr val="tx1"/>
                </a:solidFill>
                <a:latin typeface="Calibri" charset="0"/>
                <a:ea typeface="Arial" charset="0"/>
                <a:cs typeface="Arial" charset="0"/>
              </a:defRPr>
            </a:lvl2pPr>
            <a:lvl3pPr marL="1143000" indent="-228600" eaLnBrk="0" hangingPunct="0">
              <a:defRPr>
                <a:solidFill>
                  <a:schemeClr val="tx1"/>
                </a:solidFill>
                <a:latin typeface="Calibri" charset="0"/>
                <a:ea typeface="Arial" charset="0"/>
                <a:cs typeface="Arial" charset="0"/>
              </a:defRPr>
            </a:lvl3pPr>
            <a:lvl4pPr marL="1600200" indent="-228600" eaLnBrk="0" hangingPunct="0">
              <a:defRPr>
                <a:solidFill>
                  <a:schemeClr val="tx1"/>
                </a:solidFill>
                <a:latin typeface="Calibri" charset="0"/>
                <a:ea typeface="Arial" charset="0"/>
                <a:cs typeface="Arial" charset="0"/>
              </a:defRPr>
            </a:lvl4pPr>
            <a:lvl5pPr marL="2057400" indent="-228600" eaLnBrk="0" hangingPunct="0">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defRPr>
                <a:solidFill>
                  <a:schemeClr val="tx1"/>
                </a:solidFill>
                <a:latin typeface="Calibri" charset="0"/>
                <a:ea typeface="Arial" charset="0"/>
                <a:cs typeface="Arial" charset="0"/>
              </a:defRPr>
            </a:lvl9pPr>
          </a:lstStyle>
          <a:p>
            <a:pPr algn="ctr">
              <a:lnSpc>
                <a:spcPct val="95000"/>
              </a:lnSpc>
              <a:spcBef>
                <a:spcPct val="50000"/>
              </a:spcBef>
              <a:buClr>
                <a:schemeClr val="accent1"/>
              </a:buClr>
              <a:buFont typeface="Wingdings 2" charset="2"/>
              <a:buNone/>
            </a:pPr>
            <a:endParaRPr lang="en-US" altLang="en-US" sz="1800" b="1">
              <a:solidFill>
                <a:schemeClr val="bg1"/>
              </a:solidFill>
              <a:latin typeface="Arial" charset="0"/>
            </a:endParaRPr>
          </a:p>
        </p:txBody>
      </p:sp>
      <p:cxnSp>
        <p:nvCxnSpPr>
          <p:cNvPr id="62" name="Straight Connector 28"/>
          <p:cNvCxnSpPr>
            <a:cxnSpLocks noChangeShapeType="1"/>
          </p:cNvCxnSpPr>
          <p:nvPr userDrawn="1"/>
        </p:nvCxnSpPr>
        <p:spPr bwMode="auto">
          <a:xfrm>
            <a:off x="630767" y="1277938"/>
            <a:ext cx="2235200" cy="582612"/>
          </a:xfrm>
          <a:prstGeom prst="line">
            <a:avLst/>
          </a:prstGeom>
          <a:noFill/>
          <a:ln w="12700">
            <a:solidFill>
              <a:srgbClr val="A9A9A9"/>
            </a:solidFill>
            <a:round/>
            <a:headEnd/>
            <a:tailEnd/>
          </a:ln>
          <a:extLst>
            <a:ext uri="{909E8E84-426E-40DD-AFC4-6F175D3DCCD1}">
              <a14:hiddenFill xmlns:a14="http://schemas.microsoft.com/office/drawing/2010/main">
                <a:noFill/>
              </a14:hiddenFill>
            </a:ext>
          </a:extLst>
        </p:spPr>
      </p:cxnSp>
      <p:sp>
        <p:nvSpPr>
          <p:cNvPr id="26" name="Text Placeholder 12"/>
          <p:cNvSpPr>
            <a:spLocks noGrp="1"/>
          </p:cNvSpPr>
          <p:nvPr>
            <p:ph type="body" sz="quarter" idx="28"/>
          </p:nvPr>
        </p:nvSpPr>
        <p:spPr>
          <a:xfrm>
            <a:off x="2879952" y="1282930"/>
            <a:ext cx="8496387" cy="294737"/>
          </a:xfrm>
          <a:prstGeom prst="rect">
            <a:avLst/>
          </a:prstGeom>
          <a:ln w="6350">
            <a:noFill/>
          </a:ln>
        </p:spPr>
        <p:txBody>
          <a:bodyPr anchor="ctr"/>
          <a:lstStyle>
            <a:lvl1pPr marL="0" indent="0">
              <a:lnSpc>
                <a:spcPct val="100000"/>
              </a:lnSpc>
              <a:spcBef>
                <a:spcPts val="0"/>
              </a:spcBef>
              <a:buFontTx/>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27" name="Text Placeholder 12"/>
          <p:cNvSpPr>
            <a:spLocks noGrp="1"/>
          </p:cNvSpPr>
          <p:nvPr>
            <p:ph type="body" sz="quarter" idx="31"/>
          </p:nvPr>
        </p:nvSpPr>
        <p:spPr>
          <a:xfrm>
            <a:off x="4021495"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28" name="Text Placeholder 12"/>
          <p:cNvSpPr>
            <a:spLocks noGrp="1"/>
          </p:cNvSpPr>
          <p:nvPr>
            <p:ph type="body" sz="quarter" idx="32"/>
          </p:nvPr>
        </p:nvSpPr>
        <p:spPr>
          <a:xfrm>
            <a:off x="4588796"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29" name="Text Placeholder 12"/>
          <p:cNvSpPr>
            <a:spLocks noGrp="1"/>
          </p:cNvSpPr>
          <p:nvPr>
            <p:ph type="body" sz="quarter" idx="33"/>
          </p:nvPr>
        </p:nvSpPr>
        <p:spPr>
          <a:xfrm>
            <a:off x="2886892"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30" name="Text Placeholder 12"/>
          <p:cNvSpPr>
            <a:spLocks noGrp="1"/>
          </p:cNvSpPr>
          <p:nvPr>
            <p:ph type="body" sz="quarter" idx="34"/>
          </p:nvPr>
        </p:nvSpPr>
        <p:spPr>
          <a:xfrm>
            <a:off x="3454193"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31" name="Text Placeholder 12"/>
          <p:cNvSpPr>
            <a:spLocks noGrp="1"/>
          </p:cNvSpPr>
          <p:nvPr>
            <p:ph type="body" sz="quarter" idx="35"/>
          </p:nvPr>
        </p:nvSpPr>
        <p:spPr>
          <a:xfrm>
            <a:off x="6290700"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32" name="Text Placeholder 12"/>
          <p:cNvSpPr>
            <a:spLocks noGrp="1"/>
          </p:cNvSpPr>
          <p:nvPr>
            <p:ph type="body" sz="quarter" idx="36"/>
          </p:nvPr>
        </p:nvSpPr>
        <p:spPr>
          <a:xfrm>
            <a:off x="6858001"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33" name="Text Placeholder 12"/>
          <p:cNvSpPr>
            <a:spLocks noGrp="1"/>
          </p:cNvSpPr>
          <p:nvPr>
            <p:ph type="body" sz="quarter" idx="37"/>
          </p:nvPr>
        </p:nvSpPr>
        <p:spPr>
          <a:xfrm>
            <a:off x="5156097"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34" name="Text Placeholder 12"/>
          <p:cNvSpPr>
            <a:spLocks noGrp="1"/>
          </p:cNvSpPr>
          <p:nvPr>
            <p:ph type="body" sz="quarter" idx="38"/>
          </p:nvPr>
        </p:nvSpPr>
        <p:spPr>
          <a:xfrm>
            <a:off x="5723399"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35" name="Text Placeholder 12"/>
          <p:cNvSpPr>
            <a:spLocks noGrp="1"/>
          </p:cNvSpPr>
          <p:nvPr>
            <p:ph type="body" sz="quarter" idx="39"/>
          </p:nvPr>
        </p:nvSpPr>
        <p:spPr>
          <a:xfrm>
            <a:off x="8559905"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36" name="Text Placeholder 12"/>
          <p:cNvSpPr>
            <a:spLocks noGrp="1"/>
          </p:cNvSpPr>
          <p:nvPr>
            <p:ph type="body" sz="quarter" idx="40"/>
          </p:nvPr>
        </p:nvSpPr>
        <p:spPr>
          <a:xfrm>
            <a:off x="9127207"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37" name="Text Placeholder 12"/>
          <p:cNvSpPr>
            <a:spLocks noGrp="1"/>
          </p:cNvSpPr>
          <p:nvPr>
            <p:ph type="body" sz="quarter" idx="41"/>
          </p:nvPr>
        </p:nvSpPr>
        <p:spPr>
          <a:xfrm>
            <a:off x="7425303"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38" name="Text Placeholder 12"/>
          <p:cNvSpPr>
            <a:spLocks noGrp="1"/>
          </p:cNvSpPr>
          <p:nvPr>
            <p:ph type="body" sz="quarter" idx="42"/>
          </p:nvPr>
        </p:nvSpPr>
        <p:spPr>
          <a:xfrm>
            <a:off x="7992604"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39" name="Text Placeholder 12"/>
          <p:cNvSpPr>
            <a:spLocks noGrp="1"/>
          </p:cNvSpPr>
          <p:nvPr>
            <p:ph type="body" sz="quarter" idx="43"/>
          </p:nvPr>
        </p:nvSpPr>
        <p:spPr>
          <a:xfrm>
            <a:off x="9694508"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0" name="Text Placeholder 12"/>
          <p:cNvSpPr>
            <a:spLocks noGrp="1"/>
          </p:cNvSpPr>
          <p:nvPr>
            <p:ph type="body" sz="quarter" idx="44"/>
          </p:nvPr>
        </p:nvSpPr>
        <p:spPr>
          <a:xfrm>
            <a:off x="10261809"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1" name="Text Placeholder 12"/>
          <p:cNvSpPr>
            <a:spLocks noGrp="1"/>
          </p:cNvSpPr>
          <p:nvPr>
            <p:ph type="body" sz="quarter" idx="45"/>
          </p:nvPr>
        </p:nvSpPr>
        <p:spPr>
          <a:xfrm>
            <a:off x="10829111"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3" name="Text Placeholder 12"/>
          <p:cNvSpPr>
            <a:spLocks noGrp="1"/>
          </p:cNvSpPr>
          <p:nvPr>
            <p:ph type="body" sz="quarter" idx="46"/>
          </p:nvPr>
        </p:nvSpPr>
        <p:spPr>
          <a:xfrm>
            <a:off x="730741" y="1548247"/>
            <a:ext cx="860776" cy="280554"/>
          </a:xfrm>
          <a:prstGeom prst="rect">
            <a:avLst/>
          </a:prstGeom>
          <a:ln w="6350">
            <a:noFill/>
          </a:ln>
        </p:spPr>
        <p:txBody>
          <a:bodyPr lIns="0" tIns="0" rIns="0" bIns="0" anchor="ctr"/>
          <a:lstStyle>
            <a:lvl1pPr marL="0" indent="0">
              <a:lnSpc>
                <a:spcPct val="100000"/>
              </a:lnSpc>
              <a:spcBef>
                <a:spcPts val="0"/>
              </a:spcBef>
              <a:buNone/>
              <a:defRPr sz="12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4" name="Text Placeholder 12"/>
          <p:cNvSpPr>
            <a:spLocks noGrp="1"/>
          </p:cNvSpPr>
          <p:nvPr>
            <p:ph type="body" sz="quarter" idx="47"/>
          </p:nvPr>
        </p:nvSpPr>
        <p:spPr>
          <a:xfrm>
            <a:off x="1868569" y="1278088"/>
            <a:ext cx="860776" cy="561107"/>
          </a:xfrm>
          <a:prstGeom prst="rect">
            <a:avLst/>
          </a:prstGeom>
          <a:ln w="6350">
            <a:noFill/>
          </a:ln>
        </p:spPr>
        <p:txBody>
          <a:bodyPr lIns="0" tIns="0" rIns="0" bIns="0" anchor="ctr"/>
          <a:lstStyle>
            <a:lvl1pPr marL="0" marR="0" indent="0" algn="r" defTabSz="914400" rtl="0" eaLnBrk="1" fontAlgn="auto" latinLnBrk="0" hangingPunct="1">
              <a:lnSpc>
                <a:spcPts val="1700"/>
              </a:lnSpc>
              <a:spcBef>
                <a:spcPts val="0"/>
              </a:spcBef>
              <a:spcAft>
                <a:spcPts val="0"/>
              </a:spcAft>
              <a:buClrTx/>
              <a:buSzTx/>
              <a:buFont typeface="Arial" pitchFamily="34" charset="0"/>
              <a:buNone/>
              <a:tabLst/>
              <a:defRPr sz="12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a:p>
            <a:pPr lvl="1"/>
            <a:r>
              <a:rPr lang="en-US"/>
              <a:t>Second level</a:t>
            </a:r>
          </a:p>
        </p:txBody>
      </p:sp>
      <p:sp>
        <p:nvSpPr>
          <p:cNvPr id="47" name="Text Placeholder 12"/>
          <p:cNvSpPr>
            <a:spLocks noGrp="1"/>
          </p:cNvSpPr>
          <p:nvPr>
            <p:ph type="body" sz="quarter" idx="18"/>
          </p:nvPr>
        </p:nvSpPr>
        <p:spPr>
          <a:xfrm>
            <a:off x="711200" y="1905000"/>
            <a:ext cx="2072640" cy="3977640"/>
          </a:xfrm>
          <a:prstGeom prst="rect">
            <a:avLst/>
          </a:prstGeom>
          <a:noFill/>
          <a:ln>
            <a:noFill/>
          </a:ln>
        </p:spPr>
        <p:txBody>
          <a:bodyPr wrap="square" lIns="91440" anchor="t" anchorCtr="0">
            <a:noAutofit/>
          </a:bodyPr>
          <a:lstStyle>
            <a:lvl1pPr marL="173736" indent="-173736" algn="l">
              <a:spcBef>
                <a:spcPts val="200"/>
              </a:spcBef>
              <a:buClr>
                <a:srgbClr val="B01C2E"/>
              </a:buClr>
              <a:buFont typeface="Wingdings" pitchFamily="2" charset="2"/>
              <a:buChar char="§"/>
              <a:defRPr sz="1200" baseline="0"/>
            </a:lvl1pPr>
            <a:lvl2pPr marL="338138" indent="-173038">
              <a:spcBef>
                <a:spcPts val="200"/>
              </a:spcBef>
              <a:buClr>
                <a:srgbClr val="B01C2E"/>
              </a:buClr>
              <a:buFont typeface="Arial" pitchFamily="34" charset="0"/>
              <a:buChar char="•"/>
              <a:tabLst/>
              <a:defRPr sz="1200" baseline="0"/>
            </a:lvl2pPr>
            <a:lvl3pPr marL="502920" indent="-173038">
              <a:spcBef>
                <a:spcPts val="200"/>
              </a:spcBef>
              <a:buClr>
                <a:srgbClr val="B01C2E"/>
              </a:buClr>
              <a:buFont typeface="Arial" pitchFamily="34" charset="0"/>
              <a:buChar char="–"/>
              <a:defRPr sz="1200" baseline="0"/>
            </a:lvl3pPr>
            <a:lvl4pPr marL="685800" indent="-173736">
              <a:spcBef>
                <a:spcPts val="200"/>
              </a:spcBef>
              <a:buClr>
                <a:srgbClr val="B01C2E"/>
              </a:buClr>
              <a:buFont typeface="Arial" pitchFamily="34" charset="0"/>
              <a:buChar char="–"/>
              <a:tabLst/>
              <a:defRPr sz="1200"/>
            </a:lvl4pPr>
            <a:lvl5pPr marL="850392" indent="-173736">
              <a:spcBef>
                <a:spcPts val="200"/>
              </a:spcBef>
              <a:buClr>
                <a:srgbClr val="B01C2E"/>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5"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63" name="Slide Number Placeholder 9"/>
          <p:cNvSpPr>
            <a:spLocks noGrp="1"/>
          </p:cNvSpPr>
          <p:nvPr>
            <p:ph type="sldNum" sz="quarter" idx="48"/>
          </p:nvPr>
        </p:nvSpPr>
        <p:spPr/>
        <p:txBody>
          <a:bodyPr/>
          <a:lstStyle>
            <a:lvl1pPr>
              <a:defRPr/>
            </a:lvl1pPr>
          </a:lstStyle>
          <a:p>
            <a:fld id="{A2AEA599-6C77-BA4A-9F89-7B2425581CA4}" type="slidenum">
              <a:rPr lang="en-US" altLang="en-US"/>
              <a:pPr/>
              <a:t>‹#›</a:t>
            </a:fld>
            <a:endParaRPr lang="en-US" altLang="en-US"/>
          </a:p>
        </p:txBody>
      </p:sp>
      <p:sp>
        <p:nvSpPr>
          <p:cNvPr id="64" name="Footer Placeholder 47"/>
          <p:cNvSpPr>
            <a:spLocks noGrp="1"/>
          </p:cNvSpPr>
          <p:nvPr>
            <p:ph type="ftr" sz="quarter" idx="49"/>
          </p:nvPr>
        </p:nvSpPr>
        <p:spPr/>
        <p:txBody>
          <a:bodyPr/>
          <a:lstStyle>
            <a:lvl1pPr>
              <a:defRPr smtClean="0"/>
            </a:lvl1pPr>
          </a:lstStyle>
          <a:p>
            <a:pPr>
              <a:defRPr/>
            </a:pPr>
            <a:r>
              <a:rPr lang="en-US"/>
              <a:t>Redemptions</a:t>
            </a:r>
          </a:p>
        </p:txBody>
      </p:sp>
    </p:spTree>
    <p:extLst>
      <p:ext uri="{BB962C8B-B14F-4D97-AF65-F5344CB8AC3E}">
        <p14:creationId xmlns:p14="http://schemas.microsoft.com/office/powerpoint/2010/main" val="1305983184"/>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Gant chart or Timeline chart">
    <p:spTree>
      <p:nvGrpSpPr>
        <p:cNvPr id="1" name=""/>
        <p:cNvGrpSpPr/>
        <p:nvPr/>
      </p:nvGrpSpPr>
      <p:grpSpPr>
        <a:xfrm>
          <a:off x="0" y="0"/>
          <a:ext cx="0" cy="0"/>
          <a:chOff x="0" y="0"/>
          <a:chExt cx="0" cy="0"/>
        </a:xfrm>
      </p:grpSpPr>
      <p:sp>
        <p:nvSpPr>
          <p:cNvPr id="70" name="Rectangle 11"/>
          <p:cNvSpPr>
            <a:spLocks noChangeArrowheads="1"/>
          </p:cNvSpPr>
          <p:nvPr userDrawn="1"/>
        </p:nvSpPr>
        <p:spPr bwMode="auto">
          <a:xfrm>
            <a:off x="2074333" y="1828801"/>
            <a:ext cx="9508067" cy="379413"/>
          </a:xfrm>
          <a:prstGeom prst="rect">
            <a:avLst/>
          </a:prstGeom>
          <a:solidFill>
            <a:srgbClr val="D9D9D9"/>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a:solidFill>
                  <a:schemeClr val="tx1"/>
                </a:solidFill>
                <a:latin typeface="Calibri" charset="0"/>
                <a:ea typeface="Arial" charset="0"/>
                <a:cs typeface="Arial" charset="0"/>
              </a:defRPr>
            </a:lvl1pPr>
            <a:lvl2pPr marL="742950" indent="-285750" eaLnBrk="0" hangingPunct="0">
              <a:defRPr>
                <a:solidFill>
                  <a:schemeClr val="tx1"/>
                </a:solidFill>
                <a:latin typeface="Calibri" charset="0"/>
                <a:ea typeface="Arial" charset="0"/>
                <a:cs typeface="Arial" charset="0"/>
              </a:defRPr>
            </a:lvl2pPr>
            <a:lvl3pPr marL="1143000" indent="-228600" eaLnBrk="0" hangingPunct="0">
              <a:defRPr>
                <a:solidFill>
                  <a:schemeClr val="tx1"/>
                </a:solidFill>
                <a:latin typeface="Calibri" charset="0"/>
                <a:ea typeface="Arial" charset="0"/>
                <a:cs typeface="Arial" charset="0"/>
              </a:defRPr>
            </a:lvl3pPr>
            <a:lvl4pPr marL="1600200" indent="-228600" eaLnBrk="0" hangingPunct="0">
              <a:defRPr>
                <a:solidFill>
                  <a:schemeClr val="tx1"/>
                </a:solidFill>
                <a:latin typeface="Calibri" charset="0"/>
                <a:ea typeface="Arial" charset="0"/>
                <a:cs typeface="Arial" charset="0"/>
              </a:defRPr>
            </a:lvl4pPr>
            <a:lvl5pPr marL="2057400" indent="-228600" eaLnBrk="0" hangingPunct="0">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defRPr>
                <a:solidFill>
                  <a:schemeClr val="tx1"/>
                </a:solidFill>
                <a:latin typeface="Calibri" charset="0"/>
                <a:ea typeface="Arial" charset="0"/>
                <a:cs typeface="Arial" charset="0"/>
              </a:defRPr>
            </a:lvl9pPr>
          </a:lstStyle>
          <a:p>
            <a:endParaRPr lang="en-US" altLang="en-US" sz="1800">
              <a:latin typeface="Arial" charset="0"/>
            </a:endParaRPr>
          </a:p>
        </p:txBody>
      </p:sp>
      <p:sp>
        <p:nvSpPr>
          <p:cNvPr id="71" name="Rectangle 13"/>
          <p:cNvSpPr>
            <a:spLocks noChangeArrowheads="1"/>
          </p:cNvSpPr>
          <p:nvPr userDrawn="1"/>
        </p:nvSpPr>
        <p:spPr bwMode="auto">
          <a:xfrm>
            <a:off x="596900" y="2189163"/>
            <a:ext cx="1464733" cy="3287712"/>
          </a:xfrm>
          <a:prstGeom prst="rect">
            <a:avLst/>
          </a:prstGeom>
          <a:solidFill>
            <a:srgbClr val="D9D9D9"/>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a:solidFill>
                  <a:schemeClr val="tx1"/>
                </a:solidFill>
                <a:latin typeface="Calibri" charset="0"/>
                <a:ea typeface="Arial" charset="0"/>
                <a:cs typeface="Arial" charset="0"/>
              </a:defRPr>
            </a:lvl1pPr>
            <a:lvl2pPr marL="742950" indent="-285750" eaLnBrk="0" hangingPunct="0">
              <a:defRPr>
                <a:solidFill>
                  <a:schemeClr val="tx1"/>
                </a:solidFill>
                <a:latin typeface="Calibri" charset="0"/>
                <a:ea typeface="Arial" charset="0"/>
                <a:cs typeface="Arial" charset="0"/>
              </a:defRPr>
            </a:lvl2pPr>
            <a:lvl3pPr marL="1143000" indent="-228600" eaLnBrk="0" hangingPunct="0">
              <a:defRPr>
                <a:solidFill>
                  <a:schemeClr val="tx1"/>
                </a:solidFill>
                <a:latin typeface="Calibri" charset="0"/>
                <a:ea typeface="Arial" charset="0"/>
                <a:cs typeface="Arial" charset="0"/>
              </a:defRPr>
            </a:lvl3pPr>
            <a:lvl4pPr marL="1600200" indent="-228600" eaLnBrk="0" hangingPunct="0">
              <a:defRPr>
                <a:solidFill>
                  <a:schemeClr val="tx1"/>
                </a:solidFill>
                <a:latin typeface="Calibri" charset="0"/>
                <a:ea typeface="Arial" charset="0"/>
                <a:cs typeface="Arial" charset="0"/>
              </a:defRPr>
            </a:lvl4pPr>
            <a:lvl5pPr marL="2057400" indent="-228600" eaLnBrk="0" hangingPunct="0">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defRPr>
                <a:solidFill>
                  <a:schemeClr val="tx1"/>
                </a:solidFill>
                <a:latin typeface="Calibri" charset="0"/>
                <a:ea typeface="Arial" charset="0"/>
                <a:cs typeface="Arial" charset="0"/>
              </a:defRPr>
            </a:lvl9pPr>
          </a:lstStyle>
          <a:p>
            <a:endParaRPr lang="en-US" altLang="en-US" sz="1800">
              <a:latin typeface="Arial" charset="0"/>
            </a:endParaRPr>
          </a:p>
        </p:txBody>
      </p:sp>
      <p:grpSp>
        <p:nvGrpSpPr>
          <p:cNvPr id="72" name="Group 84"/>
          <p:cNvGrpSpPr>
            <a:grpSpLocks/>
          </p:cNvGrpSpPr>
          <p:nvPr userDrawn="1"/>
        </p:nvGrpSpPr>
        <p:grpSpPr bwMode="auto">
          <a:xfrm>
            <a:off x="590551" y="1819275"/>
            <a:ext cx="10979149" cy="3657600"/>
            <a:chOff x="443344" y="1819866"/>
            <a:chExt cx="8234523" cy="3657600"/>
          </a:xfrm>
        </p:grpSpPr>
        <p:grpSp>
          <p:nvGrpSpPr>
            <p:cNvPr id="73" name="Group 83"/>
            <p:cNvGrpSpPr>
              <a:grpSpLocks/>
            </p:cNvGrpSpPr>
            <p:nvPr userDrawn="1"/>
          </p:nvGrpSpPr>
          <p:grpSpPr bwMode="auto">
            <a:xfrm>
              <a:off x="443344" y="2565862"/>
              <a:ext cx="8229600" cy="2556366"/>
              <a:chOff x="443344" y="2565862"/>
              <a:chExt cx="8229600" cy="2556366"/>
            </a:xfrm>
          </p:grpSpPr>
          <p:cxnSp>
            <p:nvCxnSpPr>
              <p:cNvPr id="87" name="Straight Connector 27"/>
              <p:cNvCxnSpPr>
                <a:cxnSpLocks noChangeShapeType="1"/>
              </p:cNvCxnSpPr>
              <p:nvPr userDrawn="1"/>
            </p:nvCxnSpPr>
            <p:spPr bwMode="auto">
              <a:xfrm>
                <a:off x="443344" y="5120640"/>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cxnSp>
            <p:nvCxnSpPr>
              <p:cNvPr id="88" name="Straight Connector 28"/>
              <p:cNvCxnSpPr>
                <a:cxnSpLocks noChangeShapeType="1"/>
              </p:cNvCxnSpPr>
              <p:nvPr userDrawn="1"/>
            </p:nvCxnSpPr>
            <p:spPr bwMode="auto">
              <a:xfrm>
                <a:off x="443344" y="4754880"/>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cxnSp>
            <p:nvCxnSpPr>
              <p:cNvPr id="89" name="Straight Connector 29"/>
              <p:cNvCxnSpPr>
                <a:cxnSpLocks noChangeShapeType="1"/>
              </p:cNvCxnSpPr>
              <p:nvPr userDrawn="1"/>
            </p:nvCxnSpPr>
            <p:spPr bwMode="auto">
              <a:xfrm>
                <a:off x="443344" y="4389120"/>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cxnSp>
            <p:nvCxnSpPr>
              <p:cNvPr id="90" name="Straight Connector 30"/>
              <p:cNvCxnSpPr>
                <a:cxnSpLocks noChangeShapeType="1"/>
              </p:cNvCxnSpPr>
              <p:nvPr userDrawn="1"/>
            </p:nvCxnSpPr>
            <p:spPr bwMode="auto">
              <a:xfrm>
                <a:off x="443344" y="4028902"/>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cxnSp>
            <p:nvCxnSpPr>
              <p:cNvPr id="91" name="Straight Connector 31"/>
              <p:cNvCxnSpPr>
                <a:cxnSpLocks noChangeShapeType="1"/>
              </p:cNvCxnSpPr>
              <p:nvPr userDrawn="1"/>
            </p:nvCxnSpPr>
            <p:spPr bwMode="auto">
              <a:xfrm>
                <a:off x="443344" y="3663142"/>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cxnSp>
            <p:nvCxnSpPr>
              <p:cNvPr id="92" name="Straight Connector 32"/>
              <p:cNvCxnSpPr>
                <a:cxnSpLocks noChangeShapeType="1"/>
              </p:cNvCxnSpPr>
              <p:nvPr userDrawn="1"/>
            </p:nvCxnSpPr>
            <p:spPr bwMode="auto">
              <a:xfrm>
                <a:off x="443344" y="3302924"/>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cxnSp>
            <p:nvCxnSpPr>
              <p:cNvPr id="93" name="Straight Connector 33"/>
              <p:cNvCxnSpPr>
                <a:cxnSpLocks noChangeShapeType="1"/>
              </p:cNvCxnSpPr>
              <p:nvPr userDrawn="1"/>
            </p:nvCxnSpPr>
            <p:spPr bwMode="auto">
              <a:xfrm>
                <a:off x="443344" y="2926080"/>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cxnSp>
            <p:nvCxnSpPr>
              <p:cNvPr id="94" name="Straight Connector 34"/>
              <p:cNvCxnSpPr>
                <a:cxnSpLocks noChangeShapeType="1"/>
              </p:cNvCxnSpPr>
              <p:nvPr userDrawn="1"/>
            </p:nvCxnSpPr>
            <p:spPr bwMode="auto">
              <a:xfrm>
                <a:off x="443344" y="2565862"/>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grpSp>
        <p:grpSp>
          <p:nvGrpSpPr>
            <p:cNvPr id="74" name="Group 82"/>
            <p:cNvGrpSpPr>
              <a:grpSpLocks/>
            </p:cNvGrpSpPr>
            <p:nvPr userDrawn="1"/>
          </p:nvGrpSpPr>
          <p:grpSpPr bwMode="auto">
            <a:xfrm>
              <a:off x="2202964" y="1819866"/>
              <a:ext cx="6474903" cy="3657600"/>
              <a:chOff x="2202964" y="1819866"/>
              <a:chExt cx="6474903" cy="3657600"/>
            </a:xfrm>
          </p:grpSpPr>
          <p:cxnSp>
            <p:nvCxnSpPr>
              <p:cNvPr id="75" name="Straight Connector 16"/>
              <p:cNvCxnSpPr>
                <a:cxnSpLocks noChangeShapeType="1"/>
              </p:cNvCxnSpPr>
              <p:nvPr userDrawn="1"/>
            </p:nvCxnSpPr>
            <p:spPr bwMode="auto">
              <a:xfrm rot="5400000">
                <a:off x="374958"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76" name="Straight Connector 17"/>
              <p:cNvCxnSpPr>
                <a:cxnSpLocks noChangeShapeType="1"/>
              </p:cNvCxnSpPr>
              <p:nvPr userDrawn="1"/>
            </p:nvCxnSpPr>
            <p:spPr bwMode="auto">
              <a:xfrm rot="5400000">
                <a:off x="1022290"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77" name="Straight Connector 18"/>
              <p:cNvCxnSpPr>
                <a:cxnSpLocks noChangeShapeType="1"/>
              </p:cNvCxnSpPr>
              <p:nvPr userDrawn="1"/>
            </p:nvCxnSpPr>
            <p:spPr bwMode="auto">
              <a:xfrm rot="5400000">
                <a:off x="1669622"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79" name="Straight Connector 19"/>
              <p:cNvCxnSpPr>
                <a:cxnSpLocks noChangeShapeType="1"/>
              </p:cNvCxnSpPr>
              <p:nvPr userDrawn="1"/>
            </p:nvCxnSpPr>
            <p:spPr bwMode="auto">
              <a:xfrm rot="5400000">
                <a:off x="2316954"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80" name="Straight Connector 20"/>
              <p:cNvCxnSpPr>
                <a:cxnSpLocks noChangeShapeType="1"/>
              </p:cNvCxnSpPr>
              <p:nvPr userDrawn="1"/>
            </p:nvCxnSpPr>
            <p:spPr bwMode="auto">
              <a:xfrm rot="5400000">
                <a:off x="2964286"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81" name="Straight Connector 21"/>
              <p:cNvCxnSpPr>
                <a:cxnSpLocks noChangeShapeType="1"/>
              </p:cNvCxnSpPr>
              <p:nvPr userDrawn="1"/>
            </p:nvCxnSpPr>
            <p:spPr bwMode="auto">
              <a:xfrm rot="5400000">
                <a:off x="3611618"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82" name="Straight Connector 22"/>
              <p:cNvCxnSpPr>
                <a:cxnSpLocks noChangeShapeType="1"/>
              </p:cNvCxnSpPr>
              <p:nvPr userDrawn="1"/>
            </p:nvCxnSpPr>
            <p:spPr bwMode="auto">
              <a:xfrm rot="5400000">
                <a:off x="4258950"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83" name="Straight Connector 23"/>
              <p:cNvCxnSpPr>
                <a:cxnSpLocks noChangeShapeType="1"/>
              </p:cNvCxnSpPr>
              <p:nvPr userDrawn="1"/>
            </p:nvCxnSpPr>
            <p:spPr bwMode="auto">
              <a:xfrm rot="5400000">
                <a:off x="4906282"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84" name="Straight Connector 24"/>
              <p:cNvCxnSpPr>
                <a:cxnSpLocks noChangeShapeType="1"/>
              </p:cNvCxnSpPr>
              <p:nvPr userDrawn="1"/>
            </p:nvCxnSpPr>
            <p:spPr bwMode="auto">
              <a:xfrm rot="5400000">
                <a:off x="5553614"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85" name="Straight Connector 25"/>
              <p:cNvCxnSpPr>
                <a:cxnSpLocks noChangeShapeType="1"/>
              </p:cNvCxnSpPr>
              <p:nvPr userDrawn="1"/>
            </p:nvCxnSpPr>
            <p:spPr bwMode="auto">
              <a:xfrm rot="5400000">
                <a:off x="6200946"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86" name="Straight Connector 26"/>
              <p:cNvCxnSpPr>
                <a:cxnSpLocks noChangeShapeType="1"/>
              </p:cNvCxnSpPr>
              <p:nvPr userDrawn="1"/>
            </p:nvCxnSpPr>
            <p:spPr bwMode="auto">
              <a:xfrm rot="5400000">
                <a:off x="6848273"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grpSp>
      </p:grpSp>
      <p:sp>
        <p:nvSpPr>
          <p:cNvPr id="95" name="TextBox 36"/>
          <p:cNvSpPr txBox="1">
            <a:spLocks noChangeArrowheads="1"/>
          </p:cNvSpPr>
          <p:nvPr userDrawn="1"/>
        </p:nvSpPr>
        <p:spPr bwMode="auto">
          <a:xfrm>
            <a:off x="683685" y="1566864"/>
            <a:ext cx="1178983" cy="180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lstStyle>
            <a:lvl1pPr>
              <a:defRPr>
                <a:solidFill>
                  <a:schemeClr val="tx1"/>
                </a:solidFill>
                <a:latin typeface="Calibri" pitchFamily="34" charset="0"/>
              </a:defRPr>
            </a:lvl1pPr>
            <a:lvl2pPr marL="742950" indent="-285750">
              <a:defRPr>
                <a:solidFill>
                  <a:schemeClr val="tx1"/>
                </a:solidFill>
                <a:latin typeface="Calibri" pitchFamily="34" charset="0"/>
              </a:defRPr>
            </a:lvl2pPr>
            <a:lvl3pPr marL="1143000" indent="-228600">
              <a:defRPr>
                <a:solidFill>
                  <a:schemeClr val="tx1"/>
                </a:solidFill>
                <a:latin typeface="Calibri" pitchFamily="34" charset="0"/>
              </a:defRPr>
            </a:lvl3pPr>
            <a:lvl4pPr marL="1600200" indent="-228600">
              <a:defRPr>
                <a:solidFill>
                  <a:schemeClr val="tx1"/>
                </a:solidFill>
                <a:latin typeface="Calibri" pitchFamily="34" charset="0"/>
              </a:defRPr>
            </a:lvl4pPr>
            <a:lvl5pPr marL="2057400" indent="-228600">
              <a:defRPr>
                <a:solidFill>
                  <a:schemeClr val="tx1"/>
                </a:solidFill>
                <a:latin typeface="Calibri" pitchFamily="34" charset="0"/>
              </a:defRPr>
            </a:lvl5pPr>
            <a:lvl6pPr marL="2514600" indent="-228600" fontAlgn="base">
              <a:spcBef>
                <a:spcPct val="0"/>
              </a:spcBef>
              <a:spcAft>
                <a:spcPct val="0"/>
              </a:spcAft>
              <a:defRPr>
                <a:solidFill>
                  <a:schemeClr val="tx1"/>
                </a:solidFill>
                <a:latin typeface="Calibri" pitchFamily="34" charset="0"/>
              </a:defRPr>
            </a:lvl6pPr>
            <a:lvl7pPr marL="2971800" indent="-228600" fontAlgn="base">
              <a:spcBef>
                <a:spcPct val="0"/>
              </a:spcBef>
              <a:spcAft>
                <a:spcPct val="0"/>
              </a:spcAft>
              <a:defRPr>
                <a:solidFill>
                  <a:schemeClr val="tx1"/>
                </a:solidFill>
                <a:latin typeface="Calibri" pitchFamily="34" charset="0"/>
              </a:defRPr>
            </a:lvl7pPr>
            <a:lvl8pPr marL="3429000" indent="-228600" fontAlgn="base">
              <a:spcBef>
                <a:spcPct val="0"/>
              </a:spcBef>
              <a:spcAft>
                <a:spcPct val="0"/>
              </a:spcAft>
              <a:defRPr>
                <a:solidFill>
                  <a:schemeClr val="tx1"/>
                </a:solidFill>
                <a:latin typeface="Calibri" pitchFamily="34" charset="0"/>
              </a:defRPr>
            </a:lvl8pPr>
            <a:lvl9pPr marL="3886200" indent="-228600" fontAlgn="base">
              <a:spcBef>
                <a:spcPct val="0"/>
              </a:spcBef>
              <a:spcAft>
                <a:spcPct val="0"/>
              </a:spcAft>
              <a:defRPr>
                <a:solidFill>
                  <a:schemeClr val="tx1"/>
                </a:solidFill>
                <a:latin typeface="Calibri" pitchFamily="34" charset="0"/>
              </a:defRPr>
            </a:lvl9pPr>
          </a:lstStyle>
          <a:p>
            <a:pPr eaLnBrk="0" hangingPunct="0">
              <a:lnSpc>
                <a:spcPts val="1400"/>
              </a:lnSpc>
              <a:spcBef>
                <a:spcPts val="1500"/>
              </a:spcBef>
              <a:buClr>
                <a:schemeClr val="accent1"/>
              </a:buClr>
              <a:buFont typeface="Wingdings 2" pitchFamily="18" charset="2"/>
              <a:buNone/>
              <a:defRPr/>
            </a:pPr>
            <a:r>
              <a:rPr lang="en-US" sz="800" b="1">
                <a:solidFill>
                  <a:srgbClr val="000000"/>
                </a:solidFill>
                <a:latin typeface="Arial" charset="0"/>
                <a:ea typeface="+mn-ea"/>
              </a:rPr>
              <a:t>WEEK NUMBER</a:t>
            </a:r>
          </a:p>
        </p:txBody>
      </p:sp>
      <p:sp>
        <p:nvSpPr>
          <p:cNvPr id="96" name="TextBox 37"/>
          <p:cNvSpPr txBox="1">
            <a:spLocks noChangeArrowheads="1"/>
          </p:cNvSpPr>
          <p:nvPr userDrawn="1"/>
        </p:nvSpPr>
        <p:spPr bwMode="auto">
          <a:xfrm>
            <a:off x="683685" y="1939925"/>
            <a:ext cx="1178983" cy="1793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lstStyle>
            <a:lvl1pPr>
              <a:defRPr>
                <a:solidFill>
                  <a:schemeClr val="tx1"/>
                </a:solidFill>
                <a:latin typeface="Calibri" pitchFamily="34" charset="0"/>
              </a:defRPr>
            </a:lvl1pPr>
            <a:lvl2pPr marL="742950" indent="-285750">
              <a:defRPr>
                <a:solidFill>
                  <a:schemeClr val="tx1"/>
                </a:solidFill>
                <a:latin typeface="Calibri" pitchFamily="34" charset="0"/>
              </a:defRPr>
            </a:lvl2pPr>
            <a:lvl3pPr marL="1143000" indent="-228600">
              <a:defRPr>
                <a:solidFill>
                  <a:schemeClr val="tx1"/>
                </a:solidFill>
                <a:latin typeface="Calibri" pitchFamily="34" charset="0"/>
              </a:defRPr>
            </a:lvl3pPr>
            <a:lvl4pPr marL="1600200" indent="-228600">
              <a:defRPr>
                <a:solidFill>
                  <a:schemeClr val="tx1"/>
                </a:solidFill>
                <a:latin typeface="Calibri" pitchFamily="34" charset="0"/>
              </a:defRPr>
            </a:lvl4pPr>
            <a:lvl5pPr marL="2057400" indent="-228600">
              <a:defRPr>
                <a:solidFill>
                  <a:schemeClr val="tx1"/>
                </a:solidFill>
                <a:latin typeface="Calibri" pitchFamily="34" charset="0"/>
              </a:defRPr>
            </a:lvl5pPr>
            <a:lvl6pPr marL="2514600" indent="-228600" fontAlgn="base">
              <a:spcBef>
                <a:spcPct val="0"/>
              </a:spcBef>
              <a:spcAft>
                <a:spcPct val="0"/>
              </a:spcAft>
              <a:defRPr>
                <a:solidFill>
                  <a:schemeClr val="tx1"/>
                </a:solidFill>
                <a:latin typeface="Calibri" pitchFamily="34" charset="0"/>
              </a:defRPr>
            </a:lvl6pPr>
            <a:lvl7pPr marL="2971800" indent="-228600" fontAlgn="base">
              <a:spcBef>
                <a:spcPct val="0"/>
              </a:spcBef>
              <a:spcAft>
                <a:spcPct val="0"/>
              </a:spcAft>
              <a:defRPr>
                <a:solidFill>
                  <a:schemeClr val="tx1"/>
                </a:solidFill>
                <a:latin typeface="Calibri" pitchFamily="34" charset="0"/>
              </a:defRPr>
            </a:lvl7pPr>
            <a:lvl8pPr marL="3429000" indent="-228600" fontAlgn="base">
              <a:spcBef>
                <a:spcPct val="0"/>
              </a:spcBef>
              <a:spcAft>
                <a:spcPct val="0"/>
              </a:spcAft>
              <a:defRPr>
                <a:solidFill>
                  <a:schemeClr val="tx1"/>
                </a:solidFill>
                <a:latin typeface="Calibri" pitchFamily="34" charset="0"/>
              </a:defRPr>
            </a:lvl8pPr>
            <a:lvl9pPr marL="3886200" indent="-228600" fontAlgn="base">
              <a:spcBef>
                <a:spcPct val="0"/>
              </a:spcBef>
              <a:spcAft>
                <a:spcPct val="0"/>
              </a:spcAft>
              <a:defRPr>
                <a:solidFill>
                  <a:schemeClr val="tx1"/>
                </a:solidFill>
                <a:latin typeface="Calibri" pitchFamily="34" charset="0"/>
              </a:defRPr>
            </a:lvl9pPr>
          </a:lstStyle>
          <a:p>
            <a:pPr eaLnBrk="0" hangingPunct="0">
              <a:lnSpc>
                <a:spcPts val="1400"/>
              </a:lnSpc>
              <a:spcBef>
                <a:spcPts val="1500"/>
              </a:spcBef>
              <a:buClr>
                <a:schemeClr val="accent1"/>
              </a:buClr>
              <a:buFont typeface="Wingdings 2" pitchFamily="18" charset="2"/>
              <a:buNone/>
              <a:defRPr/>
            </a:pPr>
            <a:r>
              <a:rPr lang="en-US" sz="800" b="1">
                <a:solidFill>
                  <a:srgbClr val="000000"/>
                </a:solidFill>
                <a:latin typeface="Arial" charset="0"/>
                <a:ea typeface="+mn-ea"/>
              </a:rPr>
              <a:t>STARTS ON</a:t>
            </a:r>
          </a:p>
        </p:txBody>
      </p:sp>
      <p:cxnSp>
        <p:nvCxnSpPr>
          <p:cNvPr id="97" name="Straight Connector 39"/>
          <p:cNvCxnSpPr>
            <a:cxnSpLocks noChangeShapeType="1"/>
          </p:cNvCxnSpPr>
          <p:nvPr userDrawn="1"/>
        </p:nvCxnSpPr>
        <p:spPr bwMode="auto">
          <a:xfrm>
            <a:off x="590551" y="2200275"/>
            <a:ext cx="10972800" cy="1588"/>
          </a:xfrm>
          <a:prstGeom prst="line">
            <a:avLst/>
          </a:prstGeom>
          <a:noFill/>
          <a:ln w="19050">
            <a:solidFill>
              <a:srgbClr val="666666"/>
            </a:solidFill>
            <a:round/>
            <a:headEnd/>
            <a:tailEnd/>
          </a:ln>
          <a:extLst>
            <a:ext uri="{909E8E84-426E-40DD-AFC4-6F175D3DCCD1}">
              <a14:hiddenFill xmlns:a14="http://schemas.microsoft.com/office/drawing/2010/main">
                <a:noFill/>
              </a14:hiddenFill>
            </a:ext>
          </a:extLst>
        </p:spPr>
      </p:cxnSp>
      <p:cxnSp>
        <p:nvCxnSpPr>
          <p:cNvPr id="98" name="Straight Connector 40"/>
          <p:cNvCxnSpPr>
            <a:cxnSpLocks noChangeShapeType="1"/>
          </p:cNvCxnSpPr>
          <p:nvPr userDrawn="1"/>
        </p:nvCxnSpPr>
        <p:spPr bwMode="auto">
          <a:xfrm>
            <a:off x="590551" y="5486400"/>
            <a:ext cx="10972800" cy="1588"/>
          </a:xfrm>
          <a:prstGeom prst="line">
            <a:avLst/>
          </a:prstGeom>
          <a:noFill/>
          <a:ln w="19050">
            <a:solidFill>
              <a:srgbClr val="666666"/>
            </a:solidFill>
            <a:round/>
            <a:headEnd/>
            <a:tailEnd/>
          </a:ln>
          <a:extLst>
            <a:ext uri="{909E8E84-426E-40DD-AFC4-6F175D3DCCD1}">
              <a14:hiddenFill xmlns:a14="http://schemas.microsoft.com/office/drawing/2010/main">
                <a:noFill/>
              </a14:hiddenFill>
            </a:ext>
          </a:extLst>
        </p:spPr>
      </p:cxnSp>
      <p:sp>
        <p:nvSpPr>
          <p:cNvPr id="99" name="Freeform 40"/>
          <p:cNvSpPr>
            <a:spLocks/>
          </p:cNvSpPr>
          <p:nvPr userDrawn="1"/>
        </p:nvSpPr>
        <p:spPr bwMode="auto">
          <a:xfrm>
            <a:off x="2074334" y="1468439"/>
            <a:ext cx="9469967" cy="4027487"/>
          </a:xfrm>
          <a:custGeom>
            <a:avLst/>
            <a:gdLst>
              <a:gd name="T0" fmla="*/ 0 w 7101191"/>
              <a:gd name="T1" fmla="*/ 4028195 h 4027251"/>
              <a:gd name="T2" fmla="*/ 0 w 7101191"/>
              <a:gd name="T3" fmla="*/ 0 h 4027251"/>
              <a:gd name="T4" fmla="*/ 7106328 w 7101191"/>
              <a:gd name="T5" fmla="*/ 0 h 4027251"/>
              <a:gd name="T6" fmla="*/ 0 60000 65536"/>
              <a:gd name="T7" fmla="*/ 0 60000 65536"/>
              <a:gd name="T8" fmla="*/ 0 60000 65536"/>
            </a:gdLst>
            <a:ahLst/>
            <a:cxnLst>
              <a:cxn ang="T6">
                <a:pos x="T0" y="T1"/>
              </a:cxn>
              <a:cxn ang="T7">
                <a:pos x="T2" y="T3"/>
              </a:cxn>
              <a:cxn ang="T8">
                <a:pos x="T4" y="T5"/>
              </a:cxn>
            </a:cxnLst>
            <a:rect l="0" t="0" r="r" b="b"/>
            <a:pathLst>
              <a:path w="7101191" h="4027251">
                <a:moveTo>
                  <a:pt x="0" y="4027251"/>
                </a:moveTo>
                <a:lnTo>
                  <a:pt x="0" y="0"/>
                </a:lnTo>
                <a:lnTo>
                  <a:pt x="7101191" y="0"/>
                </a:lnTo>
              </a:path>
            </a:pathLst>
          </a:custGeom>
          <a:noFill/>
          <a:ln w="19050" cap="flat" cmpd="sng">
            <a:solidFill>
              <a:srgbClr val="666666"/>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endParaRPr lang="en-US" sz="1800"/>
          </a:p>
        </p:txBody>
      </p:sp>
      <p:cxnSp>
        <p:nvCxnSpPr>
          <p:cNvPr id="100" name="Straight Connector 42"/>
          <p:cNvCxnSpPr>
            <a:cxnSpLocks noChangeShapeType="1"/>
          </p:cNvCxnSpPr>
          <p:nvPr userDrawn="1"/>
        </p:nvCxnSpPr>
        <p:spPr bwMode="auto">
          <a:xfrm>
            <a:off x="2061634" y="1828800"/>
            <a:ext cx="865717" cy="228600"/>
          </a:xfrm>
          <a:prstGeom prst="line">
            <a:avLst/>
          </a:prstGeom>
          <a:noFill/>
          <a:ln w="19050">
            <a:solidFill>
              <a:srgbClr val="666666"/>
            </a:solidFill>
            <a:round/>
            <a:headEnd/>
            <a:tailEnd/>
          </a:ln>
          <a:extLst>
            <a:ext uri="{909E8E84-426E-40DD-AFC4-6F175D3DCCD1}">
              <a14:hiddenFill xmlns:a14="http://schemas.microsoft.com/office/drawing/2010/main">
                <a:noFill/>
              </a14:hiddenFill>
            </a:ext>
          </a:extLst>
        </p:spPr>
      </p:cxnSp>
      <p:sp>
        <p:nvSpPr>
          <p:cNvPr id="39" name="Text Placeholder 12"/>
          <p:cNvSpPr>
            <a:spLocks noGrp="1"/>
          </p:cNvSpPr>
          <p:nvPr>
            <p:ph type="body" sz="quarter" idx="33"/>
          </p:nvPr>
        </p:nvSpPr>
        <p:spPr>
          <a:xfrm>
            <a:off x="2061633" y="1835813"/>
            <a:ext cx="861216" cy="354728"/>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0" name="Text Placeholder 12"/>
          <p:cNvSpPr>
            <a:spLocks noGrp="1"/>
          </p:cNvSpPr>
          <p:nvPr>
            <p:ph type="body" sz="quarter" idx="34"/>
          </p:nvPr>
        </p:nvSpPr>
        <p:spPr>
          <a:xfrm>
            <a:off x="2937751" y="1835813"/>
            <a:ext cx="862519" cy="354728"/>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1" name="Text Placeholder 12"/>
          <p:cNvSpPr>
            <a:spLocks noGrp="1"/>
          </p:cNvSpPr>
          <p:nvPr>
            <p:ph type="body" sz="quarter" idx="35"/>
          </p:nvPr>
        </p:nvSpPr>
        <p:spPr>
          <a:xfrm>
            <a:off x="3800274" y="1835813"/>
            <a:ext cx="869005" cy="354728"/>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2" name="Text Placeholder 12"/>
          <p:cNvSpPr>
            <a:spLocks noGrp="1"/>
          </p:cNvSpPr>
          <p:nvPr>
            <p:ph type="body" sz="quarter" idx="36"/>
          </p:nvPr>
        </p:nvSpPr>
        <p:spPr>
          <a:xfrm>
            <a:off x="4662791" y="1835813"/>
            <a:ext cx="856035" cy="354728"/>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3" name="Text Placeholder 12"/>
          <p:cNvSpPr>
            <a:spLocks noGrp="1"/>
          </p:cNvSpPr>
          <p:nvPr>
            <p:ph type="body" sz="quarter" idx="37"/>
          </p:nvPr>
        </p:nvSpPr>
        <p:spPr>
          <a:xfrm>
            <a:off x="5518824" y="1835813"/>
            <a:ext cx="865632" cy="354728"/>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4" name="Text Placeholder 12"/>
          <p:cNvSpPr>
            <a:spLocks noGrp="1"/>
          </p:cNvSpPr>
          <p:nvPr>
            <p:ph type="body" sz="quarter" idx="38"/>
          </p:nvPr>
        </p:nvSpPr>
        <p:spPr>
          <a:xfrm>
            <a:off x="6394315" y="1835813"/>
            <a:ext cx="865632" cy="354728"/>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5" name="Text Placeholder 12"/>
          <p:cNvSpPr>
            <a:spLocks noGrp="1"/>
          </p:cNvSpPr>
          <p:nvPr>
            <p:ph type="body" sz="quarter" idx="39"/>
          </p:nvPr>
        </p:nvSpPr>
        <p:spPr>
          <a:xfrm>
            <a:off x="7250347" y="1835813"/>
            <a:ext cx="865632" cy="354728"/>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6" name="Text Placeholder 12"/>
          <p:cNvSpPr>
            <a:spLocks noGrp="1"/>
          </p:cNvSpPr>
          <p:nvPr>
            <p:ph type="body" sz="quarter" idx="40"/>
          </p:nvPr>
        </p:nvSpPr>
        <p:spPr>
          <a:xfrm>
            <a:off x="8112867" y="1835813"/>
            <a:ext cx="869005" cy="354728"/>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7" name="Text Placeholder 12"/>
          <p:cNvSpPr>
            <a:spLocks noGrp="1"/>
          </p:cNvSpPr>
          <p:nvPr>
            <p:ph type="body" sz="quarter" idx="41"/>
          </p:nvPr>
        </p:nvSpPr>
        <p:spPr>
          <a:xfrm>
            <a:off x="8975387" y="1835813"/>
            <a:ext cx="862520" cy="354728"/>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8" name="Text Placeholder 12"/>
          <p:cNvSpPr>
            <a:spLocks noGrp="1"/>
          </p:cNvSpPr>
          <p:nvPr>
            <p:ph type="body" sz="quarter" idx="42"/>
          </p:nvPr>
        </p:nvSpPr>
        <p:spPr>
          <a:xfrm>
            <a:off x="9844389" y="1835813"/>
            <a:ext cx="865632" cy="354728"/>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9" name="Text Placeholder 12"/>
          <p:cNvSpPr>
            <a:spLocks noGrp="1"/>
          </p:cNvSpPr>
          <p:nvPr>
            <p:ph type="body" sz="quarter" idx="43"/>
          </p:nvPr>
        </p:nvSpPr>
        <p:spPr>
          <a:xfrm>
            <a:off x="10700427" y="1835813"/>
            <a:ext cx="870892" cy="354728"/>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50" name="Text Placeholder 12"/>
          <p:cNvSpPr>
            <a:spLocks noGrp="1"/>
          </p:cNvSpPr>
          <p:nvPr>
            <p:ph type="body" sz="quarter" idx="45"/>
          </p:nvPr>
        </p:nvSpPr>
        <p:spPr>
          <a:xfrm>
            <a:off x="625653" y="2230260"/>
            <a:ext cx="1407236" cy="320040"/>
          </a:xfrm>
          <a:prstGeom prst="rect">
            <a:avLst/>
          </a:prstGeom>
          <a:ln w="6350">
            <a:noFill/>
          </a:ln>
        </p:spPr>
        <p:txBody>
          <a:bodyPr anchor="ctr"/>
          <a:lstStyle>
            <a:lvl1pPr marL="0" indent="0" algn="l">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51" name="Text Placeholder 12"/>
          <p:cNvSpPr>
            <a:spLocks noGrp="1"/>
          </p:cNvSpPr>
          <p:nvPr>
            <p:ph type="body" sz="quarter" idx="46"/>
          </p:nvPr>
        </p:nvSpPr>
        <p:spPr>
          <a:xfrm>
            <a:off x="625653" y="2595570"/>
            <a:ext cx="1407236" cy="320040"/>
          </a:xfrm>
          <a:prstGeom prst="rect">
            <a:avLst/>
          </a:prstGeom>
          <a:ln w="6350">
            <a:noFill/>
          </a:ln>
        </p:spPr>
        <p:txBody>
          <a:bodyPr anchor="ctr"/>
          <a:lstStyle>
            <a:lvl1pPr marL="0" indent="0" algn="l">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52" name="Text Placeholder 12"/>
          <p:cNvSpPr>
            <a:spLocks noGrp="1"/>
          </p:cNvSpPr>
          <p:nvPr>
            <p:ph type="body" sz="quarter" idx="47"/>
          </p:nvPr>
        </p:nvSpPr>
        <p:spPr>
          <a:xfrm>
            <a:off x="625653" y="2960880"/>
            <a:ext cx="1407236" cy="320040"/>
          </a:xfrm>
          <a:prstGeom prst="rect">
            <a:avLst/>
          </a:prstGeom>
          <a:ln w="6350">
            <a:noFill/>
          </a:ln>
        </p:spPr>
        <p:txBody>
          <a:bodyPr anchor="ctr"/>
          <a:lstStyle>
            <a:lvl1pPr marL="0" indent="0" algn="l">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53" name="Text Placeholder 12"/>
          <p:cNvSpPr>
            <a:spLocks noGrp="1"/>
          </p:cNvSpPr>
          <p:nvPr>
            <p:ph type="body" sz="quarter" idx="48"/>
          </p:nvPr>
        </p:nvSpPr>
        <p:spPr>
          <a:xfrm>
            <a:off x="625653" y="3326190"/>
            <a:ext cx="1407236" cy="320040"/>
          </a:xfrm>
          <a:prstGeom prst="rect">
            <a:avLst/>
          </a:prstGeom>
          <a:ln w="6350">
            <a:noFill/>
          </a:ln>
        </p:spPr>
        <p:txBody>
          <a:bodyPr anchor="ctr"/>
          <a:lstStyle>
            <a:lvl1pPr marL="0" indent="0" algn="l">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54" name="Text Placeholder 12"/>
          <p:cNvSpPr>
            <a:spLocks noGrp="1"/>
          </p:cNvSpPr>
          <p:nvPr>
            <p:ph type="body" sz="quarter" idx="49"/>
          </p:nvPr>
        </p:nvSpPr>
        <p:spPr>
          <a:xfrm>
            <a:off x="625653" y="3691500"/>
            <a:ext cx="1407236" cy="320040"/>
          </a:xfrm>
          <a:prstGeom prst="rect">
            <a:avLst/>
          </a:prstGeom>
          <a:ln w="6350">
            <a:noFill/>
          </a:ln>
        </p:spPr>
        <p:txBody>
          <a:bodyPr anchor="ctr"/>
          <a:lstStyle>
            <a:lvl1pPr marL="0" indent="0" algn="l">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55" name="Text Placeholder 12"/>
          <p:cNvSpPr>
            <a:spLocks noGrp="1"/>
          </p:cNvSpPr>
          <p:nvPr>
            <p:ph type="body" sz="quarter" idx="50"/>
          </p:nvPr>
        </p:nvSpPr>
        <p:spPr>
          <a:xfrm>
            <a:off x="625653" y="4056810"/>
            <a:ext cx="1407236" cy="320040"/>
          </a:xfrm>
          <a:prstGeom prst="rect">
            <a:avLst/>
          </a:prstGeom>
          <a:ln w="6350">
            <a:noFill/>
          </a:ln>
        </p:spPr>
        <p:txBody>
          <a:bodyPr anchor="ctr"/>
          <a:lstStyle>
            <a:lvl1pPr marL="0" indent="0" algn="l">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56" name="Text Placeholder 12"/>
          <p:cNvSpPr>
            <a:spLocks noGrp="1"/>
          </p:cNvSpPr>
          <p:nvPr>
            <p:ph type="body" sz="quarter" idx="51"/>
          </p:nvPr>
        </p:nvSpPr>
        <p:spPr>
          <a:xfrm>
            <a:off x="625653" y="5152742"/>
            <a:ext cx="1407236" cy="320040"/>
          </a:xfrm>
          <a:prstGeom prst="rect">
            <a:avLst/>
          </a:prstGeom>
          <a:ln w="6350">
            <a:noFill/>
          </a:ln>
        </p:spPr>
        <p:txBody>
          <a:bodyPr anchor="ctr"/>
          <a:lstStyle>
            <a:lvl1pPr marL="0" indent="0" algn="l">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57" name="Text Placeholder 12"/>
          <p:cNvSpPr>
            <a:spLocks noGrp="1"/>
          </p:cNvSpPr>
          <p:nvPr>
            <p:ph type="body" sz="quarter" idx="52"/>
          </p:nvPr>
        </p:nvSpPr>
        <p:spPr>
          <a:xfrm>
            <a:off x="625653" y="4422120"/>
            <a:ext cx="1407236" cy="320040"/>
          </a:xfrm>
          <a:prstGeom prst="rect">
            <a:avLst/>
          </a:prstGeom>
          <a:ln w="6350">
            <a:noFill/>
          </a:ln>
        </p:spPr>
        <p:txBody>
          <a:bodyPr anchor="ctr"/>
          <a:lstStyle>
            <a:lvl1pPr marL="0" indent="0" algn="l">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58" name="Text Placeholder 12"/>
          <p:cNvSpPr>
            <a:spLocks noGrp="1"/>
          </p:cNvSpPr>
          <p:nvPr>
            <p:ph type="body" sz="quarter" idx="53"/>
          </p:nvPr>
        </p:nvSpPr>
        <p:spPr>
          <a:xfrm>
            <a:off x="625653" y="4787430"/>
            <a:ext cx="1407236" cy="320040"/>
          </a:xfrm>
          <a:prstGeom prst="rect">
            <a:avLst/>
          </a:prstGeom>
          <a:ln w="6350">
            <a:noFill/>
          </a:ln>
        </p:spPr>
        <p:txBody>
          <a:bodyPr anchor="ctr"/>
          <a:lstStyle>
            <a:lvl1pPr marL="0" indent="0" algn="l">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59" name="Text Placeholder 12"/>
          <p:cNvSpPr>
            <a:spLocks noGrp="1"/>
          </p:cNvSpPr>
          <p:nvPr>
            <p:ph type="body" sz="quarter" idx="54"/>
          </p:nvPr>
        </p:nvSpPr>
        <p:spPr>
          <a:xfrm>
            <a:off x="2083023" y="1531015"/>
            <a:ext cx="865632" cy="228600"/>
          </a:xfrm>
          <a:prstGeom prst="rect">
            <a:avLst/>
          </a:prstGeom>
          <a:ln w="6350">
            <a:noFill/>
          </a:ln>
        </p:spPr>
        <p:txBody>
          <a:bodyPr anchor="ctr"/>
          <a:lstStyle>
            <a:lvl1pPr marL="0" indent="0" algn="ctr">
              <a:lnSpc>
                <a:spcPct val="100000"/>
              </a:lnSpc>
              <a:spcBef>
                <a:spcPts val="0"/>
              </a:spcBef>
              <a:buNone/>
              <a:defRPr sz="900" b="1" cap="all" baseline="0">
                <a:solidFill>
                  <a:srgbClr val="94301C"/>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60" name="Text Placeholder 12"/>
          <p:cNvSpPr>
            <a:spLocks noGrp="1"/>
          </p:cNvSpPr>
          <p:nvPr>
            <p:ph type="body" sz="quarter" idx="55"/>
          </p:nvPr>
        </p:nvSpPr>
        <p:spPr>
          <a:xfrm>
            <a:off x="2937751" y="1531015"/>
            <a:ext cx="865632" cy="228600"/>
          </a:xfrm>
          <a:prstGeom prst="rect">
            <a:avLst/>
          </a:prstGeom>
          <a:ln w="6350">
            <a:noFill/>
          </a:ln>
        </p:spPr>
        <p:txBody>
          <a:bodyPr anchor="ctr"/>
          <a:lstStyle>
            <a:lvl1pPr marL="0" indent="0" algn="ctr">
              <a:lnSpc>
                <a:spcPct val="100000"/>
              </a:lnSpc>
              <a:spcBef>
                <a:spcPts val="0"/>
              </a:spcBef>
              <a:buNone/>
              <a:defRPr sz="900" b="1" cap="all" baseline="0">
                <a:solidFill>
                  <a:srgbClr val="B01C2E"/>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61" name="Text Placeholder 12"/>
          <p:cNvSpPr>
            <a:spLocks noGrp="1"/>
          </p:cNvSpPr>
          <p:nvPr>
            <p:ph type="body" sz="quarter" idx="56"/>
          </p:nvPr>
        </p:nvSpPr>
        <p:spPr>
          <a:xfrm>
            <a:off x="3800271" y="1531015"/>
            <a:ext cx="865632" cy="228600"/>
          </a:xfrm>
          <a:prstGeom prst="rect">
            <a:avLst/>
          </a:prstGeom>
          <a:ln w="6350">
            <a:noFill/>
          </a:ln>
        </p:spPr>
        <p:txBody>
          <a:bodyPr anchor="ctr"/>
          <a:lstStyle>
            <a:lvl1pPr marL="0" indent="0" algn="ctr">
              <a:lnSpc>
                <a:spcPct val="100000"/>
              </a:lnSpc>
              <a:spcBef>
                <a:spcPts val="0"/>
              </a:spcBef>
              <a:buNone/>
              <a:defRPr sz="900" b="1" cap="all" baseline="0">
                <a:solidFill>
                  <a:srgbClr val="B01C2E"/>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62" name="Text Placeholder 12"/>
          <p:cNvSpPr>
            <a:spLocks noGrp="1"/>
          </p:cNvSpPr>
          <p:nvPr>
            <p:ph type="body" sz="quarter" idx="57"/>
          </p:nvPr>
        </p:nvSpPr>
        <p:spPr>
          <a:xfrm>
            <a:off x="4662791" y="1531015"/>
            <a:ext cx="865632" cy="228600"/>
          </a:xfrm>
          <a:prstGeom prst="rect">
            <a:avLst/>
          </a:prstGeom>
          <a:ln w="6350">
            <a:noFill/>
          </a:ln>
        </p:spPr>
        <p:txBody>
          <a:bodyPr anchor="ctr"/>
          <a:lstStyle>
            <a:lvl1pPr marL="0" indent="0" algn="ctr">
              <a:lnSpc>
                <a:spcPct val="100000"/>
              </a:lnSpc>
              <a:spcBef>
                <a:spcPts val="0"/>
              </a:spcBef>
              <a:buNone/>
              <a:defRPr sz="900" b="1" cap="all" baseline="0">
                <a:solidFill>
                  <a:srgbClr val="B01C2E"/>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63" name="Text Placeholder 12"/>
          <p:cNvSpPr>
            <a:spLocks noGrp="1"/>
          </p:cNvSpPr>
          <p:nvPr>
            <p:ph type="body" sz="quarter" idx="58"/>
          </p:nvPr>
        </p:nvSpPr>
        <p:spPr>
          <a:xfrm>
            <a:off x="5518824" y="1531015"/>
            <a:ext cx="865632" cy="228600"/>
          </a:xfrm>
          <a:prstGeom prst="rect">
            <a:avLst/>
          </a:prstGeom>
          <a:ln w="6350">
            <a:noFill/>
          </a:ln>
        </p:spPr>
        <p:txBody>
          <a:bodyPr anchor="ctr"/>
          <a:lstStyle>
            <a:lvl1pPr marL="0" indent="0" algn="ctr">
              <a:lnSpc>
                <a:spcPct val="100000"/>
              </a:lnSpc>
              <a:spcBef>
                <a:spcPts val="0"/>
              </a:spcBef>
              <a:buNone/>
              <a:defRPr sz="900" b="1" cap="all" baseline="0">
                <a:solidFill>
                  <a:srgbClr val="B01C2E"/>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64" name="Text Placeholder 12"/>
          <p:cNvSpPr>
            <a:spLocks noGrp="1"/>
          </p:cNvSpPr>
          <p:nvPr>
            <p:ph type="body" sz="quarter" idx="59"/>
          </p:nvPr>
        </p:nvSpPr>
        <p:spPr>
          <a:xfrm>
            <a:off x="6394315" y="1531015"/>
            <a:ext cx="865632" cy="228600"/>
          </a:xfrm>
          <a:prstGeom prst="rect">
            <a:avLst/>
          </a:prstGeom>
          <a:ln w="6350">
            <a:noFill/>
          </a:ln>
        </p:spPr>
        <p:txBody>
          <a:bodyPr anchor="ctr"/>
          <a:lstStyle>
            <a:lvl1pPr marL="0" indent="0" algn="ctr">
              <a:lnSpc>
                <a:spcPct val="100000"/>
              </a:lnSpc>
              <a:spcBef>
                <a:spcPts val="0"/>
              </a:spcBef>
              <a:buNone/>
              <a:defRPr sz="900" b="1" cap="all" baseline="0">
                <a:solidFill>
                  <a:srgbClr val="B01C2E"/>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65" name="Text Placeholder 12"/>
          <p:cNvSpPr>
            <a:spLocks noGrp="1"/>
          </p:cNvSpPr>
          <p:nvPr>
            <p:ph type="body" sz="quarter" idx="60"/>
          </p:nvPr>
        </p:nvSpPr>
        <p:spPr>
          <a:xfrm>
            <a:off x="7250347" y="1531015"/>
            <a:ext cx="865632" cy="228600"/>
          </a:xfrm>
          <a:prstGeom prst="rect">
            <a:avLst/>
          </a:prstGeom>
          <a:ln w="6350">
            <a:noFill/>
          </a:ln>
        </p:spPr>
        <p:txBody>
          <a:bodyPr anchor="ctr"/>
          <a:lstStyle>
            <a:lvl1pPr marL="0" indent="0" algn="ctr">
              <a:lnSpc>
                <a:spcPct val="100000"/>
              </a:lnSpc>
              <a:spcBef>
                <a:spcPts val="0"/>
              </a:spcBef>
              <a:buNone/>
              <a:defRPr sz="900" b="1" cap="all" baseline="0">
                <a:solidFill>
                  <a:srgbClr val="B01C2E"/>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66" name="Text Placeholder 12"/>
          <p:cNvSpPr>
            <a:spLocks noGrp="1"/>
          </p:cNvSpPr>
          <p:nvPr>
            <p:ph type="body" sz="quarter" idx="61"/>
          </p:nvPr>
        </p:nvSpPr>
        <p:spPr>
          <a:xfrm>
            <a:off x="8112867" y="1531015"/>
            <a:ext cx="865632" cy="228600"/>
          </a:xfrm>
          <a:prstGeom prst="rect">
            <a:avLst/>
          </a:prstGeom>
          <a:ln w="6350">
            <a:noFill/>
          </a:ln>
        </p:spPr>
        <p:txBody>
          <a:bodyPr anchor="ctr"/>
          <a:lstStyle>
            <a:lvl1pPr marL="0" indent="0" algn="ctr">
              <a:lnSpc>
                <a:spcPct val="100000"/>
              </a:lnSpc>
              <a:spcBef>
                <a:spcPts val="0"/>
              </a:spcBef>
              <a:buNone/>
              <a:defRPr sz="900" b="1" cap="all" baseline="0">
                <a:solidFill>
                  <a:srgbClr val="B01C2E"/>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67" name="Text Placeholder 12"/>
          <p:cNvSpPr>
            <a:spLocks noGrp="1"/>
          </p:cNvSpPr>
          <p:nvPr>
            <p:ph type="body" sz="quarter" idx="62"/>
          </p:nvPr>
        </p:nvSpPr>
        <p:spPr>
          <a:xfrm>
            <a:off x="8975387" y="1531015"/>
            <a:ext cx="865632" cy="228600"/>
          </a:xfrm>
          <a:prstGeom prst="rect">
            <a:avLst/>
          </a:prstGeom>
          <a:ln w="6350">
            <a:noFill/>
          </a:ln>
        </p:spPr>
        <p:txBody>
          <a:bodyPr anchor="ctr"/>
          <a:lstStyle>
            <a:lvl1pPr marL="0" indent="0" algn="ctr">
              <a:lnSpc>
                <a:spcPct val="100000"/>
              </a:lnSpc>
              <a:spcBef>
                <a:spcPts val="0"/>
              </a:spcBef>
              <a:buNone/>
              <a:defRPr sz="900" b="1" cap="all" baseline="0">
                <a:solidFill>
                  <a:srgbClr val="B01C2E"/>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68" name="Text Placeholder 12"/>
          <p:cNvSpPr>
            <a:spLocks noGrp="1"/>
          </p:cNvSpPr>
          <p:nvPr>
            <p:ph type="body" sz="quarter" idx="63"/>
          </p:nvPr>
        </p:nvSpPr>
        <p:spPr>
          <a:xfrm>
            <a:off x="9844389" y="1531015"/>
            <a:ext cx="865632" cy="228600"/>
          </a:xfrm>
          <a:prstGeom prst="rect">
            <a:avLst/>
          </a:prstGeom>
          <a:ln w="6350">
            <a:noFill/>
          </a:ln>
        </p:spPr>
        <p:txBody>
          <a:bodyPr anchor="ctr"/>
          <a:lstStyle>
            <a:lvl1pPr marL="0" indent="0" algn="ctr">
              <a:lnSpc>
                <a:spcPct val="100000"/>
              </a:lnSpc>
              <a:spcBef>
                <a:spcPts val="0"/>
              </a:spcBef>
              <a:buNone/>
              <a:defRPr sz="900" b="1" cap="all" baseline="0">
                <a:solidFill>
                  <a:srgbClr val="B01C2E"/>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69" name="Text Placeholder 12"/>
          <p:cNvSpPr>
            <a:spLocks noGrp="1"/>
          </p:cNvSpPr>
          <p:nvPr>
            <p:ph type="body" sz="quarter" idx="64"/>
          </p:nvPr>
        </p:nvSpPr>
        <p:spPr>
          <a:xfrm>
            <a:off x="10700424" y="1531015"/>
            <a:ext cx="865632" cy="228600"/>
          </a:xfrm>
          <a:prstGeom prst="rect">
            <a:avLst/>
          </a:prstGeom>
          <a:ln w="6350">
            <a:noFill/>
          </a:ln>
        </p:spPr>
        <p:txBody>
          <a:bodyPr anchor="ctr"/>
          <a:lstStyle>
            <a:lvl1pPr marL="0" indent="0" algn="ctr">
              <a:lnSpc>
                <a:spcPct val="100000"/>
              </a:lnSpc>
              <a:spcBef>
                <a:spcPts val="0"/>
              </a:spcBef>
              <a:buNone/>
              <a:defRPr sz="900" b="1" cap="all" baseline="0">
                <a:solidFill>
                  <a:srgbClr val="B01C2E"/>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179" name="Text Placeholder 178"/>
          <p:cNvSpPr>
            <a:spLocks noGrp="1"/>
          </p:cNvSpPr>
          <p:nvPr>
            <p:ph type="body" sz="quarter" idx="65"/>
          </p:nvPr>
        </p:nvSpPr>
        <p:spPr>
          <a:xfrm>
            <a:off x="2061633" y="2321700"/>
            <a:ext cx="1219200" cy="137160"/>
          </a:xfrm>
          <a:prstGeom prst="rect">
            <a:avLst/>
          </a:prstGeom>
          <a:solidFill>
            <a:srgbClr val="B01C2E"/>
          </a:solidFill>
        </p:spPr>
        <p:txBody>
          <a:bodyPr lIns="0" tIns="0" rIns="0" bIns="0" anchor="ctr" anchorCtr="0"/>
          <a:lstStyle>
            <a:lvl1pPr>
              <a:buNone/>
              <a:defRPr sz="600">
                <a:solidFill>
                  <a:srgbClr val="FFFFFF"/>
                </a:solidFill>
              </a:defRPr>
            </a:lvl1pPr>
          </a:lstStyle>
          <a:p>
            <a:pPr lvl="0"/>
            <a:r>
              <a:rPr lang="en-US"/>
              <a:t>Click to edit Master text styles</a:t>
            </a:r>
          </a:p>
        </p:txBody>
      </p:sp>
      <p:sp>
        <p:nvSpPr>
          <p:cNvPr id="180" name="Text Placeholder 178"/>
          <p:cNvSpPr>
            <a:spLocks noGrp="1"/>
          </p:cNvSpPr>
          <p:nvPr>
            <p:ph type="body" sz="quarter" idx="66"/>
          </p:nvPr>
        </p:nvSpPr>
        <p:spPr>
          <a:xfrm>
            <a:off x="2061633" y="2687010"/>
            <a:ext cx="2438400" cy="137160"/>
          </a:xfrm>
          <a:prstGeom prst="rect">
            <a:avLst/>
          </a:prstGeom>
          <a:solidFill>
            <a:srgbClr val="B01C2E"/>
          </a:solidFill>
        </p:spPr>
        <p:txBody>
          <a:bodyPr lIns="0" tIns="0" rIns="0" bIns="0" anchor="ctr" anchorCtr="0"/>
          <a:lstStyle>
            <a:lvl1pPr>
              <a:buNone/>
              <a:defRPr sz="600">
                <a:solidFill>
                  <a:srgbClr val="FFFFFF"/>
                </a:solidFill>
              </a:defRPr>
            </a:lvl1pPr>
          </a:lstStyle>
          <a:p>
            <a:pPr lvl="0"/>
            <a:r>
              <a:rPr lang="en-US"/>
              <a:t>Click to edit Master text styles</a:t>
            </a:r>
          </a:p>
        </p:txBody>
      </p:sp>
      <p:sp>
        <p:nvSpPr>
          <p:cNvPr id="181" name="Text Placeholder 178"/>
          <p:cNvSpPr>
            <a:spLocks noGrp="1"/>
          </p:cNvSpPr>
          <p:nvPr>
            <p:ph type="body" sz="quarter" idx="67"/>
          </p:nvPr>
        </p:nvSpPr>
        <p:spPr>
          <a:xfrm>
            <a:off x="2061633" y="3052320"/>
            <a:ext cx="3657600" cy="137160"/>
          </a:xfrm>
          <a:prstGeom prst="rect">
            <a:avLst/>
          </a:prstGeom>
          <a:solidFill>
            <a:srgbClr val="B01C2E"/>
          </a:solidFill>
        </p:spPr>
        <p:txBody>
          <a:bodyPr lIns="0" tIns="0" rIns="0" bIns="0" anchor="ctr" anchorCtr="0"/>
          <a:lstStyle>
            <a:lvl1pPr>
              <a:buNone/>
              <a:defRPr sz="600">
                <a:solidFill>
                  <a:srgbClr val="FFFFFF"/>
                </a:solidFill>
              </a:defRPr>
            </a:lvl1pPr>
          </a:lstStyle>
          <a:p>
            <a:pPr lvl="0"/>
            <a:r>
              <a:rPr lang="en-US"/>
              <a:t>Click to edit Master text styles</a:t>
            </a:r>
          </a:p>
        </p:txBody>
      </p:sp>
      <p:sp>
        <p:nvSpPr>
          <p:cNvPr id="182" name="Text Placeholder 178"/>
          <p:cNvSpPr>
            <a:spLocks noGrp="1"/>
          </p:cNvSpPr>
          <p:nvPr>
            <p:ph type="body" sz="quarter" idx="68"/>
          </p:nvPr>
        </p:nvSpPr>
        <p:spPr>
          <a:xfrm>
            <a:off x="2061633" y="3417630"/>
            <a:ext cx="4876800" cy="137160"/>
          </a:xfrm>
          <a:prstGeom prst="rect">
            <a:avLst/>
          </a:prstGeom>
          <a:solidFill>
            <a:srgbClr val="B01C2E"/>
          </a:solidFill>
        </p:spPr>
        <p:txBody>
          <a:bodyPr lIns="0" tIns="0" rIns="0" bIns="0" anchor="ctr" anchorCtr="0"/>
          <a:lstStyle>
            <a:lvl1pPr>
              <a:buNone/>
              <a:defRPr sz="600">
                <a:solidFill>
                  <a:srgbClr val="FFFFFF"/>
                </a:solidFill>
              </a:defRPr>
            </a:lvl1pPr>
          </a:lstStyle>
          <a:p>
            <a:pPr lvl="0"/>
            <a:r>
              <a:rPr lang="en-US"/>
              <a:t>Click to edit Master text styles</a:t>
            </a:r>
          </a:p>
        </p:txBody>
      </p:sp>
      <p:sp>
        <p:nvSpPr>
          <p:cNvPr id="183" name="Text Placeholder 178"/>
          <p:cNvSpPr>
            <a:spLocks noGrp="1"/>
          </p:cNvSpPr>
          <p:nvPr>
            <p:ph type="body" sz="quarter" idx="69"/>
          </p:nvPr>
        </p:nvSpPr>
        <p:spPr>
          <a:xfrm>
            <a:off x="2061633" y="3782940"/>
            <a:ext cx="6096000" cy="137160"/>
          </a:xfrm>
          <a:prstGeom prst="rect">
            <a:avLst/>
          </a:prstGeom>
          <a:solidFill>
            <a:srgbClr val="B01C2E"/>
          </a:solidFill>
        </p:spPr>
        <p:txBody>
          <a:bodyPr lIns="0" tIns="0" rIns="0" bIns="0" anchor="ctr" anchorCtr="0"/>
          <a:lstStyle>
            <a:lvl1pPr>
              <a:buNone/>
              <a:defRPr sz="600">
                <a:solidFill>
                  <a:srgbClr val="FFFFFF"/>
                </a:solidFill>
              </a:defRPr>
            </a:lvl1pPr>
          </a:lstStyle>
          <a:p>
            <a:pPr lvl="0"/>
            <a:r>
              <a:rPr lang="en-US"/>
              <a:t>Click to edit Master text styles</a:t>
            </a:r>
          </a:p>
        </p:txBody>
      </p:sp>
      <p:sp>
        <p:nvSpPr>
          <p:cNvPr id="184" name="Text Placeholder 178"/>
          <p:cNvSpPr>
            <a:spLocks noGrp="1"/>
          </p:cNvSpPr>
          <p:nvPr>
            <p:ph type="body" sz="quarter" idx="70"/>
          </p:nvPr>
        </p:nvSpPr>
        <p:spPr>
          <a:xfrm>
            <a:off x="2061633" y="4148250"/>
            <a:ext cx="1219200" cy="137160"/>
          </a:xfrm>
          <a:prstGeom prst="rect">
            <a:avLst/>
          </a:prstGeom>
          <a:solidFill>
            <a:srgbClr val="B01C2E"/>
          </a:solidFill>
        </p:spPr>
        <p:txBody>
          <a:bodyPr lIns="0" tIns="0" rIns="0" bIns="0" anchor="ctr" anchorCtr="0"/>
          <a:lstStyle>
            <a:lvl1pPr>
              <a:buNone/>
              <a:defRPr sz="600">
                <a:solidFill>
                  <a:srgbClr val="FFFFFF"/>
                </a:solidFill>
              </a:defRPr>
            </a:lvl1pPr>
          </a:lstStyle>
          <a:p>
            <a:pPr lvl="0"/>
            <a:r>
              <a:rPr lang="en-US"/>
              <a:t>Click to edit Master text styles</a:t>
            </a:r>
          </a:p>
        </p:txBody>
      </p:sp>
      <p:sp>
        <p:nvSpPr>
          <p:cNvPr id="185" name="Text Placeholder 178"/>
          <p:cNvSpPr>
            <a:spLocks noGrp="1"/>
          </p:cNvSpPr>
          <p:nvPr>
            <p:ph type="body" sz="quarter" idx="71"/>
          </p:nvPr>
        </p:nvSpPr>
        <p:spPr>
          <a:xfrm>
            <a:off x="2061633" y="4513560"/>
            <a:ext cx="2438400" cy="137160"/>
          </a:xfrm>
          <a:prstGeom prst="rect">
            <a:avLst/>
          </a:prstGeom>
          <a:solidFill>
            <a:srgbClr val="B01C2E"/>
          </a:solidFill>
        </p:spPr>
        <p:txBody>
          <a:bodyPr lIns="0" tIns="0" rIns="0" bIns="0" anchor="ctr" anchorCtr="0"/>
          <a:lstStyle>
            <a:lvl1pPr>
              <a:buNone/>
              <a:defRPr sz="600">
                <a:solidFill>
                  <a:srgbClr val="FFFFFF"/>
                </a:solidFill>
              </a:defRPr>
            </a:lvl1pPr>
          </a:lstStyle>
          <a:p>
            <a:pPr lvl="0"/>
            <a:r>
              <a:rPr lang="en-US"/>
              <a:t>Click to edit Master text styles</a:t>
            </a:r>
          </a:p>
        </p:txBody>
      </p:sp>
      <p:sp>
        <p:nvSpPr>
          <p:cNvPr id="186" name="Text Placeholder 178"/>
          <p:cNvSpPr>
            <a:spLocks noGrp="1"/>
          </p:cNvSpPr>
          <p:nvPr>
            <p:ph type="body" sz="quarter" idx="72"/>
          </p:nvPr>
        </p:nvSpPr>
        <p:spPr>
          <a:xfrm>
            <a:off x="2061633" y="4878870"/>
            <a:ext cx="3657600" cy="137160"/>
          </a:xfrm>
          <a:prstGeom prst="rect">
            <a:avLst/>
          </a:prstGeom>
          <a:solidFill>
            <a:srgbClr val="B01C2E"/>
          </a:solidFill>
        </p:spPr>
        <p:txBody>
          <a:bodyPr lIns="0" tIns="0" rIns="0" bIns="0" anchor="ctr" anchorCtr="0"/>
          <a:lstStyle>
            <a:lvl1pPr>
              <a:buNone/>
              <a:defRPr sz="600">
                <a:solidFill>
                  <a:srgbClr val="FFFFFF"/>
                </a:solidFill>
              </a:defRPr>
            </a:lvl1pPr>
          </a:lstStyle>
          <a:p>
            <a:pPr lvl="0"/>
            <a:r>
              <a:rPr lang="en-US"/>
              <a:t>Click to edit Master text styles</a:t>
            </a:r>
          </a:p>
        </p:txBody>
      </p:sp>
      <p:sp>
        <p:nvSpPr>
          <p:cNvPr id="187" name="Text Placeholder 178"/>
          <p:cNvSpPr>
            <a:spLocks noGrp="1"/>
          </p:cNvSpPr>
          <p:nvPr>
            <p:ph type="body" sz="quarter" idx="73"/>
          </p:nvPr>
        </p:nvSpPr>
        <p:spPr>
          <a:xfrm>
            <a:off x="2061633" y="5244182"/>
            <a:ext cx="4876800" cy="137160"/>
          </a:xfrm>
          <a:prstGeom prst="rect">
            <a:avLst/>
          </a:prstGeom>
          <a:solidFill>
            <a:srgbClr val="B01C2E"/>
          </a:solidFill>
        </p:spPr>
        <p:txBody>
          <a:bodyPr lIns="0" tIns="0" rIns="0" bIns="0" anchor="ctr" anchorCtr="0"/>
          <a:lstStyle>
            <a:lvl1pPr>
              <a:buNone/>
              <a:defRPr sz="600">
                <a:solidFill>
                  <a:srgbClr val="FFFFFF"/>
                </a:solidFill>
              </a:defRPr>
            </a:lvl1pPr>
          </a:lstStyle>
          <a:p>
            <a:pPr lvl="0"/>
            <a:r>
              <a:rPr lang="en-US"/>
              <a:t>Click to edit Master text styles</a:t>
            </a:r>
          </a:p>
        </p:txBody>
      </p:sp>
      <p:sp>
        <p:nvSpPr>
          <p:cNvPr id="188" name="Text Placeholder 178"/>
          <p:cNvSpPr>
            <a:spLocks noGrp="1"/>
          </p:cNvSpPr>
          <p:nvPr>
            <p:ph type="body" sz="quarter" idx="74"/>
          </p:nvPr>
        </p:nvSpPr>
        <p:spPr>
          <a:xfrm>
            <a:off x="4582160" y="5562600"/>
            <a:ext cx="182880" cy="137160"/>
          </a:xfrm>
          <a:prstGeom prst="flowChartExtract">
            <a:avLst/>
          </a:prstGeom>
          <a:solidFill>
            <a:srgbClr val="B01C2E"/>
          </a:solidFill>
          <a:ln>
            <a:solidFill>
              <a:srgbClr val="B01C2E"/>
            </a:solidFill>
          </a:ln>
        </p:spPr>
        <p:txBody>
          <a:bodyPr/>
          <a:lstStyle>
            <a:lvl1pPr>
              <a:buNone/>
              <a:defRPr sz="800">
                <a:solidFill>
                  <a:srgbClr val="FFFFFF"/>
                </a:solidFill>
              </a:defRPr>
            </a:lvl1pPr>
          </a:lstStyle>
          <a:p>
            <a:pPr lvl="0"/>
            <a:r>
              <a:rPr lang="en-US"/>
              <a:t>Click to edit Master text styles</a:t>
            </a:r>
          </a:p>
        </p:txBody>
      </p:sp>
      <p:sp>
        <p:nvSpPr>
          <p:cNvPr id="190" name="Text Placeholder 12"/>
          <p:cNvSpPr>
            <a:spLocks noGrp="1"/>
          </p:cNvSpPr>
          <p:nvPr>
            <p:ph type="body" sz="quarter" idx="76"/>
          </p:nvPr>
        </p:nvSpPr>
        <p:spPr>
          <a:xfrm>
            <a:off x="4064000" y="5817472"/>
            <a:ext cx="1219200" cy="228600"/>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191" name="Text Placeholder 178"/>
          <p:cNvSpPr>
            <a:spLocks noGrp="1"/>
          </p:cNvSpPr>
          <p:nvPr>
            <p:ph type="body" sz="quarter" idx="77"/>
          </p:nvPr>
        </p:nvSpPr>
        <p:spPr>
          <a:xfrm>
            <a:off x="7140089" y="5562600"/>
            <a:ext cx="182880" cy="137160"/>
          </a:xfrm>
          <a:prstGeom prst="flowChartExtract">
            <a:avLst/>
          </a:prstGeom>
          <a:solidFill>
            <a:srgbClr val="B01C2E"/>
          </a:solidFill>
          <a:ln>
            <a:solidFill>
              <a:srgbClr val="B01C2E"/>
            </a:solidFill>
          </a:ln>
        </p:spPr>
        <p:txBody>
          <a:bodyPr/>
          <a:lstStyle>
            <a:lvl1pPr>
              <a:buNone/>
              <a:defRPr sz="800">
                <a:solidFill>
                  <a:srgbClr val="FFFFFF"/>
                </a:solidFill>
              </a:defRPr>
            </a:lvl1pPr>
          </a:lstStyle>
          <a:p>
            <a:pPr lvl="0"/>
            <a:r>
              <a:rPr lang="en-US"/>
              <a:t>Click to edit Master text styles</a:t>
            </a:r>
          </a:p>
        </p:txBody>
      </p:sp>
      <p:sp>
        <p:nvSpPr>
          <p:cNvPr id="192" name="Text Placeholder 12"/>
          <p:cNvSpPr>
            <a:spLocks noGrp="1"/>
          </p:cNvSpPr>
          <p:nvPr>
            <p:ph type="body" sz="quarter" idx="78"/>
          </p:nvPr>
        </p:nvSpPr>
        <p:spPr>
          <a:xfrm>
            <a:off x="6621929" y="5817472"/>
            <a:ext cx="1219200" cy="228600"/>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78"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01" name="Slide Number Placeholder 9"/>
          <p:cNvSpPr>
            <a:spLocks noGrp="1"/>
          </p:cNvSpPr>
          <p:nvPr>
            <p:ph type="sldNum" sz="quarter" idx="79"/>
          </p:nvPr>
        </p:nvSpPr>
        <p:spPr/>
        <p:txBody>
          <a:bodyPr/>
          <a:lstStyle>
            <a:lvl1pPr>
              <a:defRPr/>
            </a:lvl1pPr>
          </a:lstStyle>
          <a:p>
            <a:fld id="{D003C6ED-C4A5-154D-A951-DFA096D6467B}" type="slidenum">
              <a:rPr lang="en-US" altLang="en-US"/>
              <a:pPr/>
              <a:t>‹#›</a:t>
            </a:fld>
            <a:endParaRPr lang="en-US" altLang="en-US"/>
          </a:p>
        </p:txBody>
      </p:sp>
      <p:sp>
        <p:nvSpPr>
          <p:cNvPr id="102" name="Footer Placeholder 79"/>
          <p:cNvSpPr>
            <a:spLocks noGrp="1"/>
          </p:cNvSpPr>
          <p:nvPr>
            <p:ph type="ftr" sz="quarter" idx="80"/>
          </p:nvPr>
        </p:nvSpPr>
        <p:spPr/>
        <p:txBody>
          <a:bodyPr/>
          <a:lstStyle>
            <a:lvl1pPr>
              <a:defRPr smtClean="0"/>
            </a:lvl1pPr>
          </a:lstStyle>
          <a:p>
            <a:pPr>
              <a:defRPr/>
            </a:pPr>
            <a:r>
              <a:rPr lang="en-US"/>
              <a:t>Redemptions</a:t>
            </a:r>
          </a:p>
        </p:txBody>
      </p:sp>
    </p:spTree>
    <p:extLst>
      <p:ext uri="{BB962C8B-B14F-4D97-AF65-F5344CB8AC3E}">
        <p14:creationId xmlns:p14="http://schemas.microsoft.com/office/powerpoint/2010/main" val="806443883"/>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Picture">
    <p:spTree>
      <p:nvGrpSpPr>
        <p:cNvPr id="1" name=""/>
        <p:cNvGrpSpPr/>
        <p:nvPr/>
      </p:nvGrpSpPr>
      <p:grpSpPr>
        <a:xfrm>
          <a:off x="0" y="0"/>
          <a:ext cx="0" cy="0"/>
          <a:chOff x="0" y="0"/>
          <a:chExt cx="0" cy="0"/>
        </a:xfrm>
      </p:grpSpPr>
      <p:cxnSp>
        <p:nvCxnSpPr>
          <p:cNvPr id="9" name="Straight Connector 7"/>
          <p:cNvCxnSpPr>
            <a:cxnSpLocks noChangeShapeType="1"/>
          </p:cNvCxnSpPr>
          <p:nvPr userDrawn="1"/>
        </p:nvCxnSpPr>
        <p:spPr bwMode="auto">
          <a:xfrm>
            <a:off x="2372785" y="5981700"/>
            <a:ext cx="7327900" cy="1588"/>
          </a:xfrm>
          <a:prstGeom prst="line">
            <a:avLst/>
          </a:prstGeom>
          <a:noFill/>
          <a:ln w="9525">
            <a:solidFill>
              <a:srgbClr val="666666"/>
            </a:solidFill>
            <a:round/>
            <a:headEnd/>
            <a:tailEnd/>
          </a:ln>
          <a:extLst>
            <a:ext uri="{909E8E84-426E-40DD-AFC4-6F175D3DCCD1}">
              <a14:hiddenFill xmlns:a14="http://schemas.microsoft.com/office/drawing/2010/main">
                <a:noFill/>
              </a14:hiddenFill>
            </a:ext>
          </a:extLst>
        </p:spPr>
      </p:cxnSp>
      <p:sp>
        <p:nvSpPr>
          <p:cNvPr id="6" name="Title 1"/>
          <p:cNvSpPr>
            <a:spLocks noGrp="1"/>
          </p:cNvSpPr>
          <p:nvPr>
            <p:ph type="title"/>
          </p:nvPr>
        </p:nvSpPr>
        <p:spPr>
          <a:xfrm>
            <a:off x="2389717" y="5453936"/>
            <a:ext cx="7315200" cy="474325"/>
          </a:xfrm>
          <a:prstGeom prst="rect">
            <a:avLst/>
          </a:prstGeom>
        </p:spPr>
        <p:txBody>
          <a:bodyPr/>
          <a:lstStyle>
            <a:lvl1pPr algn="l">
              <a:defRPr sz="1200" b="1"/>
            </a:lvl1pPr>
          </a:lstStyle>
          <a:p>
            <a:r>
              <a:rPr lang="en-US"/>
              <a:t>Click to edit Master title style</a:t>
            </a:r>
            <a:endParaRPr lang="en-US" dirty="0"/>
          </a:p>
        </p:txBody>
      </p:sp>
      <p:sp>
        <p:nvSpPr>
          <p:cNvPr id="7" name="Picture Placeholder 2"/>
          <p:cNvSpPr>
            <a:spLocks noGrp="1"/>
          </p:cNvSpPr>
          <p:nvPr>
            <p:ph type="pic" idx="1"/>
          </p:nvPr>
        </p:nvSpPr>
        <p:spPr>
          <a:xfrm>
            <a:off x="2389717" y="1166755"/>
            <a:ext cx="7315200" cy="4192689"/>
          </a:xfrm>
          <a:prstGeom prst="rect">
            <a:avLst/>
          </a:prstGeo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r>
              <a:rPr lang="en-US" noProof="0"/>
              <a:t>Drag picture to placeholder or click icon to add</a:t>
            </a:r>
          </a:p>
        </p:txBody>
      </p:sp>
      <p:sp>
        <p:nvSpPr>
          <p:cNvPr id="8" name="Text Placeholder 3"/>
          <p:cNvSpPr>
            <a:spLocks noGrp="1"/>
          </p:cNvSpPr>
          <p:nvPr>
            <p:ph type="body" sz="half" idx="2"/>
          </p:nvPr>
        </p:nvSpPr>
        <p:spPr>
          <a:xfrm>
            <a:off x="2389717" y="6042020"/>
            <a:ext cx="7315200" cy="311280"/>
          </a:xfrm>
          <a:prstGeom prst="rect">
            <a:avLst/>
          </a:prstGeom>
        </p:spPr>
        <p:txBody>
          <a:bodyPr/>
          <a:lstStyle>
            <a:lvl1pPr marL="0" indent="0">
              <a:buNone/>
              <a:defRPr sz="1000" i="1">
                <a:solidFill>
                  <a:srgbClr val="4D4D4D"/>
                </a:solidFill>
                <a:latin typeface="Times New Roman" pitchFamily="18" charset="0"/>
                <a:cs typeface="Times New Roman" pitchFamily="18" charset="0"/>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11" name="Text Placeholder 10"/>
          <p:cNvSpPr>
            <a:spLocks noGrp="1"/>
          </p:cNvSpPr>
          <p:nvPr>
            <p:ph type="body" sz="quarter" idx="10"/>
          </p:nvPr>
        </p:nvSpPr>
        <p:spPr>
          <a:xfrm>
            <a:off x="1026004" y="0"/>
            <a:ext cx="10139992" cy="896112"/>
          </a:xfrm>
          <a:prstGeom prst="rect">
            <a:avLst/>
          </a:prstGeom>
        </p:spPr>
        <p:txBody>
          <a:bodyPr anchor="b"/>
          <a:lstStyle>
            <a:lvl1pPr>
              <a:buNone/>
              <a:defRPr sz="2200">
                <a:latin typeface="+mj-lt"/>
              </a:defRPr>
            </a:lvl1pPr>
          </a:lstStyle>
          <a:p>
            <a:pPr lvl="0"/>
            <a:r>
              <a:rPr lang="en-US"/>
              <a:t>Click to edit Master text styles</a:t>
            </a:r>
          </a:p>
        </p:txBody>
      </p:sp>
      <p:sp>
        <p:nvSpPr>
          <p:cNvPr id="10" name="Slide Number Placeholder 9"/>
          <p:cNvSpPr>
            <a:spLocks noGrp="1"/>
          </p:cNvSpPr>
          <p:nvPr>
            <p:ph type="sldNum" sz="quarter" idx="11"/>
          </p:nvPr>
        </p:nvSpPr>
        <p:spPr/>
        <p:txBody>
          <a:bodyPr/>
          <a:lstStyle>
            <a:lvl1pPr>
              <a:defRPr/>
            </a:lvl1pPr>
          </a:lstStyle>
          <a:p>
            <a:fld id="{614CE4E3-D3DE-AB41-A281-30813EB5473F}" type="slidenum">
              <a:rPr lang="en-US" altLang="en-US"/>
              <a:pPr/>
              <a:t>‹#›</a:t>
            </a:fld>
            <a:endParaRPr lang="en-US" altLang="en-US"/>
          </a:p>
        </p:txBody>
      </p:sp>
      <p:sp>
        <p:nvSpPr>
          <p:cNvPr id="12" name="Footer Placeholder 9"/>
          <p:cNvSpPr>
            <a:spLocks noGrp="1"/>
          </p:cNvSpPr>
          <p:nvPr>
            <p:ph type="ftr" sz="quarter" idx="12"/>
          </p:nvPr>
        </p:nvSpPr>
        <p:spPr/>
        <p:txBody>
          <a:bodyPr/>
          <a:lstStyle>
            <a:lvl1pPr>
              <a:defRPr smtClean="0"/>
            </a:lvl1pPr>
          </a:lstStyle>
          <a:p>
            <a:pPr>
              <a:defRPr/>
            </a:pPr>
            <a:r>
              <a:rPr lang="en-US"/>
              <a:t>Redemptions</a:t>
            </a:r>
          </a:p>
        </p:txBody>
      </p:sp>
    </p:spTree>
    <p:extLst>
      <p:ext uri="{BB962C8B-B14F-4D97-AF65-F5344CB8AC3E}">
        <p14:creationId xmlns:p14="http://schemas.microsoft.com/office/powerpoint/2010/main" val="1355934799"/>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Map">
    <p:spTree>
      <p:nvGrpSpPr>
        <p:cNvPr id="1" name=""/>
        <p:cNvGrpSpPr/>
        <p:nvPr/>
      </p:nvGrpSpPr>
      <p:grpSpPr>
        <a:xfrm>
          <a:off x="0" y="0"/>
          <a:ext cx="0" cy="0"/>
          <a:chOff x="0" y="0"/>
          <a:chExt cx="0" cy="0"/>
        </a:xfrm>
      </p:grpSpPr>
      <p:sp>
        <p:nvSpPr>
          <p:cNvPr id="5"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8" name="Text Placeholder 11"/>
          <p:cNvSpPr>
            <a:spLocks noGrp="1"/>
          </p:cNvSpPr>
          <p:nvPr>
            <p:ph type="body" sz="quarter" idx="11"/>
          </p:nvPr>
        </p:nvSpPr>
        <p:spPr>
          <a:xfrm>
            <a:off x="603254" y="1447800"/>
            <a:ext cx="2250831" cy="914400"/>
          </a:xfrm>
          <a:prstGeom prst="rect">
            <a:avLst/>
          </a:prstGeom>
        </p:spPr>
        <p:txBody>
          <a:bodyPr/>
          <a:lstStyle>
            <a:lvl1pPr>
              <a:buNone/>
              <a:defRPr sz="1000"/>
            </a:lvl1pPr>
          </a:lstStyle>
          <a:p>
            <a:pPr lvl="0"/>
            <a:r>
              <a:rPr lang="en-US"/>
              <a:t>Click to edit Master text styles</a:t>
            </a:r>
          </a:p>
        </p:txBody>
      </p:sp>
      <p:sp>
        <p:nvSpPr>
          <p:cNvPr id="9" name="Text Placeholder 11"/>
          <p:cNvSpPr>
            <a:spLocks noGrp="1"/>
          </p:cNvSpPr>
          <p:nvPr>
            <p:ph type="body" sz="quarter" idx="12"/>
          </p:nvPr>
        </p:nvSpPr>
        <p:spPr>
          <a:xfrm>
            <a:off x="603254" y="2667000"/>
            <a:ext cx="2250831" cy="914400"/>
          </a:xfrm>
          <a:prstGeom prst="rect">
            <a:avLst/>
          </a:prstGeom>
        </p:spPr>
        <p:txBody>
          <a:bodyPr/>
          <a:lstStyle>
            <a:lvl1pPr>
              <a:buNone/>
              <a:defRPr sz="1000"/>
            </a:lvl1pPr>
          </a:lstStyle>
          <a:p>
            <a:pPr lvl="0"/>
            <a:r>
              <a:rPr lang="en-US"/>
              <a:t>Click to edit Master text styles</a:t>
            </a:r>
          </a:p>
        </p:txBody>
      </p:sp>
      <p:sp>
        <p:nvSpPr>
          <p:cNvPr id="10" name="Text Placeholder 11"/>
          <p:cNvSpPr>
            <a:spLocks noGrp="1"/>
          </p:cNvSpPr>
          <p:nvPr>
            <p:ph type="body" sz="quarter" idx="13"/>
          </p:nvPr>
        </p:nvSpPr>
        <p:spPr>
          <a:xfrm>
            <a:off x="603254" y="5105400"/>
            <a:ext cx="2250831" cy="914400"/>
          </a:xfrm>
          <a:prstGeom prst="rect">
            <a:avLst/>
          </a:prstGeom>
        </p:spPr>
        <p:txBody>
          <a:bodyPr/>
          <a:lstStyle>
            <a:lvl1pPr>
              <a:buNone/>
              <a:defRPr sz="1000"/>
            </a:lvl1pPr>
          </a:lstStyle>
          <a:p>
            <a:pPr lvl="0"/>
            <a:r>
              <a:rPr lang="en-US"/>
              <a:t>Click to edit Master text styles</a:t>
            </a:r>
          </a:p>
        </p:txBody>
      </p:sp>
      <p:sp>
        <p:nvSpPr>
          <p:cNvPr id="11" name="Text Placeholder 11"/>
          <p:cNvSpPr>
            <a:spLocks noGrp="1"/>
          </p:cNvSpPr>
          <p:nvPr>
            <p:ph type="body" sz="quarter" idx="14"/>
          </p:nvPr>
        </p:nvSpPr>
        <p:spPr>
          <a:xfrm>
            <a:off x="9337923" y="1447800"/>
            <a:ext cx="2250831" cy="914400"/>
          </a:xfrm>
          <a:prstGeom prst="rect">
            <a:avLst/>
          </a:prstGeom>
        </p:spPr>
        <p:txBody>
          <a:bodyPr/>
          <a:lstStyle>
            <a:lvl1pPr>
              <a:buNone/>
              <a:defRPr sz="1000"/>
            </a:lvl1pPr>
          </a:lstStyle>
          <a:p>
            <a:pPr lvl="0"/>
            <a:r>
              <a:rPr lang="en-US"/>
              <a:t>Click to edit Master text styles</a:t>
            </a:r>
          </a:p>
        </p:txBody>
      </p:sp>
      <p:sp>
        <p:nvSpPr>
          <p:cNvPr id="12" name="Text Placeholder 11"/>
          <p:cNvSpPr>
            <a:spLocks noGrp="1"/>
          </p:cNvSpPr>
          <p:nvPr>
            <p:ph type="body" sz="quarter" idx="15"/>
          </p:nvPr>
        </p:nvSpPr>
        <p:spPr>
          <a:xfrm>
            <a:off x="9337923" y="2667000"/>
            <a:ext cx="2250831" cy="914400"/>
          </a:xfrm>
          <a:prstGeom prst="rect">
            <a:avLst/>
          </a:prstGeom>
        </p:spPr>
        <p:txBody>
          <a:bodyPr/>
          <a:lstStyle>
            <a:lvl1pPr>
              <a:buNone/>
              <a:defRPr sz="1000"/>
            </a:lvl1pPr>
          </a:lstStyle>
          <a:p>
            <a:pPr lvl="0"/>
            <a:r>
              <a:rPr lang="en-US"/>
              <a:t>Click to edit Master text styles</a:t>
            </a:r>
          </a:p>
        </p:txBody>
      </p:sp>
      <p:sp>
        <p:nvSpPr>
          <p:cNvPr id="13" name="Text Placeholder 11"/>
          <p:cNvSpPr>
            <a:spLocks noGrp="1"/>
          </p:cNvSpPr>
          <p:nvPr>
            <p:ph type="body" sz="quarter" idx="16"/>
          </p:nvPr>
        </p:nvSpPr>
        <p:spPr>
          <a:xfrm>
            <a:off x="9337923" y="3886200"/>
            <a:ext cx="2250831" cy="914400"/>
          </a:xfrm>
          <a:prstGeom prst="rect">
            <a:avLst/>
          </a:prstGeom>
        </p:spPr>
        <p:txBody>
          <a:bodyPr/>
          <a:lstStyle>
            <a:lvl1pPr>
              <a:buNone/>
              <a:defRPr sz="1000"/>
            </a:lvl1pPr>
          </a:lstStyle>
          <a:p>
            <a:pPr lvl="0"/>
            <a:r>
              <a:rPr lang="en-US"/>
              <a:t>Click to edit Master text styles</a:t>
            </a:r>
          </a:p>
        </p:txBody>
      </p:sp>
      <p:sp>
        <p:nvSpPr>
          <p:cNvPr id="14" name="Text Placeholder 11"/>
          <p:cNvSpPr>
            <a:spLocks noGrp="1"/>
          </p:cNvSpPr>
          <p:nvPr>
            <p:ph type="body" sz="quarter" idx="17"/>
          </p:nvPr>
        </p:nvSpPr>
        <p:spPr>
          <a:xfrm>
            <a:off x="9337923" y="5105400"/>
            <a:ext cx="2250831" cy="914400"/>
          </a:xfrm>
          <a:prstGeom prst="rect">
            <a:avLst/>
          </a:prstGeom>
        </p:spPr>
        <p:txBody>
          <a:bodyPr/>
          <a:lstStyle>
            <a:lvl1pPr>
              <a:buNone/>
              <a:defRPr sz="1000"/>
            </a:lvl1pPr>
          </a:lstStyle>
          <a:p>
            <a:pPr lvl="0"/>
            <a:r>
              <a:rPr lang="en-US"/>
              <a:t>Click to edit Master text styles</a:t>
            </a:r>
          </a:p>
        </p:txBody>
      </p:sp>
      <p:sp>
        <p:nvSpPr>
          <p:cNvPr id="15" name="Text Placeholder 11"/>
          <p:cNvSpPr>
            <a:spLocks noGrp="1"/>
          </p:cNvSpPr>
          <p:nvPr>
            <p:ph type="body" sz="quarter" idx="18"/>
          </p:nvPr>
        </p:nvSpPr>
        <p:spPr>
          <a:xfrm>
            <a:off x="603254" y="3886200"/>
            <a:ext cx="2250831" cy="914400"/>
          </a:xfrm>
          <a:prstGeom prst="rect">
            <a:avLst/>
          </a:prstGeom>
        </p:spPr>
        <p:txBody>
          <a:bodyPr/>
          <a:lstStyle>
            <a:lvl1pPr>
              <a:buNone/>
              <a:defRPr sz="1000"/>
            </a:lvl1pPr>
          </a:lstStyle>
          <a:p>
            <a:pPr lvl="0"/>
            <a:r>
              <a:rPr lang="en-US"/>
              <a:t>Click to edit Master text styles</a:t>
            </a:r>
          </a:p>
        </p:txBody>
      </p:sp>
      <p:sp>
        <p:nvSpPr>
          <p:cNvPr id="16" name="Slide Number Placeholder 9"/>
          <p:cNvSpPr>
            <a:spLocks noGrp="1"/>
          </p:cNvSpPr>
          <p:nvPr>
            <p:ph type="sldNum" sz="quarter" idx="19"/>
          </p:nvPr>
        </p:nvSpPr>
        <p:spPr/>
        <p:txBody>
          <a:bodyPr/>
          <a:lstStyle>
            <a:lvl1pPr>
              <a:defRPr/>
            </a:lvl1pPr>
          </a:lstStyle>
          <a:p>
            <a:fld id="{1B28FF10-2575-714D-9D0B-AB6D45C94EAE}" type="slidenum">
              <a:rPr lang="en-US" altLang="en-US"/>
              <a:pPr/>
              <a:t>‹#›</a:t>
            </a:fld>
            <a:endParaRPr lang="en-US" altLang="en-US"/>
          </a:p>
        </p:txBody>
      </p:sp>
      <p:sp>
        <p:nvSpPr>
          <p:cNvPr id="17" name="Footer Placeholder 12"/>
          <p:cNvSpPr>
            <a:spLocks noGrp="1"/>
          </p:cNvSpPr>
          <p:nvPr>
            <p:ph type="ftr" sz="quarter" idx="20"/>
          </p:nvPr>
        </p:nvSpPr>
        <p:spPr/>
        <p:txBody>
          <a:bodyPr/>
          <a:lstStyle>
            <a:lvl1pPr>
              <a:defRPr/>
            </a:lvl1pPr>
          </a:lstStyle>
          <a:p>
            <a:pPr>
              <a:defRPr/>
            </a:pPr>
            <a:r>
              <a:rPr lang="en-US"/>
              <a:t>Redemptions</a:t>
            </a:r>
          </a:p>
        </p:txBody>
      </p:sp>
    </p:spTree>
    <p:extLst>
      <p:ext uri="{BB962C8B-B14F-4D97-AF65-F5344CB8AC3E}">
        <p14:creationId xmlns:p14="http://schemas.microsoft.com/office/powerpoint/2010/main" val="701816343"/>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Map with Callout">
    <p:spTree>
      <p:nvGrpSpPr>
        <p:cNvPr id="1" name=""/>
        <p:cNvGrpSpPr/>
        <p:nvPr/>
      </p:nvGrpSpPr>
      <p:grpSpPr>
        <a:xfrm>
          <a:off x="0" y="0"/>
          <a:ext cx="0" cy="0"/>
          <a:chOff x="0" y="0"/>
          <a:chExt cx="0" cy="0"/>
        </a:xfrm>
      </p:grpSpPr>
      <p:sp>
        <p:nvSpPr>
          <p:cNvPr id="5" name="Content Placeholder 2"/>
          <p:cNvSpPr>
            <a:spLocks noGrp="1"/>
          </p:cNvSpPr>
          <p:nvPr>
            <p:ph idx="1"/>
          </p:nvPr>
        </p:nvSpPr>
        <p:spPr>
          <a:xfrm>
            <a:off x="8212506" y="1419225"/>
            <a:ext cx="3376247" cy="4800600"/>
          </a:xfrm>
          <a:prstGeom prst="rect">
            <a:avLst/>
          </a:prstGeom>
        </p:spPr>
        <p:txBody>
          <a:bodyPr/>
          <a:lstStyle>
            <a:lvl1pPr marL="228600" indent="-228600">
              <a:buClr>
                <a:srgbClr val="B01C2E"/>
              </a:buClr>
              <a:buFont typeface="Wingdings 2" pitchFamily="18" charset="2"/>
              <a:buChar char=""/>
              <a:defRPr sz="1100"/>
            </a:lvl1pPr>
            <a:lvl2pPr marL="457200" indent="-228600">
              <a:buClr>
                <a:srgbClr val="B01C2E"/>
              </a:buClr>
              <a:buSzPct val="125000"/>
              <a:buFont typeface="Arial" pitchFamily="34" charset="0"/>
              <a:buChar char="•"/>
              <a:defRPr sz="1100"/>
            </a:lvl2pPr>
            <a:lvl3pPr marL="685800">
              <a:buClr>
                <a:srgbClr val="B01C2E"/>
              </a:buClr>
              <a:buFont typeface="Arial" pitchFamily="34" charset="0"/>
              <a:buChar char="–"/>
              <a:defRPr sz="1100"/>
            </a:lvl3pPr>
            <a:lvl4pPr marL="914400">
              <a:buClr>
                <a:srgbClr val="B01C2E"/>
              </a:buClr>
              <a:buFont typeface="Arial" pitchFamily="34" charset="0"/>
              <a:buChar char="–"/>
              <a:defRPr sz="1100"/>
            </a:lvl4pPr>
            <a:lvl5pPr marL="1143000">
              <a:buClr>
                <a:srgbClr val="B01C2E"/>
              </a:buClr>
              <a:buFont typeface="Arial" pitchFamily="34" charset="0"/>
              <a:buChar char="–"/>
              <a:defRPr sz="11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4" name="Slide Number Placeholder 9"/>
          <p:cNvSpPr>
            <a:spLocks noGrp="1"/>
          </p:cNvSpPr>
          <p:nvPr>
            <p:ph type="sldNum" sz="quarter" idx="10"/>
          </p:nvPr>
        </p:nvSpPr>
        <p:spPr/>
        <p:txBody>
          <a:bodyPr/>
          <a:lstStyle>
            <a:lvl1pPr>
              <a:defRPr/>
            </a:lvl1pPr>
          </a:lstStyle>
          <a:p>
            <a:fld id="{3B598768-D1F4-594C-B51E-99B1ED06033F}" type="slidenum">
              <a:rPr lang="en-US" altLang="en-US"/>
              <a:pPr/>
              <a:t>‹#›</a:t>
            </a:fld>
            <a:endParaRPr lang="en-US" altLang="en-US"/>
          </a:p>
        </p:txBody>
      </p:sp>
      <p:sp>
        <p:nvSpPr>
          <p:cNvPr id="6" name="Footer Placeholder 12"/>
          <p:cNvSpPr>
            <a:spLocks noGrp="1"/>
          </p:cNvSpPr>
          <p:nvPr>
            <p:ph type="ftr" sz="quarter" idx="11"/>
          </p:nvPr>
        </p:nvSpPr>
        <p:spPr/>
        <p:txBody>
          <a:bodyPr/>
          <a:lstStyle>
            <a:lvl1pPr>
              <a:defRPr/>
            </a:lvl1pPr>
          </a:lstStyle>
          <a:p>
            <a:pPr>
              <a:defRPr/>
            </a:pPr>
            <a:r>
              <a:rPr lang="en-US"/>
              <a:t>Redemptions</a:t>
            </a:r>
          </a:p>
        </p:txBody>
      </p:sp>
    </p:spTree>
    <p:extLst>
      <p:ext uri="{BB962C8B-B14F-4D97-AF65-F5344CB8AC3E}">
        <p14:creationId xmlns:p14="http://schemas.microsoft.com/office/powerpoint/2010/main" val="946923664"/>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Left Callout">
    <p:spTree>
      <p:nvGrpSpPr>
        <p:cNvPr id="1" name=""/>
        <p:cNvGrpSpPr/>
        <p:nvPr/>
      </p:nvGrpSpPr>
      <p:grpSpPr>
        <a:xfrm>
          <a:off x="0" y="0"/>
          <a:ext cx="0" cy="0"/>
          <a:chOff x="0" y="0"/>
          <a:chExt cx="0" cy="0"/>
        </a:xfrm>
      </p:grpSpPr>
      <p:sp>
        <p:nvSpPr>
          <p:cNvPr id="5" name="Content Placeholder 2"/>
          <p:cNvSpPr>
            <a:spLocks noGrp="1"/>
          </p:cNvSpPr>
          <p:nvPr>
            <p:ph idx="1"/>
          </p:nvPr>
        </p:nvSpPr>
        <p:spPr>
          <a:xfrm>
            <a:off x="4766735" y="1419225"/>
            <a:ext cx="6815667" cy="4706938"/>
          </a:xfrm>
          <a:prstGeom prst="rect">
            <a:avLst/>
          </a:prstGeom>
        </p:spPr>
        <p:txBody>
          <a:bodyPr/>
          <a:lstStyle>
            <a:lvl1pPr marL="228600" indent="-228600">
              <a:buClr>
                <a:srgbClr val="B01C2E"/>
              </a:buClr>
              <a:buFont typeface="Wingdings 2" pitchFamily="18" charset="2"/>
              <a:buChar char=""/>
              <a:defRPr sz="1200"/>
            </a:lvl1pPr>
            <a:lvl2pPr marL="457200" indent="-228600">
              <a:buClr>
                <a:srgbClr val="B01C2E"/>
              </a:buClr>
              <a:buSzPct val="125000"/>
              <a:buFont typeface="Arial" pitchFamily="34" charset="0"/>
              <a:buChar char="•"/>
              <a:defRPr sz="1200"/>
            </a:lvl2pPr>
            <a:lvl3pPr marL="685800">
              <a:buClr>
                <a:srgbClr val="B01C2E"/>
              </a:buClr>
              <a:buFont typeface="Arial" pitchFamily="34" charset="0"/>
              <a:buChar char="–"/>
              <a:defRPr sz="1200"/>
            </a:lvl3pPr>
            <a:lvl4pPr marL="914400">
              <a:buClr>
                <a:srgbClr val="B01C2E"/>
              </a:buClr>
              <a:buFont typeface="Arial" pitchFamily="34" charset="0"/>
              <a:buChar char="–"/>
              <a:defRPr sz="1200"/>
            </a:lvl4pPr>
            <a:lvl5pPr marL="1143000">
              <a:buClr>
                <a:srgbClr val="B01C2E"/>
              </a:buClr>
              <a:buFont typeface="Arial" pitchFamily="34" charset="0"/>
              <a:buChar char="–"/>
              <a:defRPr sz="12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Text Placeholder 3"/>
          <p:cNvSpPr>
            <a:spLocks noGrp="1"/>
          </p:cNvSpPr>
          <p:nvPr>
            <p:ph type="body" sz="half" idx="2"/>
          </p:nvPr>
        </p:nvSpPr>
        <p:spPr>
          <a:xfrm>
            <a:off x="609601" y="1419226"/>
            <a:ext cx="3891064" cy="4706938"/>
          </a:xfrm>
          <a:prstGeom prst="rect">
            <a:avLst/>
          </a:prstGeom>
        </p:spPr>
        <p:txBody>
          <a:bodyPr/>
          <a:lstStyle>
            <a:lvl1pPr marL="0" indent="0">
              <a:buNone/>
              <a:defRPr sz="1200" i="1">
                <a:solidFill>
                  <a:srgbClr val="666666"/>
                </a:solidFill>
                <a:latin typeface="Times New Roman" pitchFamily="18" charset="0"/>
                <a:cs typeface="Times New Roman" pitchFamily="18" charset="0"/>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7"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8" name="Slide Number Placeholder 9"/>
          <p:cNvSpPr>
            <a:spLocks noGrp="1"/>
          </p:cNvSpPr>
          <p:nvPr>
            <p:ph type="sldNum" sz="quarter" idx="10"/>
          </p:nvPr>
        </p:nvSpPr>
        <p:spPr/>
        <p:txBody>
          <a:bodyPr/>
          <a:lstStyle>
            <a:lvl1pPr>
              <a:defRPr/>
            </a:lvl1pPr>
          </a:lstStyle>
          <a:p>
            <a:fld id="{219B113F-1BA8-CA4E-A6B3-92D1D8C0C887}" type="slidenum">
              <a:rPr lang="en-US" altLang="en-US"/>
              <a:pPr/>
              <a:t>‹#›</a:t>
            </a:fld>
            <a:endParaRPr lang="en-US" altLang="en-US"/>
          </a:p>
        </p:txBody>
      </p:sp>
      <p:sp>
        <p:nvSpPr>
          <p:cNvPr id="9" name="Footer Placeholder 12"/>
          <p:cNvSpPr>
            <a:spLocks noGrp="1"/>
          </p:cNvSpPr>
          <p:nvPr>
            <p:ph type="ftr" sz="quarter" idx="11"/>
          </p:nvPr>
        </p:nvSpPr>
        <p:spPr/>
        <p:txBody>
          <a:bodyPr/>
          <a:lstStyle>
            <a:lvl1pPr>
              <a:defRPr/>
            </a:lvl1pPr>
          </a:lstStyle>
          <a:p>
            <a:pPr>
              <a:defRPr/>
            </a:pPr>
            <a:r>
              <a:rPr lang="en-US"/>
              <a:t>Redemptions</a:t>
            </a:r>
          </a:p>
        </p:txBody>
      </p:sp>
    </p:spTree>
    <p:extLst>
      <p:ext uri="{BB962C8B-B14F-4D97-AF65-F5344CB8AC3E}">
        <p14:creationId xmlns:p14="http://schemas.microsoft.com/office/powerpoint/2010/main" val="650650468"/>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Right Callout">
    <p:spTree>
      <p:nvGrpSpPr>
        <p:cNvPr id="1" name=""/>
        <p:cNvGrpSpPr/>
        <p:nvPr/>
      </p:nvGrpSpPr>
      <p:grpSpPr>
        <a:xfrm>
          <a:off x="0" y="0"/>
          <a:ext cx="0" cy="0"/>
          <a:chOff x="0" y="0"/>
          <a:chExt cx="0" cy="0"/>
        </a:xfrm>
      </p:grpSpPr>
      <p:sp>
        <p:nvSpPr>
          <p:cNvPr id="5" name="Content Placeholder 2"/>
          <p:cNvSpPr>
            <a:spLocks noGrp="1"/>
          </p:cNvSpPr>
          <p:nvPr>
            <p:ph idx="1"/>
          </p:nvPr>
        </p:nvSpPr>
        <p:spPr>
          <a:xfrm>
            <a:off x="609601" y="1419225"/>
            <a:ext cx="6815667" cy="4706938"/>
          </a:xfrm>
          <a:prstGeom prst="rect">
            <a:avLst/>
          </a:prstGeom>
        </p:spPr>
        <p:txBody>
          <a:bodyPr/>
          <a:lstStyle>
            <a:lvl1pPr marL="228600" indent="-228600">
              <a:buClr>
                <a:srgbClr val="B01C2E"/>
              </a:buClr>
              <a:buFont typeface="Wingdings 2" pitchFamily="18" charset="2"/>
              <a:buChar char=""/>
              <a:defRPr sz="1200"/>
            </a:lvl1pPr>
            <a:lvl2pPr marL="457200" indent="-228600">
              <a:buClr>
                <a:srgbClr val="B01C2E"/>
              </a:buClr>
              <a:buSzPct val="125000"/>
              <a:buFont typeface="Arial" pitchFamily="34" charset="0"/>
              <a:buChar char="•"/>
              <a:defRPr sz="1200"/>
            </a:lvl2pPr>
            <a:lvl3pPr marL="685800">
              <a:buClr>
                <a:srgbClr val="B01C2E"/>
              </a:buClr>
              <a:buFont typeface="Arial" pitchFamily="34" charset="0"/>
              <a:buChar char="–"/>
              <a:defRPr sz="1200"/>
            </a:lvl3pPr>
            <a:lvl4pPr marL="914400">
              <a:buClr>
                <a:srgbClr val="B01C2E"/>
              </a:buClr>
              <a:buFont typeface="Arial" pitchFamily="34" charset="0"/>
              <a:buChar char="–"/>
              <a:defRPr sz="1200"/>
            </a:lvl4pPr>
            <a:lvl5pPr marL="1143000">
              <a:buClr>
                <a:srgbClr val="B01C2E"/>
              </a:buClr>
              <a:buFont typeface="Arial" pitchFamily="34" charset="0"/>
              <a:buChar char="–"/>
              <a:defRPr sz="12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Text Placeholder 3"/>
          <p:cNvSpPr>
            <a:spLocks noGrp="1"/>
          </p:cNvSpPr>
          <p:nvPr>
            <p:ph type="body" sz="half" idx="2"/>
          </p:nvPr>
        </p:nvSpPr>
        <p:spPr>
          <a:xfrm>
            <a:off x="7697687" y="1419226"/>
            <a:ext cx="3891064" cy="4706938"/>
          </a:xfrm>
          <a:prstGeom prst="rect">
            <a:avLst/>
          </a:prstGeom>
        </p:spPr>
        <p:txBody>
          <a:bodyPr/>
          <a:lstStyle>
            <a:lvl1pPr marL="0" indent="0">
              <a:buNone/>
              <a:defRPr sz="1200" i="1">
                <a:solidFill>
                  <a:srgbClr val="666666"/>
                </a:solidFill>
                <a:latin typeface="Times New Roman" pitchFamily="18" charset="0"/>
                <a:cs typeface="Times New Roman" pitchFamily="18" charset="0"/>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7"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8" name="Slide Number Placeholder 9"/>
          <p:cNvSpPr>
            <a:spLocks noGrp="1"/>
          </p:cNvSpPr>
          <p:nvPr>
            <p:ph type="sldNum" sz="quarter" idx="10"/>
          </p:nvPr>
        </p:nvSpPr>
        <p:spPr/>
        <p:txBody>
          <a:bodyPr/>
          <a:lstStyle>
            <a:lvl1pPr>
              <a:defRPr/>
            </a:lvl1pPr>
          </a:lstStyle>
          <a:p>
            <a:fld id="{524011BE-5C53-0E48-93A9-5E9857491FB1}" type="slidenum">
              <a:rPr lang="en-US" altLang="en-US"/>
              <a:pPr/>
              <a:t>‹#›</a:t>
            </a:fld>
            <a:endParaRPr lang="en-US" altLang="en-US"/>
          </a:p>
        </p:txBody>
      </p:sp>
      <p:sp>
        <p:nvSpPr>
          <p:cNvPr id="9" name="Footer Placeholder 12"/>
          <p:cNvSpPr>
            <a:spLocks noGrp="1"/>
          </p:cNvSpPr>
          <p:nvPr>
            <p:ph type="ftr" sz="quarter" idx="11"/>
          </p:nvPr>
        </p:nvSpPr>
        <p:spPr/>
        <p:txBody>
          <a:bodyPr/>
          <a:lstStyle>
            <a:lvl1pPr>
              <a:defRPr/>
            </a:lvl1pPr>
          </a:lstStyle>
          <a:p>
            <a:pPr>
              <a:defRPr/>
            </a:pPr>
            <a:r>
              <a:rPr lang="en-US"/>
              <a:t>Redemptions</a:t>
            </a:r>
          </a:p>
        </p:txBody>
      </p:sp>
    </p:spTree>
    <p:extLst>
      <p:ext uri="{BB962C8B-B14F-4D97-AF65-F5344CB8AC3E}">
        <p14:creationId xmlns:p14="http://schemas.microsoft.com/office/powerpoint/2010/main" val="891282951"/>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Attorney Bio">
    <p:spTree>
      <p:nvGrpSpPr>
        <p:cNvPr id="1" name=""/>
        <p:cNvGrpSpPr/>
        <p:nvPr/>
      </p:nvGrpSpPr>
      <p:grpSpPr>
        <a:xfrm>
          <a:off x="0" y="0"/>
          <a:ext cx="0" cy="0"/>
          <a:chOff x="0" y="0"/>
          <a:chExt cx="0" cy="0"/>
        </a:xfrm>
      </p:grpSpPr>
      <p:sp>
        <p:nvSpPr>
          <p:cNvPr id="12" name="Line 22"/>
          <p:cNvSpPr>
            <a:spLocks noChangeShapeType="1"/>
          </p:cNvSpPr>
          <p:nvPr/>
        </p:nvSpPr>
        <p:spPr bwMode="auto">
          <a:xfrm>
            <a:off x="2768600" y="2667000"/>
            <a:ext cx="8839200" cy="0"/>
          </a:xfrm>
          <a:prstGeom prst="line">
            <a:avLst/>
          </a:prstGeom>
          <a:noFill/>
          <a:ln w="6350">
            <a:solidFill>
              <a:schemeClr val="tx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3" name="TextBox 13"/>
          <p:cNvSpPr txBox="1">
            <a:spLocks noChangeArrowheads="1"/>
          </p:cNvSpPr>
          <p:nvPr userDrawn="1"/>
        </p:nvSpPr>
        <p:spPr bwMode="auto">
          <a:xfrm>
            <a:off x="2755900" y="1108076"/>
            <a:ext cx="4267200" cy="2460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a:spAutoFit/>
          </a:bodyPr>
          <a:lstStyle>
            <a:lvl1pPr>
              <a:defRPr>
                <a:solidFill>
                  <a:schemeClr val="tx1"/>
                </a:solidFill>
                <a:latin typeface="Calibri" pitchFamily="34" charset="0"/>
              </a:defRPr>
            </a:lvl1pPr>
            <a:lvl2pPr marL="742950" indent="-285750">
              <a:defRPr>
                <a:solidFill>
                  <a:schemeClr val="tx1"/>
                </a:solidFill>
                <a:latin typeface="Calibri" pitchFamily="34" charset="0"/>
              </a:defRPr>
            </a:lvl2pPr>
            <a:lvl3pPr marL="1143000" indent="-228600">
              <a:defRPr>
                <a:solidFill>
                  <a:schemeClr val="tx1"/>
                </a:solidFill>
                <a:latin typeface="Calibri" pitchFamily="34" charset="0"/>
              </a:defRPr>
            </a:lvl3pPr>
            <a:lvl4pPr marL="1600200" indent="-228600">
              <a:defRPr>
                <a:solidFill>
                  <a:schemeClr val="tx1"/>
                </a:solidFill>
                <a:latin typeface="Calibri" pitchFamily="34" charset="0"/>
              </a:defRPr>
            </a:lvl4pPr>
            <a:lvl5pPr marL="2057400" indent="-228600">
              <a:defRPr>
                <a:solidFill>
                  <a:schemeClr val="tx1"/>
                </a:solidFill>
                <a:latin typeface="Calibri" pitchFamily="34" charset="0"/>
              </a:defRPr>
            </a:lvl5pPr>
            <a:lvl6pPr marL="2514600" indent="-228600" fontAlgn="base">
              <a:spcBef>
                <a:spcPct val="0"/>
              </a:spcBef>
              <a:spcAft>
                <a:spcPct val="0"/>
              </a:spcAft>
              <a:defRPr>
                <a:solidFill>
                  <a:schemeClr val="tx1"/>
                </a:solidFill>
                <a:latin typeface="Calibri" pitchFamily="34" charset="0"/>
              </a:defRPr>
            </a:lvl6pPr>
            <a:lvl7pPr marL="2971800" indent="-228600" fontAlgn="base">
              <a:spcBef>
                <a:spcPct val="0"/>
              </a:spcBef>
              <a:spcAft>
                <a:spcPct val="0"/>
              </a:spcAft>
              <a:defRPr>
                <a:solidFill>
                  <a:schemeClr val="tx1"/>
                </a:solidFill>
                <a:latin typeface="Calibri" pitchFamily="34" charset="0"/>
              </a:defRPr>
            </a:lvl7pPr>
            <a:lvl8pPr marL="3429000" indent="-228600" fontAlgn="base">
              <a:spcBef>
                <a:spcPct val="0"/>
              </a:spcBef>
              <a:spcAft>
                <a:spcPct val="0"/>
              </a:spcAft>
              <a:defRPr>
                <a:solidFill>
                  <a:schemeClr val="tx1"/>
                </a:solidFill>
                <a:latin typeface="Calibri" pitchFamily="34" charset="0"/>
              </a:defRPr>
            </a:lvl8pPr>
            <a:lvl9pPr marL="3886200" indent="-228600" fontAlgn="base">
              <a:spcBef>
                <a:spcPct val="0"/>
              </a:spcBef>
              <a:spcAft>
                <a:spcPct val="0"/>
              </a:spcAft>
              <a:defRPr>
                <a:solidFill>
                  <a:schemeClr val="tx1"/>
                </a:solidFill>
                <a:latin typeface="Calibri" pitchFamily="34" charset="0"/>
              </a:defRPr>
            </a:lvl9pPr>
          </a:lstStyle>
          <a:p>
            <a:pPr>
              <a:defRPr/>
            </a:pPr>
            <a:r>
              <a:rPr lang="en-US" sz="1000" b="1">
                <a:solidFill>
                  <a:srgbClr val="B01C2E"/>
                </a:solidFill>
                <a:latin typeface="Arial" charset="0"/>
                <a:ea typeface="+mn-ea"/>
              </a:rPr>
              <a:t>Specialization</a:t>
            </a:r>
          </a:p>
        </p:txBody>
      </p:sp>
      <p:sp>
        <p:nvSpPr>
          <p:cNvPr id="14" name="TextBox 14"/>
          <p:cNvSpPr txBox="1">
            <a:spLocks noChangeArrowheads="1"/>
          </p:cNvSpPr>
          <p:nvPr userDrawn="1"/>
        </p:nvSpPr>
        <p:spPr bwMode="auto">
          <a:xfrm>
            <a:off x="7340600" y="1108076"/>
            <a:ext cx="4267200" cy="2460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a:spAutoFit/>
          </a:bodyPr>
          <a:lstStyle>
            <a:lvl1pPr>
              <a:defRPr>
                <a:solidFill>
                  <a:schemeClr val="tx1"/>
                </a:solidFill>
                <a:latin typeface="Calibri" pitchFamily="34" charset="0"/>
              </a:defRPr>
            </a:lvl1pPr>
            <a:lvl2pPr marL="742950" indent="-285750">
              <a:defRPr>
                <a:solidFill>
                  <a:schemeClr val="tx1"/>
                </a:solidFill>
                <a:latin typeface="Calibri" pitchFamily="34" charset="0"/>
              </a:defRPr>
            </a:lvl2pPr>
            <a:lvl3pPr marL="1143000" indent="-228600">
              <a:defRPr>
                <a:solidFill>
                  <a:schemeClr val="tx1"/>
                </a:solidFill>
                <a:latin typeface="Calibri" pitchFamily="34" charset="0"/>
              </a:defRPr>
            </a:lvl3pPr>
            <a:lvl4pPr marL="1600200" indent="-228600">
              <a:defRPr>
                <a:solidFill>
                  <a:schemeClr val="tx1"/>
                </a:solidFill>
                <a:latin typeface="Calibri" pitchFamily="34" charset="0"/>
              </a:defRPr>
            </a:lvl4pPr>
            <a:lvl5pPr marL="2057400" indent="-228600">
              <a:defRPr>
                <a:solidFill>
                  <a:schemeClr val="tx1"/>
                </a:solidFill>
                <a:latin typeface="Calibri" pitchFamily="34" charset="0"/>
              </a:defRPr>
            </a:lvl5pPr>
            <a:lvl6pPr marL="2514600" indent="-228600" fontAlgn="base">
              <a:spcBef>
                <a:spcPct val="0"/>
              </a:spcBef>
              <a:spcAft>
                <a:spcPct val="0"/>
              </a:spcAft>
              <a:defRPr>
                <a:solidFill>
                  <a:schemeClr val="tx1"/>
                </a:solidFill>
                <a:latin typeface="Calibri" pitchFamily="34" charset="0"/>
              </a:defRPr>
            </a:lvl6pPr>
            <a:lvl7pPr marL="2971800" indent="-228600" fontAlgn="base">
              <a:spcBef>
                <a:spcPct val="0"/>
              </a:spcBef>
              <a:spcAft>
                <a:spcPct val="0"/>
              </a:spcAft>
              <a:defRPr>
                <a:solidFill>
                  <a:schemeClr val="tx1"/>
                </a:solidFill>
                <a:latin typeface="Calibri" pitchFamily="34" charset="0"/>
              </a:defRPr>
            </a:lvl7pPr>
            <a:lvl8pPr marL="3429000" indent="-228600" fontAlgn="base">
              <a:spcBef>
                <a:spcPct val="0"/>
              </a:spcBef>
              <a:spcAft>
                <a:spcPct val="0"/>
              </a:spcAft>
              <a:defRPr>
                <a:solidFill>
                  <a:schemeClr val="tx1"/>
                </a:solidFill>
                <a:latin typeface="Calibri" pitchFamily="34" charset="0"/>
              </a:defRPr>
            </a:lvl8pPr>
            <a:lvl9pPr marL="3886200" indent="-228600" fontAlgn="base">
              <a:spcBef>
                <a:spcPct val="0"/>
              </a:spcBef>
              <a:spcAft>
                <a:spcPct val="0"/>
              </a:spcAft>
              <a:defRPr>
                <a:solidFill>
                  <a:schemeClr val="tx1"/>
                </a:solidFill>
                <a:latin typeface="Calibri" pitchFamily="34" charset="0"/>
              </a:defRPr>
            </a:lvl9pPr>
          </a:lstStyle>
          <a:p>
            <a:pPr>
              <a:defRPr/>
            </a:pPr>
            <a:r>
              <a:rPr lang="en-US" sz="1000" b="1">
                <a:solidFill>
                  <a:srgbClr val="B01C2E"/>
                </a:solidFill>
                <a:latin typeface="Arial" charset="0"/>
                <a:ea typeface="+mn-ea"/>
              </a:rPr>
              <a:t>Education</a:t>
            </a:r>
          </a:p>
        </p:txBody>
      </p:sp>
      <p:sp>
        <p:nvSpPr>
          <p:cNvPr id="17" name="Text Placeholder 16"/>
          <p:cNvSpPr>
            <a:spLocks noGrp="1"/>
          </p:cNvSpPr>
          <p:nvPr>
            <p:ph type="body" sz="quarter" idx="17"/>
          </p:nvPr>
        </p:nvSpPr>
        <p:spPr>
          <a:xfrm>
            <a:off x="2756408" y="2743200"/>
            <a:ext cx="8851392" cy="3429000"/>
          </a:xfrm>
          <a:prstGeom prst="rect">
            <a:avLst/>
          </a:prstGeom>
          <a:ln>
            <a:noFill/>
          </a:ln>
        </p:spPr>
        <p:txBody>
          <a:bodyPr lIns="27432" anchor="t"/>
          <a:lstStyle>
            <a:lvl1pPr marL="0" indent="0" algn="l">
              <a:lnSpc>
                <a:spcPts val="1200"/>
              </a:lnSpc>
              <a:spcBef>
                <a:spcPts val="0"/>
              </a:spcBef>
              <a:spcAft>
                <a:spcPts val="600"/>
              </a:spcAft>
              <a:buFont typeface="Arial" pitchFamily="34" charset="0"/>
              <a:buChar char=" "/>
              <a:defRPr sz="1000" b="0" baseline="0">
                <a:latin typeface="+mn-lt"/>
              </a:defRPr>
            </a:lvl1pPr>
            <a:lvl2pPr marL="0" indent="0">
              <a:lnSpc>
                <a:spcPts val="1200"/>
              </a:lnSpc>
              <a:spcBef>
                <a:spcPts val="0"/>
              </a:spcBef>
              <a:spcAft>
                <a:spcPts val="1200"/>
              </a:spcAft>
              <a:buFont typeface="Arial" pitchFamily="34" charset="0"/>
              <a:buChar char=" "/>
              <a:defRPr sz="1000" b="1" baseline="0">
                <a:solidFill>
                  <a:srgbClr val="666666"/>
                </a:solidFill>
                <a:latin typeface="Arial" pitchFamily="34" charset="0"/>
              </a:defRPr>
            </a:lvl2pPr>
            <a:lvl3pPr marL="228600" indent="-228600">
              <a:buClr>
                <a:srgbClr val="B01C2E"/>
              </a:buClr>
              <a:buFont typeface="Wingdings 2" pitchFamily="18" charset="2"/>
              <a:buChar char="¡"/>
              <a:defRPr sz="1000" baseline="0">
                <a:latin typeface="Arial" pitchFamily="34" charset="0"/>
              </a:defRPr>
            </a:lvl3pPr>
            <a:lvl4pPr marL="457200" indent="-228600">
              <a:buClr>
                <a:srgbClr val="B01C2E"/>
              </a:buClr>
              <a:buFont typeface="Arial" pitchFamily="34" charset="0"/>
              <a:buChar char="–"/>
              <a:defRPr sz="1000" baseline="0">
                <a:latin typeface="Arial" pitchFamily="34" charset="0"/>
              </a:defRPr>
            </a:lvl4pPr>
            <a:lvl5pPr marL="685800" indent="-228600">
              <a:buClr>
                <a:srgbClr val="B01C2E"/>
              </a:buClr>
              <a:buFont typeface="Arial" pitchFamily="34" charset="0"/>
              <a:buChar char="–"/>
              <a:defRPr sz="1000" baseline="0">
                <a:latin typeface="Arial"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9"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baseline="0"/>
            </a:lvl1pPr>
          </a:lstStyle>
          <a:p>
            <a:pPr lvl="0"/>
            <a:r>
              <a:rPr lang="en-US"/>
              <a:t>Click to edit Master title style</a:t>
            </a:r>
            <a:endParaRPr lang="en-US" dirty="0"/>
          </a:p>
        </p:txBody>
      </p:sp>
      <p:sp>
        <p:nvSpPr>
          <p:cNvPr id="18" name="Picture Placeholder 9"/>
          <p:cNvSpPr>
            <a:spLocks noGrp="1"/>
          </p:cNvSpPr>
          <p:nvPr>
            <p:ph type="pic" sz="quarter" idx="13"/>
          </p:nvPr>
        </p:nvSpPr>
        <p:spPr>
          <a:xfrm>
            <a:off x="607483" y="1108074"/>
            <a:ext cx="1560576" cy="1563624"/>
          </a:xfrm>
          <a:prstGeom prst="rect">
            <a:avLst/>
          </a:prstGeom>
        </p:spPr>
        <p:txBody>
          <a:bodyPr/>
          <a:lstStyle>
            <a:lvl1pPr>
              <a:buFont typeface="Wingdings 2" pitchFamily="18" charset="2"/>
              <a:buChar char=""/>
              <a:defRPr lang="en-US" sz="1600" kern="1200" noProof="0" dirty="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22" name="Text Placeholder 7"/>
          <p:cNvSpPr>
            <a:spLocks noGrp="1"/>
          </p:cNvSpPr>
          <p:nvPr>
            <p:ph type="body" sz="quarter" idx="12"/>
          </p:nvPr>
        </p:nvSpPr>
        <p:spPr>
          <a:xfrm>
            <a:off x="607487" y="2722996"/>
            <a:ext cx="2034116" cy="553604"/>
          </a:xfrm>
          <a:prstGeom prst="rect">
            <a:avLst/>
          </a:prstGeom>
        </p:spPr>
        <p:txBody>
          <a:bodyPr lIns="0"/>
          <a:lstStyle>
            <a:lvl1pPr marL="0" indent="0">
              <a:lnSpc>
                <a:spcPts val="1000"/>
              </a:lnSpc>
              <a:buNone/>
              <a:defRPr sz="1000" b="0" baseline="0"/>
            </a:lvl1pPr>
            <a:lvl2pPr marL="0" indent="0">
              <a:lnSpc>
                <a:spcPts val="1000"/>
              </a:lnSpc>
              <a:buNone/>
              <a:defRPr sz="1000" i="1"/>
            </a:lvl2pPr>
            <a:lvl3pPr marL="0" indent="0">
              <a:lnSpc>
                <a:spcPts val="1000"/>
              </a:lnSpc>
              <a:buFont typeface="Arial" pitchFamily="34" charset="0"/>
              <a:buNone/>
              <a:defRPr sz="1000"/>
            </a:lvl3pPr>
            <a:lvl4pPr marL="0" indent="0">
              <a:lnSpc>
                <a:spcPts val="1000"/>
              </a:lnSpc>
              <a:buNone/>
              <a:defRPr sz="1000"/>
            </a:lvl4pPr>
            <a:lvl5pPr marL="0" indent="0">
              <a:buNone/>
              <a:defRPr sz="1000"/>
            </a:lvl5pPr>
          </a:lstStyle>
          <a:p>
            <a:pPr lvl="0"/>
            <a:r>
              <a:rPr lang="en-US"/>
              <a:t>Click to edit Master text styles</a:t>
            </a:r>
          </a:p>
        </p:txBody>
      </p:sp>
      <p:sp>
        <p:nvSpPr>
          <p:cNvPr id="40" name="Text Placeholder 12"/>
          <p:cNvSpPr>
            <a:spLocks noGrp="1"/>
          </p:cNvSpPr>
          <p:nvPr>
            <p:ph type="body" sz="quarter" idx="37"/>
          </p:nvPr>
        </p:nvSpPr>
        <p:spPr>
          <a:xfrm>
            <a:off x="7340600" y="2144554"/>
            <a:ext cx="4267200" cy="246888"/>
          </a:xfrm>
          <a:prstGeom prst="rect">
            <a:avLst/>
          </a:prstGeom>
          <a:ln w="6350">
            <a:noFill/>
          </a:ln>
        </p:spPr>
        <p:txBody>
          <a:bodyPr lIns="27432" tIns="45720" rIns="45720" bIns="45720" anchor="t" anchorCtr="0"/>
          <a:lstStyle>
            <a:lvl1pPr marL="171450" indent="-171450">
              <a:buClr>
                <a:srgbClr val="B01C2E"/>
              </a:buClr>
              <a:buFont typeface="Wingdings 2" pitchFamily="18" charset="2"/>
              <a:buNone/>
              <a:defRPr sz="1000" b="1" baseline="0">
                <a:solidFill>
                  <a:srgbClr val="B01C2E"/>
                </a:solidFill>
              </a:defRPr>
            </a:lvl1pPr>
            <a:lvl2pPr marL="118872" indent="-118872">
              <a:buClr>
                <a:srgbClr val="B01C2E"/>
              </a:buClr>
              <a:buFont typeface="Wingdings 2" pitchFamily="18" charset="2"/>
              <a:buNone/>
              <a:defRPr sz="1000" b="1" baseline="0">
                <a:solidFill>
                  <a:srgbClr val="B01C2E"/>
                </a:solidFill>
              </a:defRPr>
            </a:lvl2pPr>
            <a:lvl3pPr marL="0" indent="-118872" algn="l" defTabSz="914400" rtl="0" eaLnBrk="1" latinLnBrk="0" hangingPunct="1">
              <a:lnSpc>
                <a:spcPct val="95000"/>
              </a:lnSpc>
              <a:spcBef>
                <a:spcPts val="0"/>
              </a:spcBef>
              <a:spcAft>
                <a:spcPts val="240"/>
              </a:spcAft>
              <a:buClr>
                <a:srgbClr val="B01C2E"/>
              </a:buClr>
              <a:buFont typeface="Wingdings 2" pitchFamily="18" charset="2"/>
              <a:buNone/>
              <a:defRPr lang="en-US" sz="1000" b="1" kern="1200" baseline="0" dirty="0" smtClean="0">
                <a:solidFill>
                  <a:srgbClr val="B01C2E"/>
                </a:solidFill>
                <a:latin typeface="+mn-lt"/>
                <a:ea typeface="+mn-ea"/>
                <a:cs typeface="+mn-cs"/>
              </a:defRPr>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42" name="Text Placeholder 12"/>
          <p:cNvSpPr>
            <a:spLocks noGrp="1"/>
          </p:cNvSpPr>
          <p:nvPr>
            <p:ph type="body" sz="quarter" idx="39"/>
          </p:nvPr>
        </p:nvSpPr>
        <p:spPr>
          <a:xfrm>
            <a:off x="2756408" y="2144554"/>
            <a:ext cx="4267200" cy="246888"/>
          </a:xfrm>
          <a:prstGeom prst="rect">
            <a:avLst/>
          </a:prstGeom>
          <a:ln w="6350">
            <a:noFill/>
          </a:ln>
        </p:spPr>
        <p:txBody>
          <a:bodyPr lIns="27432" tIns="45720" rIns="45720" bIns="45720" anchor="t" anchorCtr="0"/>
          <a:lstStyle>
            <a:lvl1pPr marL="171450" indent="-171450">
              <a:buClr>
                <a:srgbClr val="B01C2E"/>
              </a:buClr>
              <a:buFont typeface="Wingdings 2" pitchFamily="18" charset="2"/>
              <a:buNone/>
              <a:defRPr sz="1000" b="1" baseline="0">
                <a:solidFill>
                  <a:srgbClr val="B01C2E"/>
                </a:solidFill>
              </a:defRPr>
            </a:lvl1pPr>
            <a:lvl2pPr marL="118872" indent="-118872">
              <a:buClr>
                <a:srgbClr val="B01C2E"/>
              </a:buClr>
              <a:buFont typeface="Wingdings 2" pitchFamily="18" charset="2"/>
              <a:buNone/>
              <a:defRPr sz="1000" b="1" baseline="0">
                <a:solidFill>
                  <a:srgbClr val="B01C2E"/>
                </a:solidFill>
              </a:defRPr>
            </a:lvl2pPr>
            <a:lvl3pPr marL="0" indent="-118872" algn="l" defTabSz="914400" rtl="0" eaLnBrk="1" latinLnBrk="0" hangingPunct="1">
              <a:lnSpc>
                <a:spcPct val="95000"/>
              </a:lnSpc>
              <a:spcBef>
                <a:spcPts val="0"/>
              </a:spcBef>
              <a:spcAft>
                <a:spcPts val="240"/>
              </a:spcAft>
              <a:buClr>
                <a:srgbClr val="B01C2E"/>
              </a:buClr>
              <a:buFont typeface="Wingdings 2" pitchFamily="18" charset="2"/>
              <a:buNone/>
              <a:defRPr lang="en-US" sz="1000" b="1" kern="1200" baseline="0" dirty="0" smtClean="0">
                <a:solidFill>
                  <a:srgbClr val="B01C2E"/>
                </a:solidFill>
                <a:latin typeface="+mn-lt"/>
                <a:ea typeface="+mn-ea"/>
                <a:cs typeface="+mn-cs"/>
              </a:defRPr>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44" name="Text Placeholder 16"/>
          <p:cNvSpPr>
            <a:spLocks noGrp="1"/>
          </p:cNvSpPr>
          <p:nvPr>
            <p:ph type="body" sz="quarter" idx="41"/>
          </p:nvPr>
        </p:nvSpPr>
        <p:spPr>
          <a:xfrm>
            <a:off x="2756408" y="2308860"/>
            <a:ext cx="4267200" cy="347472"/>
          </a:xfrm>
          <a:prstGeom prst="rect">
            <a:avLst/>
          </a:prstGeom>
          <a:ln>
            <a:noFill/>
          </a:ln>
        </p:spPr>
        <p:txBody>
          <a:bodyPr lIns="27432" anchor="t"/>
          <a:lstStyle>
            <a:lvl1pPr marL="0" indent="0" algn="l">
              <a:lnSpc>
                <a:spcPct val="95000"/>
              </a:lnSpc>
              <a:spcBef>
                <a:spcPts val="0"/>
              </a:spcBef>
              <a:spcAft>
                <a:spcPts val="240"/>
              </a:spcAft>
              <a:buNone/>
              <a:defRPr sz="1000" b="0" baseline="0">
                <a:latin typeface="+mn-lt"/>
              </a:defRPr>
            </a:lvl1pPr>
            <a:lvl2pPr>
              <a:defRPr sz="1200" baseline="0">
                <a:latin typeface="Arial" pitchFamily="34" charset="0"/>
              </a:defRPr>
            </a:lvl2pPr>
            <a:lvl3pPr>
              <a:defRPr sz="1200" baseline="0">
                <a:latin typeface="Arial" pitchFamily="34" charset="0"/>
              </a:defRPr>
            </a:lvl3pPr>
            <a:lvl4pPr>
              <a:defRPr sz="1200" baseline="0">
                <a:latin typeface="Arial" pitchFamily="34" charset="0"/>
              </a:defRPr>
            </a:lvl4pPr>
            <a:lvl5pPr>
              <a:defRPr sz="1200" baseline="0">
                <a:latin typeface="Arial" pitchFamily="34" charset="0"/>
              </a:defRPr>
            </a:lvl5pPr>
          </a:lstStyle>
          <a:p>
            <a:pPr lvl="0"/>
            <a:r>
              <a:rPr lang="en-US"/>
              <a:t>Click to edit Master text styles</a:t>
            </a:r>
          </a:p>
        </p:txBody>
      </p:sp>
      <p:sp>
        <p:nvSpPr>
          <p:cNvPr id="46" name="Text Placeholder 16"/>
          <p:cNvSpPr>
            <a:spLocks noGrp="1"/>
          </p:cNvSpPr>
          <p:nvPr>
            <p:ph type="body" sz="quarter" idx="42"/>
          </p:nvPr>
        </p:nvSpPr>
        <p:spPr>
          <a:xfrm>
            <a:off x="7340600" y="2308860"/>
            <a:ext cx="4267200" cy="347472"/>
          </a:xfrm>
          <a:prstGeom prst="rect">
            <a:avLst/>
          </a:prstGeom>
          <a:ln>
            <a:noFill/>
          </a:ln>
        </p:spPr>
        <p:txBody>
          <a:bodyPr lIns="27432" anchor="t"/>
          <a:lstStyle>
            <a:lvl1pPr marL="0" indent="0" algn="l">
              <a:lnSpc>
                <a:spcPct val="95000"/>
              </a:lnSpc>
              <a:spcBef>
                <a:spcPts val="0"/>
              </a:spcBef>
              <a:spcAft>
                <a:spcPts val="240"/>
              </a:spcAft>
              <a:buNone/>
              <a:defRPr sz="1000" b="0" baseline="0">
                <a:latin typeface="+mn-lt"/>
              </a:defRPr>
            </a:lvl1pPr>
            <a:lvl2pPr>
              <a:defRPr sz="1200" baseline="0">
                <a:latin typeface="Arial" pitchFamily="34" charset="0"/>
              </a:defRPr>
            </a:lvl2pPr>
            <a:lvl3pPr>
              <a:defRPr sz="1200" baseline="0">
                <a:latin typeface="Arial" pitchFamily="34" charset="0"/>
              </a:defRPr>
            </a:lvl3pPr>
            <a:lvl4pPr>
              <a:defRPr sz="1200" baseline="0">
                <a:latin typeface="Arial" pitchFamily="34" charset="0"/>
              </a:defRPr>
            </a:lvl4pPr>
            <a:lvl5pPr>
              <a:defRPr sz="1200" baseline="0">
                <a:latin typeface="Arial" pitchFamily="34" charset="0"/>
              </a:defRPr>
            </a:lvl5pPr>
          </a:lstStyle>
          <a:p>
            <a:pPr lvl="0"/>
            <a:r>
              <a:rPr lang="en-US"/>
              <a:t>Click to edit Master text styles</a:t>
            </a:r>
          </a:p>
        </p:txBody>
      </p:sp>
      <p:sp>
        <p:nvSpPr>
          <p:cNvPr id="47" name="Text Placeholder 19"/>
          <p:cNvSpPr>
            <a:spLocks noGrp="1"/>
          </p:cNvSpPr>
          <p:nvPr>
            <p:ph type="body" sz="quarter" idx="29"/>
          </p:nvPr>
        </p:nvSpPr>
        <p:spPr>
          <a:xfrm>
            <a:off x="2756408" y="1295400"/>
            <a:ext cx="4267200" cy="822960"/>
          </a:xfrm>
          <a:prstGeom prst="rect">
            <a:avLst/>
          </a:prstGeom>
          <a:solidFill>
            <a:srgbClr val="FFFFFF"/>
          </a:solidFill>
          <a:ln>
            <a:noFill/>
          </a:ln>
        </p:spPr>
        <p:txBody>
          <a:bodyPr wrap="square" lIns="27432" tIns="45720" rIns="45720" bIns="45720" anchor="t">
            <a:noAutofit/>
          </a:bodyPr>
          <a:lstStyle>
            <a:lvl1pPr marL="118872" indent="-118872">
              <a:lnSpc>
                <a:spcPct val="95000"/>
              </a:lnSpc>
              <a:spcBef>
                <a:spcPts val="0"/>
              </a:spcBef>
              <a:spcAft>
                <a:spcPts val="200"/>
              </a:spcAft>
              <a:buClr>
                <a:schemeClr val="accent1"/>
              </a:buClr>
              <a:buFont typeface="Wingdings 2" pitchFamily="18" charset="2"/>
              <a:buChar char=""/>
              <a:defRPr sz="1000" baseline="0">
                <a:solidFill>
                  <a:schemeClr val="tx1"/>
                </a:solidFill>
              </a:defRPr>
            </a:lvl1pPr>
            <a:lvl2pPr marL="118872" indent="-118872">
              <a:lnSpc>
                <a:spcPct val="95000"/>
              </a:lnSpc>
              <a:spcBef>
                <a:spcPts val="0"/>
              </a:spcBef>
              <a:spcAft>
                <a:spcPts val="200"/>
              </a:spcAft>
              <a:buClr>
                <a:srgbClr val="B01C2E"/>
              </a:buClr>
              <a:buFont typeface="NSimSun" pitchFamily="49" charset="-122"/>
              <a:buChar char=" "/>
              <a:defRPr sz="1000" baseline="0"/>
            </a:lvl2pPr>
            <a:lvl3pPr marL="118872" indent="-118872">
              <a:lnSpc>
                <a:spcPct val="95000"/>
              </a:lnSpc>
              <a:spcBef>
                <a:spcPts val="0"/>
              </a:spcBef>
              <a:spcAft>
                <a:spcPts val="200"/>
              </a:spcAft>
              <a:buClr>
                <a:srgbClr val="B01C2E"/>
              </a:buClr>
              <a:buFont typeface="Wingdings 2" pitchFamily="18" charset="2"/>
              <a:buChar char="¡"/>
              <a:defRPr sz="1000"/>
            </a:lvl3pPr>
          </a:lstStyle>
          <a:p>
            <a:pPr lvl="0"/>
            <a:r>
              <a:rPr lang="en-US"/>
              <a:t>Click to edit Master text styles</a:t>
            </a:r>
          </a:p>
        </p:txBody>
      </p:sp>
      <p:sp>
        <p:nvSpPr>
          <p:cNvPr id="48" name="Text Placeholder 19"/>
          <p:cNvSpPr>
            <a:spLocks noGrp="1"/>
          </p:cNvSpPr>
          <p:nvPr>
            <p:ph type="body" sz="quarter" idx="43"/>
          </p:nvPr>
        </p:nvSpPr>
        <p:spPr>
          <a:xfrm>
            <a:off x="7340600" y="1295400"/>
            <a:ext cx="4267200" cy="822960"/>
          </a:xfrm>
          <a:prstGeom prst="rect">
            <a:avLst/>
          </a:prstGeom>
          <a:solidFill>
            <a:srgbClr val="FFFFFF"/>
          </a:solidFill>
          <a:ln>
            <a:noFill/>
          </a:ln>
        </p:spPr>
        <p:txBody>
          <a:bodyPr wrap="square" lIns="27432" tIns="45720" rIns="45720" bIns="45720" anchor="t">
            <a:noAutofit/>
          </a:bodyPr>
          <a:lstStyle>
            <a:lvl1pPr marL="118872" indent="-118872">
              <a:lnSpc>
                <a:spcPct val="95000"/>
              </a:lnSpc>
              <a:spcBef>
                <a:spcPts val="0"/>
              </a:spcBef>
              <a:spcAft>
                <a:spcPts val="200"/>
              </a:spcAft>
              <a:buClr>
                <a:schemeClr val="accent1"/>
              </a:buClr>
              <a:buFont typeface="Wingdings 2" pitchFamily="18" charset="2"/>
              <a:buChar char=""/>
              <a:defRPr sz="1000" baseline="0">
                <a:solidFill>
                  <a:schemeClr val="tx1"/>
                </a:solidFill>
              </a:defRPr>
            </a:lvl1pPr>
            <a:lvl2pPr marL="118872" indent="-118872">
              <a:lnSpc>
                <a:spcPct val="95000"/>
              </a:lnSpc>
              <a:spcBef>
                <a:spcPts val="0"/>
              </a:spcBef>
              <a:spcAft>
                <a:spcPts val="200"/>
              </a:spcAft>
              <a:buClr>
                <a:srgbClr val="B01C2E"/>
              </a:buClr>
              <a:buFont typeface="Arial" pitchFamily="34" charset="0"/>
              <a:buChar char=" "/>
              <a:defRPr sz="1000" baseline="0"/>
            </a:lvl2pPr>
            <a:lvl3pPr marL="118872" indent="-118872">
              <a:lnSpc>
                <a:spcPct val="95000"/>
              </a:lnSpc>
              <a:spcBef>
                <a:spcPts val="0"/>
              </a:spcBef>
              <a:spcAft>
                <a:spcPts val="200"/>
              </a:spcAft>
              <a:buClr>
                <a:srgbClr val="B01C2E"/>
              </a:buClr>
              <a:buFont typeface="Wingdings 2" pitchFamily="18" charset="2"/>
              <a:buChar char="¡"/>
              <a:defRPr sz="1000"/>
            </a:lvl3pPr>
          </a:lstStyle>
          <a:p>
            <a:pPr lvl="0"/>
            <a:r>
              <a:rPr lang="en-US"/>
              <a:t>Click to edit Master text styles</a:t>
            </a:r>
          </a:p>
        </p:txBody>
      </p:sp>
      <p:sp>
        <p:nvSpPr>
          <p:cNvPr id="15" name="Slide Number Placeholder 9"/>
          <p:cNvSpPr>
            <a:spLocks noGrp="1"/>
          </p:cNvSpPr>
          <p:nvPr>
            <p:ph type="sldNum" sz="quarter" idx="44"/>
          </p:nvPr>
        </p:nvSpPr>
        <p:spPr/>
        <p:txBody>
          <a:bodyPr/>
          <a:lstStyle>
            <a:lvl1pPr>
              <a:defRPr/>
            </a:lvl1pPr>
          </a:lstStyle>
          <a:p>
            <a:fld id="{3D17329F-BDC0-3444-A6CB-5CFB4AFF00F8}" type="slidenum">
              <a:rPr lang="en-US" altLang="en-US"/>
              <a:pPr/>
              <a:t>‹#›</a:t>
            </a:fld>
            <a:endParaRPr lang="en-US" altLang="en-US"/>
          </a:p>
        </p:txBody>
      </p:sp>
      <p:sp>
        <p:nvSpPr>
          <p:cNvPr id="16" name="Footer Placeholder 15"/>
          <p:cNvSpPr>
            <a:spLocks noGrp="1"/>
          </p:cNvSpPr>
          <p:nvPr>
            <p:ph type="ftr" sz="quarter" idx="45"/>
          </p:nvPr>
        </p:nvSpPr>
        <p:spPr/>
        <p:txBody>
          <a:bodyPr/>
          <a:lstStyle>
            <a:lvl1pPr>
              <a:defRPr smtClean="0"/>
            </a:lvl1pPr>
          </a:lstStyle>
          <a:p>
            <a:pPr>
              <a:defRPr/>
            </a:pPr>
            <a:r>
              <a:rPr lang="en-US"/>
              <a:t>Redemptions</a:t>
            </a:r>
          </a:p>
        </p:txBody>
      </p:sp>
    </p:spTree>
    <p:extLst>
      <p:ext uri="{BB962C8B-B14F-4D97-AF65-F5344CB8AC3E}">
        <p14:creationId xmlns:p14="http://schemas.microsoft.com/office/powerpoint/2010/main" val="2113669410"/>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The Team with Pictures">
    <p:spTree>
      <p:nvGrpSpPr>
        <p:cNvPr id="1" name=""/>
        <p:cNvGrpSpPr/>
        <p:nvPr/>
      </p:nvGrpSpPr>
      <p:grpSpPr>
        <a:xfrm>
          <a:off x="0" y="0"/>
          <a:ext cx="0" cy="0"/>
          <a:chOff x="0" y="0"/>
          <a:chExt cx="0" cy="0"/>
        </a:xfrm>
      </p:grpSpPr>
      <p:sp>
        <p:nvSpPr>
          <p:cNvPr id="5" name="Text Placeholder 7"/>
          <p:cNvSpPr>
            <a:spLocks noGrp="1"/>
          </p:cNvSpPr>
          <p:nvPr>
            <p:ph type="body" sz="quarter" idx="12"/>
          </p:nvPr>
        </p:nvSpPr>
        <p:spPr>
          <a:xfrm>
            <a:off x="769315" y="2982769"/>
            <a:ext cx="1904615" cy="934604"/>
          </a:xfrm>
          <a:prstGeom prst="rect">
            <a:avLst/>
          </a:prstGeom>
        </p:spPr>
        <p:txBody>
          <a:bodyPr/>
          <a:lstStyle>
            <a:lvl1pPr marL="0" indent="0">
              <a:lnSpc>
                <a:spcPts val="1000"/>
              </a:lnSpc>
              <a:buNone/>
              <a:defRPr sz="1000" b="1" baseline="0"/>
            </a:lvl1pPr>
            <a:lvl2pPr marL="0" indent="0">
              <a:lnSpc>
                <a:spcPts val="1000"/>
              </a:lnSpc>
              <a:buNone/>
              <a:defRPr sz="1000" i="1"/>
            </a:lvl2pPr>
            <a:lvl3pPr marL="0" indent="0">
              <a:lnSpc>
                <a:spcPts val="1000"/>
              </a:lnSpc>
              <a:buFont typeface="Arial" pitchFamily="34" charset="0"/>
              <a:buNone/>
              <a:defRPr sz="1000"/>
            </a:lvl3pPr>
            <a:lvl4pPr marL="0" indent="0">
              <a:lnSpc>
                <a:spcPts val="1000"/>
              </a:lnSpc>
              <a:buNone/>
              <a:defRPr sz="1000"/>
            </a:lvl4pPr>
            <a:lvl5pPr marL="0" indent="0">
              <a:buNone/>
              <a:defRPr sz="10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6" name="Picture Placeholder 9"/>
          <p:cNvSpPr>
            <a:spLocks noGrp="1"/>
          </p:cNvSpPr>
          <p:nvPr>
            <p:ph type="pic" sz="quarter" idx="13"/>
          </p:nvPr>
        </p:nvSpPr>
        <p:spPr>
          <a:xfrm>
            <a:off x="769313" y="1589234"/>
            <a:ext cx="1426633" cy="1330325"/>
          </a:xfrm>
          <a:prstGeom prst="rect">
            <a:avLst/>
          </a:prstGeom>
        </p:spPr>
        <p:txBody>
          <a:bodyPr/>
          <a:lstStyle>
            <a:lvl1pPr>
              <a:buFont typeface="Wingdings 2" pitchFamily="18" charset="2"/>
              <a:buChar char=""/>
              <a:defRPr lang="en-US" sz="1600" kern="1200" noProof="0" dirty="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7" name="Text Placeholder 11"/>
          <p:cNvSpPr>
            <a:spLocks noGrp="1"/>
          </p:cNvSpPr>
          <p:nvPr>
            <p:ph type="body" sz="quarter" idx="14"/>
          </p:nvPr>
        </p:nvSpPr>
        <p:spPr>
          <a:xfrm>
            <a:off x="623842" y="1246188"/>
            <a:ext cx="10917767" cy="228600"/>
          </a:xfrm>
          <a:prstGeom prst="rect">
            <a:avLst/>
          </a:prstGeom>
        </p:spPr>
        <p:txBody>
          <a:bodyPr/>
          <a:lstStyle>
            <a:lvl1pPr>
              <a:buFontTx/>
              <a:buNone/>
              <a:defRPr sz="1200" b="1" cap="all" baseline="0">
                <a:solidFill>
                  <a:srgbClr val="C00000"/>
                </a:solidFill>
              </a:defRPr>
            </a:lvl1pPr>
          </a:lstStyle>
          <a:p>
            <a:pPr lvl="0"/>
            <a:r>
              <a:rPr lang="en-US"/>
              <a:t>Click to edit Master text styles</a:t>
            </a:r>
          </a:p>
        </p:txBody>
      </p:sp>
      <p:sp>
        <p:nvSpPr>
          <p:cNvPr id="8" name="Text Placeholder 7"/>
          <p:cNvSpPr>
            <a:spLocks noGrp="1"/>
          </p:cNvSpPr>
          <p:nvPr>
            <p:ph type="body" sz="quarter" idx="15"/>
          </p:nvPr>
        </p:nvSpPr>
        <p:spPr>
          <a:xfrm>
            <a:off x="2930625" y="2982769"/>
            <a:ext cx="1904615" cy="934604"/>
          </a:xfrm>
          <a:prstGeom prst="rect">
            <a:avLst/>
          </a:prstGeom>
        </p:spPr>
        <p:txBody>
          <a:bodyPr/>
          <a:lstStyle>
            <a:lvl1pPr marL="0" indent="0">
              <a:lnSpc>
                <a:spcPts val="1000"/>
              </a:lnSpc>
              <a:buNone/>
              <a:defRPr sz="1000" b="1"/>
            </a:lvl1pPr>
            <a:lvl2pPr marL="0" indent="0">
              <a:lnSpc>
                <a:spcPts val="1000"/>
              </a:lnSpc>
              <a:buNone/>
              <a:defRPr sz="1000" i="1"/>
            </a:lvl2pPr>
            <a:lvl3pPr marL="0" indent="0">
              <a:lnSpc>
                <a:spcPts val="1000"/>
              </a:lnSpc>
              <a:buFont typeface="Arial" pitchFamily="34" charset="0"/>
              <a:buNone/>
              <a:defRPr sz="1000"/>
            </a:lvl3pPr>
            <a:lvl4pPr marL="0" indent="0">
              <a:lnSpc>
                <a:spcPts val="1000"/>
              </a:lnSpc>
              <a:spcBef>
                <a:spcPts val="0"/>
              </a:spcBef>
              <a:buNone/>
              <a:defRPr sz="1000"/>
            </a:lvl4pPr>
            <a:lvl5pPr marL="0" indent="0">
              <a:buNone/>
              <a:defRPr sz="10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9" name="Picture Placeholder 9"/>
          <p:cNvSpPr>
            <a:spLocks noGrp="1"/>
          </p:cNvSpPr>
          <p:nvPr>
            <p:ph type="pic" sz="quarter" idx="16"/>
          </p:nvPr>
        </p:nvSpPr>
        <p:spPr>
          <a:xfrm>
            <a:off x="2930622" y="1589234"/>
            <a:ext cx="1426633" cy="1330325"/>
          </a:xfrm>
          <a:prstGeom prst="rect">
            <a:avLst/>
          </a:prstGeom>
        </p:spPr>
        <p:txBody>
          <a:bodyPr/>
          <a:lstStyle>
            <a:lvl1pPr>
              <a:buFont typeface="Wingdings 2" pitchFamily="18" charset="2"/>
              <a:buChar char=""/>
              <a:defRPr lang="en-US" sz="1600" kern="1200" noProof="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10" name="Text Placeholder 7"/>
          <p:cNvSpPr>
            <a:spLocks noGrp="1"/>
          </p:cNvSpPr>
          <p:nvPr>
            <p:ph type="body" sz="quarter" idx="17"/>
          </p:nvPr>
        </p:nvSpPr>
        <p:spPr>
          <a:xfrm>
            <a:off x="5133498" y="2982769"/>
            <a:ext cx="1904615" cy="934604"/>
          </a:xfrm>
          <a:prstGeom prst="rect">
            <a:avLst/>
          </a:prstGeom>
        </p:spPr>
        <p:txBody>
          <a:bodyPr/>
          <a:lstStyle>
            <a:lvl1pPr marL="0" indent="0">
              <a:lnSpc>
                <a:spcPts val="1000"/>
              </a:lnSpc>
              <a:buNone/>
              <a:defRPr sz="1000" b="1"/>
            </a:lvl1pPr>
            <a:lvl2pPr marL="0" indent="0">
              <a:lnSpc>
                <a:spcPts val="1000"/>
              </a:lnSpc>
              <a:buNone/>
              <a:defRPr sz="1000" i="1"/>
            </a:lvl2pPr>
            <a:lvl3pPr marL="0" indent="0">
              <a:lnSpc>
                <a:spcPts val="1000"/>
              </a:lnSpc>
              <a:buFont typeface="Arial" pitchFamily="34" charset="0"/>
              <a:buNone/>
              <a:defRPr sz="1000"/>
            </a:lvl3pPr>
            <a:lvl4pPr marL="0" indent="0">
              <a:lnSpc>
                <a:spcPts val="1000"/>
              </a:lnSpc>
              <a:buNone/>
              <a:defRPr sz="1000"/>
            </a:lvl4pPr>
            <a:lvl5pPr marL="0" indent="0">
              <a:buNone/>
              <a:defRPr sz="10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1" name="Picture Placeholder 9"/>
          <p:cNvSpPr>
            <a:spLocks noGrp="1"/>
          </p:cNvSpPr>
          <p:nvPr>
            <p:ph type="pic" sz="quarter" idx="18"/>
          </p:nvPr>
        </p:nvSpPr>
        <p:spPr>
          <a:xfrm>
            <a:off x="5133498" y="1589234"/>
            <a:ext cx="1426633" cy="1330325"/>
          </a:xfrm>
          <a:prstGeom prst="rect">
            <a:avLst/>
          </a:prstGeom>
        </p:spPr>
        <p:txBody>
          <a:bodyPr/>
          <a:lstStyle>
            <a:lvl1pPr>
              <a:buFont typeface="Wingdings 2" pitchFamily="18" charset="2"/>
              <a:buChar char=""/>
              <a:defRPr lang="en-US" sz="1600" kern="1200" noProof="0" dirty="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12" name="Text Placeholder 7"/>
          <p:cNvSpPr>
            <a:spLocks noGrp="1"/>
          </p:cNvSpPr>
          <p:nvPr>
            <p:ph type="body" sz="quarter" idx="19"/>
          </p:nvPr>
        </p:nvSpPr>
        <p:spPr>
          <a:xfrm>
            <a:off x="7322517" y="2982769"/>
            <a:ext cx="1904615" cy="934604"/>
          </a:xfrm>
          <a:prstGeom prst="rect">
            <a:avLst/>
          </a:prstGeom>
        </p:spPr>
        <p:txBody>
          <a:bodyPr/>
          <a:lstStyle>
            <a:lvl1pPr marL="0" indent="0">
              <a:lnSpc>
                <a:spcPts val="1000"/>
              </a:lnSpc>
              <a:buNone/>
              <a:defRPr sz="1000" b="1"/>
            </a:lvl1pPr>
            <a:lvl2pPr marL="0" indent="0">
              <a:lnSpc>
                <a:spcPts val="1000"/>
              </a:lnSpc>
              <a:buNone/>
              <a:defRPr sz="1000" i="1"/>
            </a:lvl2pPr>
            <a:lvl3pPr marL="0" indent="0">
              <a:lnSpc>
                <a:spcPts val="1000"/>
              </a:lnSpc>
              <a:buFont typeface="Arial" pitchFamily="34" charset="0"/>
              <a:buNone/>
              <a:defRPr sz="1000"/>
            </a:lvl3pPr>
            <a:lvl4pPr marL="0" indent="0">
              <a:lnSpc>
                <a:spcPts val="1000"/>
              </a:lnSpc>
              <a:buNone/>
              <a:defRPr sz="1000"/>
            </a:lvl4pPr>
            <a:lvl5pPr marL="0" indent="0">
              <a:buNone/>
              <a:defRPr sz="10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3" name="Picture Placeholder 9"/>
          <p:cNvSpPr>
            <a:spLocks noGrp="1"/>
          </p:cNvSpPr>
          <p:nvPr>
            <p:ph type="pic" sz="quarter" idx="21"/>
          </p:nvPr>
        </p:nvSpPr>
        <p:spPr>
          <a:xfrm>
            <a:off x="7322514" y="1589234"/>
            <a:ext cx="1426633" cy="1330325"/>
          </a:xfrm>
          <a:prstGeom prst="rect">
            <a:avLst/>
          </a:prstGeom>
        </p:spPr>
        <p:txBody>
          <a:bodyPr/>
          <a:lstStyle>
            <a:lvl1pPr>
              <a:defRPr lang="en-US" sz="1600" kern="1200" noProof="0" dirty="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14" name="Text Placeholder 7"/>
          <p:cNvSpPr>
            <a:spLocks noGrp="1"/>
          </p:cNvSpPr>
          <p:nvPr>
            <p:ph type="body" sz="quarter" idx="22"/>
          </p:nvPr>
        </p:nvSpPr>
        <p:spPr>
          <a:xfrm>
            <a:off x="9525389" y="2982769"/>
            <a:ext cx="1904615" cy="934604"/>
          </a:xfrm>
          <a:prstGeom prst="rect">
            <a:avLst/>
          </a:prstGeom>
        </p:spPr>
        <p:txBody>
          <a:bodyPr/>
          <a:lstStyle>
            <a:lvl1pPr marL="0" indent="0">
              <a:lnSpc>
                <a:spcPts val="1000"/>
              </a:lnSpc>
              <a:buNone/>
              <a:defRPr sz="1000" b="1"/>
            </a:lvl1pPr>
            <a:lvl2pPr marL="0" indent="0">
              <a:lnSpc>
                <a:spcPts val="1000"/>
              </a:lnSpc>
              <a:buNone/>
              <a:defRPr sz="1000" i="1"/>
            </a:lvl2pPr>
            <a:lvl3pPr marL="0" indent="0">
              <a:lnSpc>
                <a:spcPts val="1000"/>
              </a:lnSpc>
              <a:buFont typeface="Arial" pitchFamily="34" charset="0"/>
              <a:buNone/>
              <a:defRPr sz="1000"/>
            </a:lvl3pPr>
            <a:lvl4pPr marL="0" indent="0">
              <a:lnSpc>
                <a:spcPts val="1000"/>
              </a:lnSpc>
              <a:buNone/>
              <a:defRPr sz="1000"/>
            </a:lvl4pPr>
            <a:lvl5pPr marL="0" indent="0">
              <a:buNone/>
              <a:defRPr sz="10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5" name="Picture Placeholder 9"/>
          <p:cNvSpPr>
            <a:spLocks noGrp="1"/>
          </p:cNvSpPr>
          <p:nvPr>
            <p:ph type="pic" sz="quarter" idx="23"/>
          </p:nvPr>
        </p:nvSpPr>
        <p:spPr>
          <a:xfrm>
            <a:off x="9525389" y="1589234"/>
            <a:ext cx="1426633" cy="1330325"/>
          </a:xfrm>
          <a:prstGeom prst="rect">
            <a:avLst/>
          </a:prstGeom>
        </p:spPr>
        <p:txBody>
          <a:bodyPr/>
          <a:lstStyle>
            <a:lvl1pPr>
              <a:defRPr lang="en-US" sz="1600" kern="1200" noProof="0" dirty="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16" name="Text Placeholder 7"/>
          <p:cNvSpPr>
            <a:spLocks noGrp="1"/>
          </p:cNvSpPr>
          <p:nvPr>
            <p:ph type="body" sz="quarter" idx="24"/>
          </p:nvPr>
        </p:nvSpPr>
        <p:spPr>
          <a:xfrm>
            <a:off x="769315" y="5320723"/>
            <a:ext cx="1904615" cy="934604"/>
          </a:xfrm>
          <a:prstGeom prst="rect">
            <a:avLst/>
          </a:prstGeom>
        </p:spPr>
        <p:txBody>
          <a:bodyPr/>
          <a:lstStyle>
            <a:lvl1pPr marL="0" indent="0">
              <a:lnSpc>
                <a:spcPts val="1000"/>
              </a:lnSpc>
              <a:buNone/>
              <a:defRPr sz="1000" b="1"/>
            </a:lvl1pPr>
            <a:lvl2pPr marL="0" indent="0">
              <a:lnSpc>
                <a:spcPts val="1000"/>
              </a:lnSpc>
              <a:buNone/>
              <a:defRPr sz="1000" i="1"/>
            </a:lvl2pPr>
            <a:lvl3pPr marL="0" indent="0">
              <a:lnSpc>
                <a:spcPts val="1000"/>
              </a:lnSpc>
              <a:buFont typeface="Arial" pitchFamily="34" charset="0"/>
              <a:buNone/>
              <a:defRPr sz="1000"/>
            </a:lvl3pPr>
            <a:lvl4pPr marL="0" indent="0">
              <a:lnSpc>
                <a:spcPts val="1000"/>
              </a:lnSpc>
              <a:buNone/>
              <a:defRPr sz="1000"/>
            </a:lvl4pPr>
            <a:lvl5pPr marL="0" indent="0">
              <a:buNone/>
              <a:defRPr sz="10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7" name="Picture Placeholder 9"/>
          <p:cNvSpPr>
            <a:spLocks noGrp="1"/>
          </p:cNvSpPr>
          <p:nvPr>
            <p:ph type="pic" sz="quarter" idx="25"/>
          </p:nvPr>
        </p:nvSpPr>
        <p:spPr>
          <a:xfrm>
            <a:off x="769313" y="3927187"/>
            <a:ext cx="1426633" cy="1330325"/>
          </a:xfrm>
          <a:prstGeom prst="rect">
            <a:avLst/>
          </a:prstGeom>
        </p:spPr>
        <p:txBody>
          <a:bodyPr/>
          <a:lstStyle>
            <a:lvl1pPr>
              <a:defRPr lang="en-US" sz="1600" kern="1200" noProof="0" dirty="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18" name="Text Placeholder 7"/>
          <p:cNvSpPr>
            <a:spLocks noGrp="1"/>
          </p:cNvSpPr>
          <p:nvPr>
            <p:ph type="body" sz="quarter" idx="26"/>
          </p:nvPr>
        </p:nvSpPr>
        <p:spPr>
          <a:xfrm>
            <a:off x="2930625" y="5320723"/>
            <a:ext cx="1904615" cy="934604"/>
          </a:xfrm>
          <a:prstGeom prst="rect">
            <a:avLst/>
          </a:prstGeom>
        </p:spPr>
        <p:txBody>
          <a:bodyPr/>
          <a:lstStyle>
            <a:lvl1pPr marL="0" indent="0">
              <a:lnSpc>
                <a:spcPts val="1000"/>
              </a:lnSpc>
              <a:buNone/>
              <a:defRPr sz="1000" b="1"/>
            </a:lvl1pPr>
            <a:lvl2pPr marL="0" indent="0">
              <a:lnSpc>
                <a:spcPts val="1000"/>
              </a:lnSpc>
              <a:buNone/>
              <a:defRPr sz="1000" i="1"/>
            </a:lvl2pPr>
            <a:lvl3pPr marL="0" indent="0">
              <a:lnSpc>
                <a:spcPts val="1000"/>
              </a:lnSpc>
              <a:buFont typeface="Arial" pitchFamily="34" charset="0"/>
              <a:buNone/>
              <a:defRPr sz="1000"/>
            </a:lvl3pPr>
            <a:lvl4pPr marL="0" indent="0">
              <a:lnSpc>
                <a:spcPts val="1000"/>
              </a:lnSpc>
              <a:spcBef>
                <a:spcPts val="0"/>
              </a:spcBef>
              <a:buNone/>
              <a:defRPr sz="1000"/>
            </a:lvl4pPr>
            <a:lvl5pPr marL="0" indent="0">
              <a:buNone/>
              <a:defRPr sz="10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9" name="Picture Placeholder 9"/>
          <p:cNvSpPr>
            <a:spLocks noGrp="1"/>
          </p:cNvSpPr>
          <p:nvPr>
            <p:ph type="pic" sz="quarter" idx="27"/>
          </p:nvPr>
        </p:nvSpPr>
        <p:spPr>
          <a:xfrm>
            <a:off x="2930622" y="3927187"/>
            <a:ext cx="1426633" cy="1330325"/>
          </a:xfrm>
          <a:prstGeom prst="rect">
            <a:avLst/>
          </a:prstGeom>
        </p:spPr>
        <p:txBody>
          <a:bodyPr/>
          <a:lstStyle>
            <a:lvl1pPr>
              <a:defRPr lang="en-US" sz="1600" kern="1200" noProof="0" dirty="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20" name="Text Placeholder 7"/>
          <p:cNvSpPr>
            <a:spLocks noGrp="1"/>
          </p:cNvSpPr>
          <p:nvPr>
            <p:ph type="body" sz="quarter" idx="28"/>
          </p:nvPr>
        </p:nvSpPr>
        <p:spPr>
          <a:xfrm>
            <a:off x="5133498" y="5320723"/>
            <a:ext cx="1904615" cy="934604"/>
          </a:xfrm>
          <a:prstGeom prst="rect">
            <a:avLst/>
          </a:prstGeom>
        </p:spPr>
        <p:txBody>
          <a:bodyPr/>
          <a:lstStyle>
            <a:lvl1pPr marL="0" indent="0">
              <a:lnSpc>
                <a:spcPts val="1000"/>
              </a:lnSpc>
              <a:buNone/>
              <a:defRPr sz="1000" b="1"/>
            </a:lvl1pPr>
            <a:lvl2pPr marL="0" indent="0">
              <a:lnSpc>
                <a:spcPts val="1000"/>
              </a:lnSpc>
              <a:buNone/>
              <a:defRPr sz="1000" i="1"/>
            </a:lvl2pPr>
            <a:lvl3pPr marL="0" indent="0">
              <a:lnSpc>
                <a:spcPts val="1000"/>
              </a:lnSpc>
              <a:buFont typeface="Arial" pitchFamily="34" charset="0"/>
              <a:buNone/>
              <a:defRPr sz="1000"/>
            </a:lvl3pPr>
            <a:lvl4pPr marL="0" indent="0">
              <a:lnSpc>
                <a:spcPts val="1000"/>
              </a:lnSpc>
              <a:buNone/>
              <a:defRPr sz="1000"/>
            </a:lvl4pPr>
            <a:lvl5pPr marL="0" indent="0">
              <a:buNone/>
              <a:defRPr sz="10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21" name="Picture Placeholder 9"/>
          <p:cNvSpPr>
            <a:spLocks noGrp="1"/>
          </p:cNvSpPr>
          <p:nvPr>
            <p:ph type="pic" sz="quarter" idx="29"/>
          </p:nvPr>
        </p:nvSpPr>
        <p:spPr>
          <a:xfrm>
            <a:off x="5133498" y="3927187"/>
            <a:ext cx="1426633" cy="1330325"/>
          </a:xfrm>
          <a:prstGeom prst="rect">
            <a:avLst/>
          </a:prstGeom>
        </p:spPr>
        <p:txBody>
          <a:bodyPr/>
          <a:lstStyle>
            <a:lvl1pPr>
              <a:defRPr lang="en-US" sz="1600" kern="1200" noProof="0" dirty="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22" name="Text Placeholder 7"/>
          <p:cNvSpPr>
            <a:spLocks noGrp="1"/>
          </p:cNvSpPr>
          <p:nvPr>
            <p:ph type="body" sz="quarter" idx="30"/>
          </p:nvPr>
        </p:nvSpPr>
        <p:spPr>
          <a:xfrm>
            <a:off x="7322517" y="5320723"/>
            <a:ext cx="1904615" cy="934604"/>
          </a:xfrm>
          <a:prstGeom prst="rect">
            <a:avLst/>
          </a:prstGeom>
        </p:spPr>
        <p:txBody>
          <a:bodyPr/>
          <a:lstStyle>
            <a:lvl1pPr marL="0" indent="0">
              <a:lnSpc>
                <a:spcPts val="1000"/>
              </a:lnSpc>
              <a:buNone/>
              <a:defRPr sz="1000" b="1"/>
            </a:lvl1pPr>
            <a:lvl2pPr marL="0" indent="0">
              <a:lnSpc>
                <a:spcPts val="1000"/>
              </a:lnSpc>
              <a:buNone/>
              <a:defRPr sz="1000" i="1"/>
            </a:lvl2pPr>
            <a:lvl3pPr marL="0" indent="0">
              <a:lnSpc>
                <a:spcPts val="1000"/>
              </a:lnSpc>
              <a:buFont typeface="Arial" pitchFamily="34" charset="0"/>
              <a:buNone/>
              <a:defRPr sz="1000"/>
            </a:lvl3pPr>
            <a:lvl4pPr marL="0" indent="0">
              <a:lnSpc>
                <a:spcPts val="1000"/>
              </a:lnSpc>
              <a:buNone/>
              <a:defRPr sz="1000"/>
            </a:lvl4pPr>
            <a:lvl5pPr marL="0" indent="0">
              <a:buNone/>
              <a:defRPr sz="10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23" name="Picture Placeholder 9"/>
          <p:cNvSpPr>
            <a:spLocks noGrp="1"/>
          </p:cNvSpPr>
          <p:nvPr>
            <p:ph type="pic" sz="quarter" idx="31"/>
          </p:nvPr>
        </p:nvSpPr>
        <p:spPr>
          <a:xfrm>
            <a:off x="7322514" y="3927187"/>
            <a:ext cx="1426633" cy="1330325"/>
          </a:xfrm>
          <a:prstGeom prst="rect">
            <a:avLst/>
          </a:prstGeom>
        </p:spPr>
        <p:txBody>
          <a:bodyPr/>
          <a:lstStyle>
            <a:lvl1pPr>
              <a:defRPr lang="en-US" sz="1600" kern="1200" noProof="0" dirty="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24" name="Text Placeholder 7"/>
          <p:cNvSpPr>
            <a:spLocks noGrp="1"/>
          </p:cNvSpPr>
          <p:nvPr>
            <p:ph type="body" sz="quarter" idx="32"/>
          </p:nvPr>
        </p:nvSpPr>
        <p:spPr>
          <a:xfrm>
            <a:off x="9525389" y="5320723"/>
            <a:ext cx="1904615" cy="934604"/>
          </a:xfrm>
          <a:prstGeom prst="rect">
            <a:avLst/>
          </a:prstGeom>
        </p:spPr>
        <p:txBody>
          <a:bodyPr/>
          <a:lstStyle>
            <a:lvl1pPr marL="0" indent="0">
              <a:lnSpc>
                <a:spcPts val="1000"/>
              </a:lnSpc>
              <a:buNone/>
              <a:defRPr sz="1000" b="1"/>
            </a:lvl1pPr>
            <a:lvl2pPr marL="0" indent="0">
              <a:lnSpc>
                <a:spcPts val="1000"/>
              </a:lnSpc>
              <a:buNone/>
              <a:defRPr sz="1000" i="1"/>
            </a:lvl2pPr>
            <a:lvl3pPr marL="0" indent="0">
              <a:lnSpc>
                <a:spcPts val="1000"/>
              </a:lnSpc>
              <a:buFont typeface="Arial" pitchFamily="34" charset="0"/>
              <a:buNone/>
              <a:defRPr sz="1000"/>
            </a:lvl3pPr>
            <a:lvl4pPr marL="0" indent="0">
              <a:lnSpc>
                <a:spcPts val="1000"/>
              </a:lnSpc>
              <a:buNone/>
              <a:defRPr sz="1000"/>
            </a:lvl4pPr>
            <a:lvl5pPr marL="0" indent="0">
              <a:buNone/>
              <a:defRPr sz="10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25" name="Picture Placeholder 9"/>
          <p:cNvSpPr>
            <a:spLocks noGrp="1"/>
          </p:cNvSpPr>
          <p:nvPr>
            <p:ph type="pic" sz="quarter" idx="33"/>
          </p:nvPr>
        </p:nvSpPr>
        <p:spPr>
          <a:xfrm>
            <a:off x="9525389" y="3962401"/>
            <a:ext cx="1426633" cy="1330325"/>
          </a:xfrm>
          <a:prstGeom prst="rect">
            <a:avLst/>
          </a:prstGeom>
        </p:spPr>
        <p:txBody>
          <a:bodyPr/>
          <a:lstStyle>
            <a:lvl1pPr>
              <a:defRPr lang="en-US" sz="1600" kern="1200" noProof="0" dirty="0">
                <a:solidFill>
                  <a:schemeClr val="tx1"/>
                </a:solidFill>
                <a:latin typeface="+mn-lt"/>
                <a:ea typeface="+mn-ea"/>
                <a:cs typeface="+mn-cs"/>
              </a:defRPr>
            </a:lvl1pPr>
            <a:lvl2pPr>
              <a:defRPr lang="en-US" sz="1600" kern="1200" noProof="0" dirty="0">
                <a:solidFill>
                  <a:schemeClr val="tx1"/>
                </a:solidFill>
                <a:latin typeface="+mn-lt"/>
                <a:ea typeface="+mn-ea"/>
                <a:cs typeface="+mn-cs"/>
              </a:defRPr>
            </a:lvl2pPr>
          </a:lstStyle>
          <a:p>
            <a:pPr lvl="0"/>
            <a:r>
              <a:rPr lang="en-US" noProof="0"/>
              <a:t>Drag picture to placeholder or click icon to add</a:t>
            </a:r>
            <a:endParaRPr lang="en-US" noProof="0" dirty="0"/>
          </a:p>
        </p:txBody>
      </p:sp>
      <p:sp>
        <p:nvSpPr>
          <p:cNvPr id="26"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27" name="Slide Number Placeholder 9"/>
          <p:cNvSpPr>
            <a:spLocks noGrp="1"/>
          </p:cNvSpPr>
          <p:nvPr>
            <p:ph type="sldNum" sz="quarter" idx="34"/>
          </p:nvPr>
        </p:nvSpPr>
        <p:spPr/>
        <p:txBody>
          <a:bodyPr/>
          <a:lstStyle>
            <a:lvl1pPr>
              <a:defRPr/>
            </a:lvl1pPr>
          </a:lstStyle>
          <a:p>
            <a:fld id="{516D5A61-1BB2-3C40-A809-0A00CE29D5F0}" type="slidenum">
              <a:rPr lang="en-US" altLang="en-US"/>
              <a:pPr/>
              <a:t>‹#›</a:t>
            </a:fld>
            <a:endParaRPr lang="en-US" altLang="en-US"/>
          </a:p>
        </p:txBody>
      </p:sp>
      <p:sp>
        <p:nvSpPr>
          <p:cNvPr id="28" name="Footer Placeholder 12"/>
          <p:cNvSpPr>
            <a:spLocks noGrp="1"/>
          </p:cNvSpPr>
          <p:nvPr>
            <p:ph type="ftr" sz="quarter" idx="35"/>
          </p:nvPr>
        </p:nvSpPr>
        <p:spPr/>
        <p:txBody>
          <a:bodyPr/>
          <a:lstStyle>
            <a:lvl1pPr>
              <a:defRPr/>
            </a:lvl1pPr>
          </a:lstStyle>
          <a:p>
            <a:pPr>
              <a:defRPr/>
            </a:pPr>
            <a:r>
              <a:rPr lang="en-US"/>
              <a:t>Redemptions</a:t>
            </a:r>
          </a:p>
        </p:txBody>
      </p:sp>
    </p:spTree>
    <p:extLst>
      <p:ext uri="{BB962C8B-B14F-4D97-AF65-F5344CB8AC3E}">
        <p14:creationId xmlns:p14="http://schemas.microsoft.com/office/powerpoint/2010/main" val="122988937"/>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The Team - Full Page">
    <p:spTree>
      <p:nvGrpSpPr>
        <p:cNvPr id="1" name=""/>
        <p:cNvGrpSpPr/>
        <p:nvPr/>
      </p:nvGrpSpPr>
      <p:grpSpPr>
        <a:xfrm>
          <a:off x="0" y="0"/>
          <a:ext cx="0" cy="0"/>
          <a:chOff x="0" y="0"/>
          <a:chExt cx="0" cy="0"/>
        </a:xfrm>
      </p:grpSpPr>
      <p:sp>
        <p:nvSpPr>
          <p:cNvPr id="10" name="Text Box 12"/>
          <p:cNvSpPr txBox="1">
            <a:spLocks noChangeArrowheads="1"/>
          </p:cNvSpPr>
          <p:nvPr/>
        </p:nvSpPr>
        <p:spPr bwMode="auto">
          <a:xfrm>
            <a:off x="588433" y="1439863"/>
            <a:ext cx="11133667" cy="381000"/>
          </a:xfrm>
          <a:prstGeom prst="rect">
            <a:avLst/>
          </a:prstGeom>
          <a:noFill/>
          <a:ln w="9525">
            <a:noFill/>
            <a:miter lim="800000"/>
            <a:headEnd/>
            <a:tailEnd/>
          </a:ln>
          <a:effectLst/>
        </p:spPr>
        <p:txBody>
          <a:bodyPr wrap="none" lIns="0" tIns="0" rIns="0" bIns="0" anchor="b"/>
          <a:lstStyle/>
          <a:p>
            <a:pPr fontAlgn="auto">
              <a:spcBef>
                <a:spcPts val="0"/>
              </a:spcBef>
              <a:spcAft>
                <a:spcPts val="0"/>
              </a:spcAft>
              <a:defRPr/>
            </a:pPr>
            <a:r>
              <a:rPr lang="en-US" sz="1050" b="1" dirty="0">
                <a:solidFill>
                  <a:srgbClr val="C00000"/>
                </a:solidFill>
                <a:latin typeface="Arial" charset="0"/>
                <a:ea typeface="+mn-ea"/>
                <a:cs typeface="+mn-cs"/>
              </a:rPr>
              <a:t>PARTNERS</a:t>
            </a:r>
          </a:p>
        </p:txBody>
      </p:sp>
      <p:sp>
        <p:nvSpPr>
          <p:cNvPr id="11" name="Line 22"/>
          <p:cNvSpPr>
            <a:spLocks noChangeShapeType="1"/>
          </p:cNvSpPr>
          <p:nvPr/>
        </p:nvSpPr>
        <p:spPr bwMode="auto">
          <a:xfrm>
            <a:off x="584201" y="1897063"/>
            <a:ext cx="11137900" cy="0"/>
          </a:xfrm>
          <a:prstGeom prst="line">
            <a:avLst/>
          </a:prstGeom>
          <a:noFill/>
          <a:ln w="6350">
            <a:solidFill>
              <a:schemeClr val="tx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2" name="Text Box 23"/>
          <p:cNvSpPr txBox="1">
            <a:spLocks noChangeArrowheads="1"/>
          </p:cNvSpPr>
          <p:nvPr/>
        </p:nvSpPr>
        <p:spPr bwMode="auto">
          <a:xfrm>
            <a:off x="588433" y="3268663"/>
            <a:ext cx="11133667" cy="381000"/>
          </a:xfrm>
          <a:prstGeom prst="rect">
            <a:avLst/>
          </a:prstGeom>
          <a:noFill/>
          <a:ln w="9525">
            <a:noFill/>
            <a:miter lim="800000"/>
            <a:headEnd/>
            <a:tailEnd/>
          </a:ln>
          <a:effectLst/>
        </p:spPr>
        <p:txBody>
          <a:bodyPr wrap="none" lIns="0" tIns="0" rIns="0" bIns="0" anchor="b"/>
          <a:lstStyle/>
          <a:p>
            <a:pPr fontAlgn="auto">
              <a:spcBef>
                <a:spcPts val="0"/>
              </a:spcBef>
              <a:spcAft>
                <a:spcPts val="0"/>
              </a:spcAft>
              <a:defRPr/>
            </a:pPr>
            <a:r>
              <a:rPr lang="en-US" sz="1050" b="1" dirty="0">
                <a:solidFill>
                  <a:srgbClr val="C00000"/>
                </a:solidFill>
                <a:latin typeface="Arial" charset="0"/>
                <a:ea typeface="+mn-ea"/>
                <a:cs typeface="+mn-cs"/>
              </a:rPr>
              <a:t>ASSOCIATES</a:t>
            </a:r>
          </a:p>
        </p:txBody>
      </p:sp>
      <p:sp>
        <p:nvSpPr>
          <p:cNvPr id="13" name="Line 24"/>
          <p:cNvSpPr>
            <a:spLocks noChangeShapeType="1"/>
          </p:cNvSpPr>
          <p:nvPr/>
        </p:nvSpPr>
        <p:spPr bwMode="auto">
          <a:xfrm>
            <a:off x="584201" y="3725863"/>
            <a:ext cx="11137900" cy="0"/>
          </a:xfrm>
          <a:prstGeom prst="line">
            <a:avLst/>
          </a:prstGeom>
          <a:noFill/>
          <a:ln w="6350">
            <a:solidFill>
              <a:schemeClr val="tx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28" name="Text Placeholder 27"/>
          <p:cNvSpPr>
            <a:spLocks noGrp="1"/>
          </p:cNvSpPr>
          <p:nvPr>
            <p:ph type="body" sz="quarter" idx="10"/>
          </p:nvPr>
        </p:nvSpPr>
        <p:spPr>
          <a:xfrm>
            <a:off x="3478108" y="2019300"/>
            <a:ext cx="2438400" cy="731520"/>
          </a:xfrm>
          <a:prstGeom prst="rect">
            <a:avLst/>
          </a:prstGeom>
          <a:ln>
            <a:solidFill>
              <a:srgbClr val="666666"/>
            </a:solidFill>
          </a:ln>
        </p:spPr>
        <p:txBody>
          <a:bodyPr anchor="ctr"/>
          <a:lstStyle>
            <a:lvl1pPr marL="0" indent="0" algn="ctr">
              <a:buNone/>
              <a:defRPr sz="1200" b="1"/>
            </a:lvl1pPr>
          </a:lstStyle>
          <a:p>
            <a:pPr lvl="0"/>
            <a:r>
              <a:rPr lang="en-US"/>
              <a:t>Click to edit Master text styles</a:t>
            </a:r>
          </a:p>
        </p:txBody>
      </p:sp>
      <p:sp>
        <p:nvSpPr>
          <p:cNvPr id="32" name="Text Placeholder 31"/>
          <p:cNvSpPr>
            <a:spLocks noGrp="1"/>
          </p:cNvSpPr>
          <p:nvPr>
            <p:ph type="body" sz="quarter" idx="11"/>
          </p:nvPr>
        </p:nvSpPr>
        <p:spPr>
          <a:xfrm>
            <a:off x="6372015" y="2019300"/>
            <a:ext cx="2438400" cy="731520"/>
          </a:xfrm>
          <a:prstGeom prst="rect">
            <a:avLst/>
          </a:prstGeom>
          <a:ln>
            <a:solidFill>
              <a:srgbClr val="666666"/>
            </a:solidFill>
          </a:ln>
        </p:spPr>
        <p:txBody>
          <a:bodyPr anchor="ctr"/>
          <a:lstStyle>
            <a:lvl1pPr marL="0" indent="0" algn="ctr">
              <a:buNone/>
              <a:defRPr sz="1200" b="1"/>
            </a:lvl1pPr>
          </a:lstStyle>
          <a:p>
            <a:pPr lvl="0"/>
            <a:r>
              <a:rPr lang="en-US"/>
              <a:t>Click to edit Master text styles</a:t>
            </a:r>
          </a:p>
        </p:txBody>
      </p:sp>
      <p:sp>
        <p:nvSpPr>
          <p:cNvPr id="34" name="Text Placeholder 33"/>
          <p:cNvSpPr>
            <a:spLocks noGrp="1"/>
          </p:cNvSpPr>
          <p:nvPr>
            <p:ph type="body" sz="quarter" idx="12"/>
          </p:nvPr>
        </p:nvSpPr>
        <p:spPr>
          <a:xfrm>
            <a:off x="9265920" y="2019300"/>
            <a:ext cx="2438400" cy="731520"/>
          </a:xfrm>
          <a:prstGeom prst="rect">
            <a:avLst/>
          </a:prstGeom>
          <a:ln>
            <a:solidFill>
              <a:srgbClr val="666666"/>
            </a:solidFill>
          </a:ln>
        </p:spPr>
        <p:txBody>
          <a:bodyPr anchor="ctr"/>
          <a:lstStyle>
            <a:lvl1pPr marL="0" indent="0" algn="ctr">
              <a:buNone/>
              <a:defRPr sz="1200" b="1"/>
            </a:lvl1pPr>
          </a:lstStyle>
          <a:p>
            <a:pPr lvl="0"/>
            <a:r>
              <a:rPr lang="en-US"/>
              <a:t>Click to edit Master text styles</a:t>
            </a:r>
          </a:p>
        </p:txBody>
      </p:sp>
      <p:sp>
        <p:nvSpPr>
          <p:cNvPr id="17" name="Text Placeholder 16"/>
          <p:cNvSpPr>
            <a:spLocks noGrp="1"/>
          </p:cNvSpPr>
          <p:nvPr>
            <p:ph type="body" sz="quarter" idx="17"/>
          </p:nvPr>
        </p:nvSpPr>
        <p:spPr>
          <a:xfrm>
            <a:off x="1975104" y="3886200"/>
            <a:ext cx="3962400" cy="731520"/>
          </a:xfrm>
          <a:prstGeom prst="rect">
            <a:avLst/>
          </a:prstGeom>
          <a:ln>
            <a:solidFill>
              <a:srgbClr val="666666"/>
            </a:solidFill>
          </a:ln>
        </p:spPr>
        <p:txBody>
          <a:bodyPr anchor="ctr"/>
          <a:lstStyle>
            <a:lvl1pPr marL="0" indent="0" algn="ctr">
              <a:buNone/>
              <a:defRPr sz="1200" b="1" baseline="0">
                <a:latin typeface="+mn-lt"/>
              </a:defRPr>
            </a:lvl1pPr>
            <a:lvl2pPr>
              <a:defRPr sz="1200" baseline="0">
                <a:latin typeface="Arial" pitchFamily="34" charset="0"/>
              </a:defRPr>
            </a:lvl2pPr>
            <a:lvl3pPr>
              <a:defRPr sz="1200" baseline="0">
                <a:latin typeface="Arial" pitchFamily="34" charset="0"/>
              </a:defRPr>
            </a:lvl3pPr>
            <a:lvl4pPr>
              <a:defRPr sz="1200" baseline="0">
                <a:latin typeface="Arial" pitchFamily="34" charset="0"/>
              </a:defRPr>
            </a:lvl4pPr>
            <a:lvl5pPr>
              <a:defRPr sz="1200" baseline="0">
                <a:latin typeface="Arial" pitchFamily="34" charset="0"/>
              </a:defRPr>
            </a:lvl5pPr>
          </a:lstStyle>
          <a:p>
            <a:pPr lvl="0"/>
            <a:r>
              <a:rPr lang="en-US"/>
              <a:t>Click to edit Master text styles</a:t>
            </a:r>
          </a:p>
        </p:txBody>
      </p:sp>
      <p:sp>
        <p:nvSpPr>
          <p:cNvPr id="15" name="Text Placeholder 14"/>
          <p:cNvSpPr>
            <a:spLocks noGrp="1"/>
          </p:cNvSpPr>
          <p:nvPr>
            <p:ph type="body" sz="quarter" idx="18"/>
          </p:nvPr>
        </p:nvSpPr>
        <p:spPr>
          <a:xfrm>
            <a:off x="6299200" y="3886200"/>
            <a:ext cx="3962400" cy="731520"/>
          </a:xfrm>
          <a:prstGeom prst="rect">
            <a:avLst/>
          </a:prstGeom>
          <a:ln>
            <a:solidFill>
              <a:srgbClr val="666666"/>
            </a:solidFill>
          </a:ln>
        </p:spPr>
        <p:txBody>
          <a:bodyPr anchor="ctr"/>
          <a:lstStyle>
            <a:lvl1pPr marL="0" indent="0" algn="ctr">
              <a:buNone/>
              <a:defRPr sz="1200" b="1" baseline="0">
                <a:latin typeface="+mn-lt"/>
              </a:defRPr>
            </a:lvl1pPr>
            <a:lvl2pPr>
              <a:defRPr sz="1200" baseline="0">
                <a:latin typeface="Arial" pitchFamily="34" charset="0"/>
              </a:defRPr>
            </a:lvl2pPr>
            <a:lvl3pPr>
              <a:defRPr sz="1200" baseline="0">
                <a:latin typeface="Arial" pitchFamily="34" charset="0"/>
              </a:defRPr>
            </a:lvl3pPr>
            <a:lvl4pPr>
              <a:defRPr sz="1200" baseline="0">
                <a:latin typeface="Arial" pitchFamily="34" charset="0"/>
              </a:defRPr>
            </a:lvl4pPr>
            <a:lvl5pPr>
              <a:defRPr sz="1200" baseline="0">
                <a:latin typeface="Arial" pitchFamily="34" charset="0"/>
              </a:defRPr>
            </a:lvl5pPr>
          </a:lstStyle>
          <a:p>
            <a:pPr lvl="0"/>
            <a:r>
              <a:rPr lang="en-US"/>
              <a:t>Click to edit Master text styles</a:t>
            </a:r>
          </a:p>
        </p:txBody>
      </p:sp>
      <p:sp>
        <p:nvSpPr>
          <p:cNvPr id="19"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20" name="Text Placeholder 14"/>
          <p:cNvSpPr>
            <a:spLocks noGrp="1"/>
          </p:cNvSpPr>
          <p:nvPr>
            <p:ph type="body" sz="quarter" idx="19"/>
          </p:nvPr>
        </p:nvSpPr>
        <p:spPr>
          <a:xfrm>
            <a:off x="1975104" y="4800600"/>
            <a:ext cx="8290560" cy="548640"/>
          </a:xfrm>
          <a:prstGeom prst="rect">
            <a:avLst/>
          </a:prstGeom>
          <a:ln>
            <a:solidFill>
              <a:srgbClr val="666666"/>
            </a:solidFill>
          </a:ln>
        </p:spPr>
        <p:txBody>
          <a:bodyPr anchor="ctr"/>
          <a:lstStyle>
            <a:lvl1pPr marL="0" indent="0" algn="ctr">
              <a:buNone/>
              <a:defRPr sz="1200" b="1" baseline="0">
                <a:latin typeface="+mn-lt"/>
              </a:defRPr>
            </a:lvl1pPr>
            <a:lvl2pPr>
              <a:defRPr sz="1200" baseline="0">
                <a:latin typeface="Arial" pitchFamily="34" charset="0"/>
              </a:defRPr>
            </a:lvl2pPr>
            <a:lvl3pPr>
              <a:defRPr sz="1200" baseline="0">
                <a:latin typeface="Arial" pitchFamily="34" charset="0"/>
              </a:defRPr>
            </a:lvl3pPr>
            <a:lvl4pPr>
              <a:defRPr sz="1200" baseline="0">
                <a:latin typeface="Arial" pitchFamily="34" charset="0"/>
              </a:defRPr>
            </a:lvl4pPr>
            <a:lvl5pPr>
              <a:defRPr sz="1200" baseline="0">
                <a:latin typeface="Arial" pitchFamily="34" charset="0"/>
              </a:defRPr>
            </a:lvl5pPr>
          </a:lstStyle>
          <a:p>
            <a:pPr lvl="0"/>
            <a:r>
              <a:rPr lang="en-US"/>
              <a:t>Click to edit Master text styles</a:t>
            </a:r>
          </a:p>
        </p:txBody>
      </p:sp>
      <p:sp>
        <p:nvSpPr>
          <p:cNvPr id="21" name="Text Placeholder 27"/>
          <p:cNvSpPr>
            <a:spLocks noGrp="1"/>
          </p:cNvSpPr>
          <p:nvPr>
            <p:ph type="body" sz="quarter" idx="20"/>
          </p:nvPr>
        </p:nvSpPr>
        <p:spPr>
          <a:xfrm>
            <a:off x="584201" y="2019300"/>
            <a:ext cx="2438400" cy="731520"/>
          </a:xfrm>
          <a:prstGeom prst="rect">
            <a:avLst/>
          </a:prstGeom>
          <a:ln>
            <a:solidFill>
              <a:srgbClr val="666666"/>
            </a:solidFill>
          </a:ln>
        </p:spPr>
        <p:txBody>
          <a:bodyPr anchor="ctr"/>
          <a:lstStyle>
            <a:lvl1pPr marL="0" indent="0" algn="ctr">
              <a:buNone/>
              <a:defRPr sz="1200" b="1"/>
            </a:lvl1pPr>
          </a:lstStyle>
          <a:p>
            <a:pPr lvl="0"/>
            <a:r>
              <a:rPr lang="en-US"/>
              <a:t>Click to edit Master text styles</a:t>
            </a:r>
          </a:p>
        </p:txBody>
      </p:sp>
      <p:sp>
        <p:nvSpPr>
          <p:cNvPr id="14" name="Slide Number Placeholder 9"/>
          <p:cNvSpPr>
            <a:spLocks noGrp="1"/>
          </p:cNvSpPr>
          <p:nvPr>
            <p:ph type="sldNum" sz="quarter" idx="21"/>
          </p:nvPr>
        </p:nvSpPr>
        <p:spPr/>
        <p:txBody>
          <a:bodyPr/>
          <a:lstStyle>
            <a:lvl1pPr>
              <a:defRPr/>
            </a:lvl1pPr>
          </a:lstStyle>
          <a:p>
            <a:fld id="{B0AC1651-679E-F444-9932-326657929C56}" type="slidenum">
              <a:rPr lang="en-US" altLang="en-US"/>
              <a:pPr/>
              <a:t>‹#›</a:t>
            </a:fld>
            <a:endParaRPr lang="en-US" altLang="en-US"/>
          </a:p>
        </p:txBody>
      </p:sp>
      <p:sp>
        <p:nvSpPr>
          <p:cNvPr id="16" name="Footer Placeholder 15"/>
          <p:cNvSpPr>
            <a:spLocks noGrp="1"/>
          </p:cNvSpPr>
          <p:nvPr>
            <p:ph type="ftr" sz="quarter" idx="22"/>
          </p:nvPr>
        </p:nvSpPr>
        <p:spPr/>
        <p:txBody>
          <a:bodyPr/>
          <a:lstStyle>
            <a:lvl1pPr>
              <a:defRPr smtClean="0"/>
            </a:lvl1pPr>
          </a:lstStyle>
          <a:p>
            <a:pPr>
              <a:defRPr/>
            </a:pPr>
            <a:r>
              <a:rPr lang="en-US"/>
              <a:t>Redemptions</a:t>
            </a:r>
          </a:p>
        </p:txBody>
      </p:sp>
    </p:spTree>
    <p:extLst>
      <p:ext uri="{BB962C8B-B14F-4D97-AF65-F5344CB8AC3E}">
        <p14:creationId xmlns:p14="http://schemas.microsoft.com/office/powerpoint/2010/main" val="1587117589"/>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Tombstone - HIGHLIGHTS V1">
    <p:spTree>
      <p:nvGrpSpPr>
        <p:cNvPr id="1" name=""/>
        <p:cNvGrpSpPr/>
        <p:nvPr/>
      </p:nvGrpSpPr>
      <p:grpSpPr>
        <a:xfrm>
          <a:off x="0" y="0"/>
          <a:ext cx="0" cy="0"/>
          <a:chOff x="0" y="0"/>
          <a:chExt cx="0" cy="0"/>
        </a:xfrm>
      </p:grpSpPr>
      <p:sp>
        <p:nvSpPr>
          <p:cNvPr id="6" name="Text Placeholder 36"/>
          <p:cNvSpPr>
            <a:spLocks noGrp="1"/>
          </p:cNvSpPr>
          <p:nvPr>
            <p:ph type="body" sz="quarter" idx="102"/>
          </p:nvPr>
        </p:nvSpPr>
        <p:spPr>
          <a:xfrm>
            <a:off x="601133"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Text Placeholder 36"/>
          <p:cNvSpPr>
            <a:spLocks noGrp="1"/>
          </p:cNvSpPr>
          <p:nvPr>
            <p:ph type="body" sz="quarter" idx="103"/>
          </p:nvPr>
        </p:nvSpPr>
        <p:spPr>
          <a:xfrm>
            <a:off x="601133"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8" name="Text Placeholder 36"/>
          <p:cNvSpPr>
            <a:spLocks noGrp="1"/>
          </p:cNvSpPr>
          <p:nvPr>
            <p:ph type="body" sz="quarter" idx="104"/>
          </p:nvPr>
        </p:nvSpPr>
        <p:spPr>
          <a:xfrm>
            <a:off x="2815275"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Text Placeholder 36"/>
          <p:cNvSpPr>
            <a:spLocks noGrp="1"/>
          </p:cNvSpPr>
          <p:nvPr>
            <p:ph type="body" sz="quarter" idx="105"/>
          </p:nvPr>
        </p:nvSpPr>
        <p:spPr>
          <a:xfrm>
            <a:off x="2815275"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0" name="Text Placeholder 36"/>
          <p:cNvSpPr>
            <a:spLocks noGrp="1"/>
          </p:cNvSpPr>
          <p:nvPr>
            <p:ph type="body" sz="quarter" idx="106"/>
          </p:nvPr>
        </p:nvSpPr>
        <p:spPr>
          <a:xfrm>
            <a:off x="5029416"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Text Placeholder 36"/>
          <p:cNvSpPr>
            <a:spLocks noGrp="1"/>
          </p:cNvSpPr>
          <p:nvPr>
            <p:ph type="body" sz="quarter" idx="107"/>
          </p:nvPr>
        </p:nvSpPr>
        <p:spPr>
          <a:xfrm>
            <a:off x="5029416"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2" name="Text Placeholder 36"/>
          <p:cNvSpPr>
            <a:spLocks noGrp="1"/>
          </p:cNvSpPr>
          <p:nvPr>
            <p:ph type="body" sz="quarter" idx="108"/>
          </p:nvPr>
        </p:nvSpPr>
        <p:spPr>
          <a:xfrm>
            <a:off x="7243557"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Text Placeholder 36"/>
          <p:cNvSpPr>
            <a:spLocks noGrp="1"/>
          </p:cNvSpPr>
          <p:nvPr>
            <p:ph type="body" sz="quarter" idx="109"/>
          </p:nvPr>
        </p:nvSpPr>
        <p:spPr>
          <a:xfrm>
            <a:off x="7243557"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4" name="Text Placeholder 36"/>
          <p:cNvSpPr>
            <a:spLocks noGrp="1"/>
          </p:cNvSpPr>
          <p:nvPr>
            <p:ph type="body" sz="quarter" idx="110"/>
          </p:nvPr>
        </p:nvSpPr>
        <p:spPr>
          <a:xfrm>
            <a:off x="9474200"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Text Placeholder 36"/>
          <p:cNvSpPr>
            <a:spLocks noGrp="1"/>
          </p:cNvSpPr>
          <p:nvPr>
            <p:ph type="body" sz="quarter" idx="111"/>
          </p:nvPr>
        </p:nvSpPr>
        <p:spPr>
          <a:xfrm>
            <a:off x="9474200"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40" name="Text Placeholder 36"/>
          <p:cNvSpPr>
            <a:spLocks noGrp="1"/>
          </p:cNvSpPr>
          <p:nvPr>
            <p:ph type="body" sz="quarter" idx="112"/>
          </p:nvPr>
        </p:nvSpPr>
        <p:spPr>
          <a:xfrm>
            <a:off x="601133"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1" name="Text Placeholder 36"/>
          <p:cNvSpPr>
            <a:spLocks noGrp="1"/>
          </p:cNvSpPr>
          <p:nvPr>
            <p:ph type="body" sz="quarter" idx="113"/>
          </p:nvPr>
        </p:nvSpPr>
        <p:spPr>
          <a:xfrm>
            <a:off x="601133"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42" name="Text Placeholder 36"/>
          <p:cNvSpPr>
            <a:spLocks noGrp="1"/>
          </p:cNvSpPr>
          <p:nvPr>
            <p:ph type="body" sz="quarter" idx="114"/>
          </p:nvPr>
        </p:nvSpPr>
        <p:spPr>
          <a:xfrm>
            <a:off x="2815275"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3" name="Text Placeholder 36"/>
          <p:cNvSpPr>
            <a:spLocks noGrp="1"/>
          </p:cNvSpPr>
          <p:nvPr>
            <p:ph type="body" sz="quarter" idx="115"/>
          </p:nvPr>
        </p:nvSpPr>
        <p:spPr>
          <a:xfrm>
            <a:off x="2815275"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44" name="Text Placeholder 36"/>
          <p:cNvSpPr>
            <a:spLocks noGrp="1"/>
          </p:cNvSpPr>
          <p:nvPr>
            <p:ph type="body" sz="quarter" idx="116"/>
          </p:nvPr>
        </p:nvSpPr>
        <p:spPr>
          <a:xfrm>
            <a:off x="5029416"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5" name="Text Placeholder 36"/>
          <p:cNvSpPr>
            <a:spLocks noGrp="1"/>
          </p:cNvSpPr>
          <p:nvPr>
            <p:ph type="body" sz="quarter" idx="117"/>
          </p:nvPr>
        </p:nvSpPr>
        <p:spPr>
          <a:xfrm>
            <a:off x="5029416"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46" name="Text Placeholder 36"/>
          <p:cNvSpPr>
            <a:spLocks noGrp="1"/>
          </p:cNvSpPr>
          <p:nvPr>
            <p:ph type="body" sz="quarter" idx="118"/>
          </p:nvPr>
        </p:nvSpPr>
        <p:spPr>
          <a:xfrm>
            <a:off x="7243557"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7" name="Text Placeholder 36"/>
          <p:cNvSpPr>
            <a:spLocks noGrp="1"/>
          </p:cNvSpPr>
          <p:nvPr>
            <p:ph type="body" sz="quarter" idx="119"/>
          </p:nvPr>
        </p:nvSpPr>
        <p:spPr>
          <a:xfrm>
            <a:off x="7243557"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48" name="Text Placeholder 36"/>
          <p:cNvSpPr>
            <a:spLocks noGrp="1"/>
          </p:cNvSpPr>
          <p:nvPr>
            <p:ph type="body" sz="quarter" idx="120"/>
          </p:nvPr>
        </p:nvSpPr>
        <p:spPr>
          <a:xfrm>
            <a:off x="9474200"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9" name="Text Placeholder 36"/>
          <p:cNvSpPr>
            <a:spLocks noGrp="1"/>
          </p:cNvSpPr>
          <p:nvPr>
            <p:ph type="body" sz="quarter" idx="121"/>
          </p:nvPr>
        </p:nvSpPr>
        <p:spPr>
          <a:xfrm>
            <a:off x="9474200"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50" name="Text Placeholder 36"/>
          <p:cNvSpPr>
            <a:spLocks noGrp="1"/>
          </p:cNvSpPr>
          <p:nvPr>
            <p:ph type="body" sz="quarter" idx="122"/>
          </p:nvPr>
        </p:nvSpPr>
        <p:spPr>
          <a:xfrm>
            <a:off x="601133"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1" name="Text Placeholder 36"/>
          <p:cNvSpPr>
            <a:spLocks noGrp="1"/>
          </p:cNvSpPr>
          <p:nvPr>
            <p:ph type="body" sz="quarter" idx="123"/>
          </p:nvPr>
        </p:nvSpPr>
        <p:spPr>
          <a:xfrm>
            <a:off x="601133"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52" name="Text Placeholder 36"/>
          <p:cNvSpPr>
            <a:spLocks noGrp="1"/>
          </p:cNvSpPr>
          <p:nvPr>
            <p:ph type="body" sz="quarter" idx="124"/>
          </p:nvPr>
        </p:nvSpPr>
        <p:spPr>
          <a:xfrm>
            <a:off x="2815275"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3" name="Text Placeholder 36"/>
          <p:cNvSpPr>
            <a:spLocks noGrp="1"/>
          </p:cNvSpPr>
          <p:nvPr>
            <p:ph type="body" sz="quarter" idx="125"/>
          </p:nvPr>
        </p:nvSpPr>
        <p:spPr>
          <a:xfrm>
            <a:off x="2815275"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54" name="Text Placeholder 36"/>
          <p:cNvSpPr>
            <a:spLocks noGrp="1"/>
          </p:cNvSpPr>
          <p:nvPr>
            <p:ph type="body" sz="quarter" idx="126"/>
          </p:nvPr>
        </p:nvSpPr>
        <p:spPr>
          <a:xfrm>
            <a:off x="5029416"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5" name="Text Placeholder 36"/>
          <p:cNvSpPr>
            <a:spLocks noGrp="1"/>
          </p:cNvSpPr>
          <p:nvPr>
            <p:ph type="body" sz="quarter" idx="127"/>
          </p:nvPr>
        </p:nvSpPr>
        <p:spPr>
          <a:xfrm>
            <a:off x="5029416"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56" name="Text Placeholder 36"/>
          <p:cNvSpPr>
            <a:spLocks noGrp="1"/>
          </p:cNvSpPr>
          <p:nvPr>
            <p:ph type="body" sz="quarter" idx="128"/>
          </p:nvPr>
        </p:nvSpPr>
        <p:spPr>
          <a:xfrm>
            <a:off x="7243557"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7" name="Text Placeholder 36"/>
          <p:cNvSpPr>
            <a:spLocks noGrp="1"/>
          </p:cNvSpPr>
          <p:nvPr>
            <p:ph type="body" sz="quarter" idx="129"/>
          </p:nvPr>
        </p:nvSpPr>
        <p:spPr>
          <a:xfrm>
            <a:off x="7243557"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58" name="Text Placeholder 36"/>
          <p:cNvSpPr>
            <a:spLocks noGrp="1"/>
          </p:cNvSpPr>
          <p:nvPr>
            <p:ph type="body" sz="quarter" idx="130"/>
          </p:nvPr>
        </p:nvSpPr>
        <p:spPr>
          <a:xfrm>
            <a:off x="9474200"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9" name="Text Placeholder 36"/>
          <p:cNvSpPr>
            <a:spLocks noGrp="1"/>
          </p:cNvSpPr>
          <p:nvPr>
            <p:ph type="body" sz="quarter" idx="131"/>
          </p:nvPr>
        </p:nvSpPr>
        <p:spPr>
          <a:xfrm>
            <a:off x="9474200"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37" name="Rectangle 2"/>
          <p:cNvSpPr>
            <a:spLocks noGrp="1" noChangeArrowheads="1"/>
          </p:cNvSpPr>
          <p:nvPr>
            <p:ph type="title"/>
          </p:nvPr>
        </p:nvSpPr>
        <p:spPr bwMode="gray">
          <a:xfrm>
            <a:off x="596901"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33" name="Slide Number Placeholder 9"/>
          <p:cNvSpPr>
            <a:spLocks noGrp="1"/>
          </p:cNvSpPr>
          <p:nvPr>
            <p:ph type="sldNum" sz="quarter" idx="132"/>
          </p:nvPr>
        </p:nvSpPr>
        <p:spPr/>
        <p:txBody>
          <a:bodyPr/>
          <a:lstStyle>
            <a:lvl1pPr>
              <a:defRPr/>
            </a:lvl1pPr>
          </a:lstStyle>
          <a:p>
            <a:fld id="{77461BCF-BBA5-5E4A-ABD5-3E5D9382F9DD}" type="slidenum">
              <a:rPr lang="en-US" altLang="en-US"/>
              <a:pPr/>
              <a:t>‹#›</a:t>
            </a:fld>
            <a:endParaRPr lang="en-US" altLang="en-US"/>
          </a:p>
        </p:txBody>
      </p:sp>
      <p:sp>
        <p:nvSpPr>
          <p:cNvPr id="34" name="Footer Placeholder 12"/>
          <p:cNvSpPr>
            <a:spLocks noGrp="1"/>
          </p:cNvSpPr>
          <p:nvPr>
            <p:ph type="ftr" sz="quarter" idx="133"/>
          </p:nvPr>
        </p:nvSpPr>
        <p:spPr/>
        <p:txBody>
          <a:bodyPr/>
          <a:lstStyle>
            <a:lvl1pPr>
              <a:defRPr/>
            </a:lvl1pPr>
          </a:lstStyle>
          <a:p>
            <a:pPr>
              <a:defRPr/>
            </a:pPr>
            <a:r>
              <a:rPr lang="en-US"/>
              <a:t>Redemptions</a:t>
            </a:r>
          </a:p>
        </p:txBody>
      </p:sp>
    </p:spTree>
    <p:extLst>
      <p:ext uri="{BB962C8B-B14F-4D97-AF65-F5344CB8AC3E}">
        <p14:creationId xmlns:p14="http://schemas.microsoft.com/office/powerpoint/2010/main" val="386922422"/>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Tombstone - HIGHLIGHTS V2">
    <p:spTree>
      <p:nvGrpSpPr>
        <p:cNvPr id="1" name=""/>
        <p:cNvGrpSpPr/>
        <p:nvPr/>
      </p:nvGrpSpPr>
      <p:grpSpPr>
        <a:xfrm>
          <a:off x="0" y="0"/>
          <a:ext cx="0" cy="0"/>
          <a:chOff x="0" y="0"/>
          <a:chExt cx="0" cy="0"/>
        </a:xfrm>
      </p:grpSpPr>
      <p:sp>
        <p:nvSpPr>
          <p:cNvPr id="6" name="Text Placeholder 36"/>
          <p:cNvSpPr>
            <a:spLocks noGrp="1"/>
          </p:cNvSpPr>
          <p:nvPr>
            <p:ph type="body" sz="quarter" idx="102"/>
          </p:nvPr>
        </p:nvSpPr>
        <p:spPr>
          <a:xfrm>
            <a:off x="601133"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chemeClr val="tx1"/>
                </a:solidFill>
                <a:effectLst/>
                <a:uLnTx/>
                <a:uFillTx/>
                <a:latin typeface="+mn-lt"/>
                <a:ea typeface="+mn-ea"/>
                <a:cs typeface="+mn-cs"/>
              </a:defRPr>
            </a:lvl1pPr>
            <a:lvl2pPr marL="0" indent="0" algn="l" defTabSz="914400" rtl="0" eaLnBrk="1" latinLnBrk="0" hangingPunct="1">
              <a:lnSpc>
                <a:spcPct val="100000"/>
              </a:lnSpc>
              <a:spcBef>
                <a:spcPts val="4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Text Placeholder 36"/>
          <p:cNvSpPr>
            <a:spLocks noGrp="1"/>
          </p:cNvSpPr>
          <p:nvPr>
            <p:ph type="body" sz="quarter" idx="103"/>
          </p:nvPr>
        </p:nvSpPr>
        <p:spPr>
          <a:xfrm>
            <a:off x="601133"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8" name="Text Placeholder 36"/>
          <p:cNvSpPr>
            <a:spLocks noGrp="1"/>
          </p:cNvSpPr>
          <p:nvPr>
            <p:ph type="body" sz="quarter" idx="104"/>
          </p:nvPr>
        </p:nvSpPr>
        <p:spPr>
          <a:xfrm>
            <a:off x="2815275"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chemeClr val="tx1"/>
                </a:solidFill>
                <a:effectLst/>
                <a:uLnTx/>
                <a:uFillTx/>
                <a:latin typeface="+mn-lt"/>
                <a:ea typeface="+mn-ea"/>
                <a:cs typeface="+mn-cs"/>
              </a:defRPr>
            </a:lvl1pPr>
            <a:lvl2pPr marL="0" indent="0" algn="l" defTabSz="914400" rtl="0" eaLnBrk="1" latinLnBrk="0" hangingPunct="1">
              <a:lnSpc>
                <a:spcPct val="100000"/>
              </a:lnSpc>
              <a:spcBef>
                <a:spcPts val="4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Text Placeholder 36"/>
          <p:cNvSpPr>
            <a:spLocks noGrp="1"/>
          </p:cNvSpPr>
          <p:nvPr>
            <p:ph type="body" sz="quarter" idx="105"/>
          </p:nvPr>
        </p:nvSpPr>
        <p:spPr>
          <a:xfrm>
            <a:off x="2815275"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0" name="Text Placeholder 36"/>
          <p:cNvSpPr>
            <a:spLocks noGrp="1"/>
          </p:cNvSpPr>
          <p:nvPr>
            <p:ph type="body" sz="quarter" idx="106"/>
          </p:nvPr>
        </p:nvSpPr>
        <p:spPr>
          <a:xfrm>
            <a:off x="5029416"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chemeClr val="tx1"/>
                </a:solidFill>
                <a:effectLst/>
                <a:uLnTx/>
                <a:uFillTx/>
                <a:latin typeface="+mn-lt"/>
                <a:ea typeface="+mn-ea"/>
                <a:cs typeface="+mn-cs"/>
              </a:defRPr>
            </a:lvl1pPr>
            <a:lvl2pPr marL="0" indent="0" algn="l" defTabSz="914400" rtl="0" eaLnBrk="1" latinLnBrk="0" hangingPunct="1">
              <a:lnSpc>
                <a:spcPct val="100000"/>
              </a:lnSpc>
              <a:spcBef>
                <a:spcPts val="4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Text Placeholder 36"/>
          <p:cNvSpPr>
            <a:spLocks noGrp="1"/>
          </p:cNvSpPr>
          <p:nvPr>
            <p:ph type="body" sz="quarter" idx="107"/>
          </p:nvPr>
        </p:nvSpPr>
        <p:spPr>
          <a:xfrm>
            <a:off x="5029416"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2" name="Text Placeholder 36"/>
          <p:cNvSpPr>
            <a:spLocks noGrp="1"/>
          </p:cNvSpPr>
          <p:nvPr>
            <p:ph type="body" sz="quarter" idx="108"/>
          </p:nvPr>
        </p:nvSpPr>
        <p:spPr>
          <a:xfrm>
            <a:off x="7243557"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chemeClr val="tx1"/>
                </a:solidFill>
                <a:effectLst/>
                <a:uLnTx/>
                <a:uFillTx/>
                <a:latin typeface="+mn-lt"/>
                <a:ea typeface="+mn-ea"/>
                <a:cs typeface="+mn-cs"/>
              </a:defRPr>
            </a:lvl1pPr>
            <a:lvl2pPr marL="0" indent="0" algn="l" defTabSz="914400" rtl="0" eaLnBrk="1" latinLnBrk="0" hangingPunct="1">
              <a:lnSpc>
                <a:spcPct val="100000"/>
              </a:lnSpc>
              <a:spcBef>
                <a:spcPts val="4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Text Placeholder 36"/>
          <p:cNvSpPr>
            <a:spLocks noGrp="1"/>
          </p:cNvSpPr>
          <p:nvPr>
            <p:ph type="body" sz="quarter" idx="109"/>
          </p:nvPr>
        </p:nvSpPr>
        <p:spPr>
          <a:xfrm>
            <a:off x="7243557"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4" name="Text Placeholder 36"/>
          <p:cNvSpPr>
            <a:spLocks noGrp="1"/>
          </p:cNvSpPr>
          <p:nvPr>
            <p:ph type="body" sz="quarter" idx="110"/>
          </p:nvPr>
        </p:nvSpPr>
        <p:spPr>
          <a:xfrm>
            <a:off x="9474200"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chemeClr val="tx1"/>
                </a:solidFill>
                <a:effectLst/>
                <a:uLnTx/>
                <a:uFillTx/>
                <a:latin typeface="+mn-lt"/>
                <a:ea typeface="+mn-ea"/>
                <a:cs typeface="+mn-cs"/>
              </a:defRPr>
            </a:lvl1pPr>
            <a:lvl2pPr marL="0" indent="0" algn="l" defTabSz="914400" rtl="0" eaLnBrk="1" latinLnBrk="0" hangingPunct="1">
              <a:lnSpc>
                <a:spcPct val="100000"/>
              </a:lnSpc>
              <a:spcBef>
                <a:spcPts val="4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Text Placeholder 36"/>
          <p:cNvSpPr>
            <a:spLocks noGrp="1"/>
          </p:cNvSpPr>
          <p:nvPr>
            <p:ph type="body" sz="quarter" idx="111"/>
          </p:nvPr>
        </p:nvSpPr>
        <p:spPr>
          <a:xfrm>
            <a:off x="9474200"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6" name="Text Placeholder 36"/>
          <p:cNvSpPr>
            <a:spLocks noGrp="1"/>
          </p:cNvSpPr>
          <p:nvPr>
            <p:ph type="body" sz="quarter" idx="112"/>
          </p:nvPr>
        </p:nvSpPr>
        <p:spPr>
          <a:xfrm>
            <a:off x="601133"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7" name="Text Placeholder 36"/>
          <p:cNvSpPr>
            <a:spLocks noGrp="1"/>
          </p:cNvSpPr>
          <p:nvPr>
            <p:ph type="body" sz="quarter" idx="113"/>
          </p:nvPr>
        </p:nvSpPr>
        <p:spPr>
          <a:xfrm>
            <a:off x="601133"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8" name="Text Placeholder 36"/>
          <p:cNvSpPr>
            <a:spLocks noGrp="1"/>
          </p:cNvSpPr>
          <p:nvPr>
            <p:ph type="body" sz="quarter" idx="114"/>
          </p:nvPr>
        </p:nvSpPr>
        <p:spPr>
          <a:xfrm>
            <a:off x="601133"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9" name="Text Placeholder 36"/>
          <p:cNvSpPr>
            <a:spLocks noGrp="1"/>
          </p:cNvSpPr>
          <p:nvPr>
            <p:ph type="body" sz="quarter" idx="115"/>
          </p:nvPr>
        </p:nvSpPr>
        <p:spPr>
          <a:xfrm>
            <a:off x="601133"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20" name="Text Placeholder 36"/>
          <p:cNvSpPr>
            <a:spLocks noGrp="1"/>
          </p:cNvSpPr>
          <p:nvPr>
            <p:ph type="body" sz="quarter" idx="116"/>
          </p:nvPr>
        </p:nvSpPr>
        <p:spPr>
          <a:xfrm>
            <a:off x="2815275"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1" name="Text Placeholder 36"/>
          <p:cNvSpPr>
            <a:spLocks noGrp="1"/>
          </p:cNvSpPr>
          <p:nvPr>
            <p:ph type="body" sz="quarter" idx="117"/>
          </p:nvPr>
        </p:nvSpPr>
        <p:spPr>
          <a:xfrm>
            <a:off x="2815275"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22" name="Text Placeholder 36"/>
          <p:cNvSpPr>
            <a:spLocks noGrp="1"/>
          </p:cNvSpPr>
          <p:nvPr>
            <p:ph type="body" sz="quarter" idx="118"/>
          </p:nvPr>
        </p:nvSpPr>
        <p:spPr>
          <a:xfrm>
            <a:off x="2815275"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3" name="Text Placeholder 36"/>
          <p:cNvSpPr>
            <a:spLocks noGrp="1"/>
          </p:cNvSpPr>
          <p:nvPr>
            <p:ph type="body" sz="quarter" idx="119"/>
          </p:nvPr>
        </p:nvSpPr>
        <p:spPr>
          <a:xfrm>
            <a:off x="2815275"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24" name="Text Placeholder 36"/>
          <p:cNvSpPr>
            <a:spLocks noGrp="1"/>
          </p:cNvSpPr>
          <p:nvPr>
            <p:ph type="body" sz="quarter" idx="120"/>
          </p:nvPr>
        </p:nvSpPr>
        <p:spPr>
          <a:xfrm>
            <a:off x="5029416"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5" name="Text Placeholder 36"/>
          <p:cNvSpPr>
            <a:spLocks noGrp="1"/>
          </p:cNvSpPr>
          <p:nvPr>
            <p:ph type="body" sz="quarter" idx="121"/>
          </p:nvPr>
        </p:nvSpPr>
        <p:spPr>
          <a:xfrm>
            <a:off x="5029416"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26" name="Text Placeholder 36"/>
          <p:cNvSpPr>
            <a:spLocks noGrp="1"/>
          </p:cNvSpPr>
          <p:nvPr>
            <p:ph type="body" sz="quarter" idx="122"/>
          </p:nvPr>
        </p:nvSpPr>
        <p:spPr>
          <a:xfrm>
            <a:off x="5029416"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7" name="Text Placeholder 36"/>
          <p:cNvSpPr>
            <a:spLocks noGrp="1"/>
          </p:cNvSpPr>
          <p:nvPr>
            <p:ph type="body" sz="quarter" idx="123"/>
          </p:nvPr>
        </p:nvSpPr>
        <p:spPr>
          <a:xfrm>
            <a:off x="5029416"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28" name="Text Placeholder 36"/>
          <p:cNvSpPr>
            <a:spLocks noGrp="1"/>
          </p:cNvSpPr>
          <p:nvPr>
            <p:ph type="body" sz="quarter" idx="124"/>
          </p:nvPr>
        </p:nvSpPr>
        <p:spPr>
          <a:xfrm>
            <a:off x="7243557"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9" name="Text Placeholder 36"/>
          <p:cNvSpPr>
            <a:spLocks noGrp="1"/>
          </p:cNvSpPr>
          <p:nvPr>
            <p:ph type="body" sz="quarter" idx="125"/>
          </p:nvPr>
        </p:nvSpPr>
        <p:spPr>
          <a:xfrm>
            <a:off x="7243557"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30" name="Text Placeholder 36"/>
          <p:cNvSpPr>
            <a:spLocks noGrp="1"/>
          </p:cNvSpPr>
          <p:nvPr>
            <p:ph type="body" sz="quarter" idx="126"/>
          </p:nvPr>
        </p:nvSpPr>
        <p:spPr>
          <a:xfrm>
            <a:off x="7243557"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1" name="Text Placeholder 36"/>
          <p:cNvSpPr>
            <a:spLocks noGrp="1"/>
          </p:cNvSpPr>
          <p:nvPr>
            <p:ph type="body" sz="quarter" idx="127"/>
          </p:nvPr>
        </p:nvSpPr>
        <p:spPr>
          <a:xfrm>
            <a:off x="7243557"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32" name="Text Placeholder 36"/>
          <p:cNvSpPr>
            <a:spLocks noGrp="1"/>
          </p:cNvSpPr>
          <p:nvPr>
            <p:ph type="body" sz="quarter" idx="128"/>
          </p:nvPr>
        </p:nvSpPr>
        <p:spPr>
          <a:xfrm>
            <a:off x="9474200"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3" name="Text Placeholder 36"/>
          <p:cNvSpPr>
            <a:spLocks noGrp="1"/>
          </p:cNvSpPr>
          <p:nvPr>
            <p:ph type="body" sz="quarter" idx="129"/>
          </p:nvPr>
        </p:nvSpPr>
        <p:spPr>
          <a:xfrm>
            <a:off x="9474200"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34" name="Text Placeholder 36"/>
          <p:cNvSpPr>
            <a:spLocks noGrp="1"/>
          </p:cNvSpPr>
          <p:nvPr>
            <p:ph type="body" sz="quarter" idx="130"/>
          </p:nvPr>
        </p:nvSpPr>
        <p:spPr>
          <a:xfrm>
            <a:off x="9474200"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5" name="Text Placeholder 36"/>
          <p:cNvSpPr>
            <a:spLocks noGrp="1"/>
          </p:cNvSpPr>
          <p:nvPr>
            <p:ph type="body" sz="quarter" idx="131"/>
          </p:nvPr>
        </p:nvSpPr>
        <p:spPr>
          <a:xfrm>
            <a:off x="9474200"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37" name="Rectangle 2"/>
          <p:cNvSpPr>
            <a:spLocks noGrp="1" noChangeArrowheads="1"/>
          </p:cNvSpPr>
          <p:nvPr>
            <p:ph type="title"/>
          </p:nvPr>
        </p:nvSpPr>
        <p:spPr bwMode="gray">
          <a:xfrm>
            <a:off x="596901"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36" name="Slide Number Placeholder 9"/>
          <p:cNvSpPr>
            <a:spLocks noGrp="1"/>
          </p:cNvSpPr>
          <p:nvPr>
            <p:ph type="sldNum" sz="quarter" idx="132"/>
          </p:nvPr>
        </p:nvSpPr>
        <p:spPr/>
        <p:txBody>
          <a:bodyPr/>
          <a:lstStyle>
            <a:lvl1pPr>
              <a:defRPr/>
            </a:lvl1pPr>
          </a:lstStyle>
          <a:p>
            <a:fld id="{31BEBA66-216E-7243-B012-B44CAA5F986C}" type="slidenum">
              <a:rPr lang="en-US" altLang="en-US"/>
              <a:pPr/>
              <a:t>‹#›</a:t>
            </a:fld>
            <a:endParaRPr lang="en-US" altLang="en-US"/>
          </a:p>
        </p:txBody>
      </p:sp>
      <p:sp>
        <p:nvSpPr>
          <p:cNvPr id="38" name="Footer Placeholder 12"/>
          <p:cNvSpPr>
            <a:spLocks noGrp="1"/>
          </p:cNvSpPr>
          <p:nvPr>
            <p:ph type="ftr" sz="quarter" idx="133"/>
          </p:nvPr>
        </p:nvSpPr>
        <p:spPr/>
        <p:txBody>
          <a:bodyPr/>
          <a:lstStyle>
            <a:lvl1pPr>
              <a:defRPr/>
            </a:lvl1pPr>
          </a:lstStyle>
          <a:p>
            <a:pPr>
              <a:defRPr/>
            </a:pPr>
            <a:r>
              <a:rPr lang="en-US"/>
              <a:t>Redemptions</a:t>
            </a:r>
          </a:p>
        </p:txBody>
      </p:sp>
    </p:spTree>
    <p:extLst>
      <p:ext uri="{BB962C8B-B14F-4D97-AF65-F5344CB8AC3E}">
        <p14:creationId xmlns:p14="http://schemas.microsoft.com/office/powerpoint/2010/main" val="1230243485"/>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userDrawn="1">
  <p:cSld name="Tombstone - Awards V1">
    <p:spTree>
      <p:nvGrpSpPr>
        <p:cNvPr id="1" name=""/>
        <p:cNvGrpSpPr/>
        <p:nvPr/>
      </p:nvGrpSpPr>
      <p:grpSpPr>
        <a:xfrm>
          <a:off x="0" y="0"/>
          <a:ext cx="0" cy="0"/>
          <a:chOff x="0" y="0"/>
          <a:chExt cx="0" cy="0"/>
        </a:xfrm>
      </p:grpSpPr>
      <p:sp>
        <p:nvSpPr>
          <p:cNvPr id="37" name="Text Placeholder 21"/>
          <p:cNvSpPr>
            <a:spLocks noGrp="1"/>
          </p:cNvSpPr>
          <p:nvPr>
            <p:ph type="body" sz="quarter" idx="106"/>
          </p:nvPr>
        </p:nvSpPr>
        <p:spPr>
          <a:xfrm>
            <a:off x="601133" y="291465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8" name="Text Placeholder 21"/>
          <p:cNvSpPr>
            <a:spLocks noGrp="1"/>
          </p:cNvSpPr>
          <p:nvPr>
            <p:ph type="body" sz="quarter" idx="107"/>
          </p:nvPr>
        </p:nvSpPr>
        <p:spPr>
          <a:xfrm>
            <a:off x="601133" y="462280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9" name="Text Placeholder 21"/>
          <p:cNvSpPr>
            <a:spLocks noGrp="1"/>
          </p:cNvSpPr>
          <p:nvPr>
            <p:ph type="body" sz="quarter" idx="101"/>
          </p:nvPr>
        </p:nvSpPr>
        <p:spPr>
          <a:xfrm>
            <a:off x="601133" y="121920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gn="l" defTabSz="914400" rtl="0" eaLnBrk="1" latinLnBrk="0" hangingPunct="1">
              <a:lnSpc>
                <a:spcPct val="100000"/>
              </a:lnSpc>
              <a:spcBef>
                <a:spcPts val="0"/>
              </a:spcBef>
              <a:buClr>
                <a:srgbClr val="9E3039"/>
              </a:buClr>
              <a:buFont typeface="Arial" pitchFamily="34" charset="0"/>
              <a:buNone/>
              <a:defRPr kumimoji="0" lang="en-US" sz="700" b="0" i="0" u="none" strike="noStrike" kern="1200" cap="none" spc="0" normalizeH="0" baseline="0" noProof="0" dirty="0" smtClean="0">
                <a:ln>
                  <a:noFill/>
                </a:ln>
                <a:solidFill>
                  <a:srgbClr val="808080"/>
                </a:solidFill>
                <a:effectLst/>
                <a:uLnTx/>
                <a:uFillTx/>
                <a:latin typeface="+mn-lt"/>
                <a:ea typeface="+mn-ea"/>
                <a:cs typeface="+mn-cs"/>
              </a:defRPr>
            </a:lvl2pPr>
            <a:lvl3pPr marL="0" indent="0" algn="l" defTabSz="914400" rtl="0" eaLnBrk="1" latinLnBrk="0" hangingPunct="1">
              <a:lnSpc>
                <a:spcPct val="100000"/>
              </a:lnSpc>
              <a:spcBef>
                <a:spcPts val="100"/>
              </a:spcBef>
              <a:buClr>
                <a:srgbClr val="9E3039"/>
              </a:buClr>
              <a:buFont typeface="Arial" pitchFamily="34" charset="0"/>
              <a:buNone/>
              <a:defRPr kumimoji="0" lang="en-US" sz="700" b="0" i="0" u="none" strike="noStrike" kern="1200" cap="none" spc="0" normalizeH="0" baseline="0" noProof="0" dirty="0" smtClean="0">
                <a:ln>
                  <a:noFill/>
                </a:ln>
                <a:solidFill>
                  <a:srgbClr val="808080"/>
                </a:solidFill>
                <a:effectLst/>
                <a:uLnTx/>
                <a:uFillTx/>
                <a:latin typeface="+mn-lt"/>
                <a:ea typeface="+mn-ea"/>
                <a:cs typeface="+mn-cs"/>
              </a:defRPr>
            </a:lvl3pPr>
            <a:lvl4pPr marL="0" indent="0" algn="l" defTabSz="914400" rtl="0" eaLnBrk="1" latinLnBrk="0" hangingPunct="1">
              <a:lnSpc>
                <a:spcPct val="100000"/>
              </a:lnSpc>
              <a:spcBef>
                <a:spcPts val="100"/>
              </a:spcBef>
              <a:buClr>
                <a:srgbClr val="9E3039"/>
              </a:buClr>
              <a:buFont typeface="Arial" pitchFamily="34" charset="0"/>
              <a:buNone/>
              <a:defRPr kumimoji="0" lang="en-US" sz="700" b="0" i="0" u="none" strike="noStrike" kern="1200" cap="none" spc="0" normalizeH="0" baseline="0" noProof="0" dirty="0" smtClean="0">
                <a:ln>
                  <a:noFill/>
                </a:ln>
                <a:solidFill>
                  <a:srgbClr val="808080"/>
                </a:solidFill>
                <a:effectLst/>
                <a:uLnTx/>
                <a:uFillTx/>
                <a:latin typeface="+mn-lt"/>
                <a:ea typeface="+mn-ea"/>
                <a:cs typeface="+mn-cs"/>
              </a:defRPr>
            </a:lvl4pPr>
            <a:lvl5pPr marL="0" indent="0" algn="l" defTabSz="914400" rtl="0" eaLnBrk="1" latinLnBrk="0" hangingPunct="1">
              <a:lnSpc>
                <a:spcPct val="100000"/>
              </a:lnSpc>
              <a:spcBef>
                <a:spcPts val="100"/>
              </a:spcBef>
              <a:buClr>
                <a:srgbClr val="9E3039"/>
              </a:buClr>
              <a:buFont typeface="Arial" pitchFamily="34" charset="0"/>
              <a:buNone/>
              <a:defRPr kumimoji="0" lang="en-US" sz="700" b="0" i="0" u="none" strike="noStrike" kern="1200" cap="none" spc="0" normalizeH="0" baseline="0" noProof="0" dirty="0">
                <a:ln>
                  <a:noFill/>
                </a:ln>
                <a:solidFill>
                  <a:srgbClr val="80808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0" name="Text Placeholder 21"/>
          <p:cNvSpPr>
            <a:spLocks noGrp="1"/>
          </p:cNvSpPr>
          <p:nvPr>
            <p:ph type="body" sz="quarter" idx="102"/>
          </p:nvPr>
        </p:nvSpPr>
        <p:spPr>
          <a:xfrm>
            <a:off x="2818451" y="121920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1" name="Text Placeholder 21"/>
          <p:cNvSpPr>
            <a:spLocks noGrp="1"/>
          </p:cNvSpPr>
          <p:nvPr>
            <p:ph type="body" sz="quarter" idx="103"/>
          </p:nvPr>
        </p:nvSpPr>
        <p:spPr>
          <a:xfrm>
            <a:off x="5035768" y="121920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2" name="Text Placeholder 21"/>
          <p:cNvSpPr>
            <a:spLocks noGrp="1"/>
          </p:cNvSpPr>
          <p:nvPr>
            <p:ph type="body" sz="quarter" idx="104"/>
          </p:nvPr>
        </p:nvSpPr>
        <p:spPr>
          <a:xfrm>
            <a:off x="7253085" y="121920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3" name="Text Placeholder 21"/>
          <p:cNvSpPr>
            <a:spLocks noGrp="1"/>
          </p:cNvSpPr>
          <p:nvPr>
            <p:ph type="body" sz="quarter" idx="105"/>
          </p:nvPr>
        </p:nvSpPr>
        <p:spPr>
          <a:xfrm>
            <a:off x="9470400" y="121920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4" name="Text Placeholder 21"/>
          <p:cNvSpPr>
            <a:spLocks noGrp="1"/>
          </p:cNvSpPr>
          <p:nvPr>
            <p:ph type="body" sz="quarter" idx="108"/>
          </p:nvPr>
        </p:nvSpPr>
        <p:spPr>
          <a:xfrm>
            <a:off x="2818451" y="291465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5" name="Text Placeholder 21"/>
          <p:cNvSpPr>
            <a:spLocks noGrp="1"/>
          </p:cNvSpPr>
          <p:nvPr>
            <p:ph type="body" sz="quarter" idx="109"/>
          </p:nvPr>
        </p:nvSpPr>
        <p:spPr>
          <a:xfrm>
            <a:off x="2818451" y="4626864"/>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u="none"/>
            </a:lvl1pPr>
            <a:lvl2pPr marL="0" indent="0">
              <a:lnSpc>
                <a:spcPct val="100000"/>
              </a:lnSpc>
              <a:spcBef>
                <a:spcPts val="0"/>
              </a:spcBef>
              <a:buNone/>
              <a:defRPr sz="700" b="0" i="0" u="none">
                <a:solidFill>
                  <a:srgbClr val="808080"/>
                </a:solidFill>
              </a:defRPr>
            </a:lvl2pPr>
            <a:lvl3pPr marL="0" indent="0">
              <a:lnSpc>
                <a:spcPct val="100000"/>
              </a:lnSpc>
              <a:spcBef>
                <a:spcPts val="100"/>
              </a:spcBef>
              <a:buNone/>
              <a:defRPr sz="700" b="0" i="0" u="none">
                <a:solidFill>
                  <a:srgbClr val="808080"/>
                </a:solidFill>
              </a:defRPr>
            </a:lvl3pPr>
            <a:lvl4pPr marL="0" indent="0">
              <a:lnSpc>
                <a:spcPct val="100000"/>
              </a:lnSpc>
              <a:spcBef>
                <a:spcPts val="100"/>
              </a:spcBef>
              <a:buNone/>
              <a:defRPr sz="700" b="0" i="0" u="none">
                <a:solidFill>
                  <a:srgbClr val="808080"/>
                </a:solidFill>
              </a:defRPr>
            </a:lvl4pPr>
            <a:lvl5pPr marL="0" indent="0">
              <a:lnSpc>
                <a:spcPct val="100000"/>
              </a:lnSpc>
              <a:spcBef>
                <a:spcPts val="100"/>
              </a:spcBef>
              <a:buNone/>
              <a:defRPr sz="700" b="0" i="0" u="none">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6" name="Text Placeholder 21"/>
          <p:cNvSpPr>
            <a:spLocks noGrp="1"/>
          </p:cNvSpPr>
          <p:nvPr>
            <p:ph type="body" sz="quarter" idx="110"/>
          </p:nvPr>
        </p:nvSpPr>
        <p:spPr>
          <a:xfrm>
            <a:off x="5035768" y="291465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7" name="Text Placeholder 21"/>
          <p:cNvSpPr>
            <a:spLocks noGrp="1"/>
          </p:cNvSpPr>
          <p:nvPr>
            <p:ph type="body" sz="quarter" idx="111"/>
          </p:nvPr>
        </p:nvSpPr>
        <p:spPr>
          <a:xfrm>
            <a:off x="5035768" y="4626864"/>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8" name="Text Placeholder 21"/>
          <p:cNvSpPr>
            <a:spLocks noGrp="1"/>
          </p:cNvSpPr>
          <p:nvPr>
            <p:ph type="body" sz="quarter" idx="112"/>
          </p:nvPr>
        </p:nvSpPr>
        <p:spPr>
          <a:xfrm>
            <a:off x="7253085" y="291465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9" name="Text Placeholder 21"/>
          <p:cNvSpPr>
            <a:spLocks noGrp="1"/>
          </p:cNvSpPr>
          <p:nvPr>
            <p:ph type="body" sz="quarter" idx="113"/>
          </p:nvPr>
        </p:nvSpPr>
        <p:spPr>
          <a:xfrm>
            <a:off x="7253085" y="4626864"/>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0" name="Text Placeholder 21"/>
          <p:cNvSpPr>
            <a:spLocks noGrp="1"/>
          </p:cNvSpPr>
          <p:nvPr>
            <p:ph type="body" sz="quarter" idx="114"/>
          </p:nvPr>
        </p:nvSpPr>
        <p:spPr>
          <a:xfrm>
            <a:off x="9470400" y="291465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1" name="Text Placeholder 21"/>
          <p:cNvSpPr>
            <a:spLocks noGrp="1"/>
          </p:cNvSpPr>
          <p:nvPr>
            <p:ph type="body" sz="quarter" idx="115"/>
          </p:nvPr>
        </p:nvSpPr>
        <p:spPr>
          <a:xfrm>
            <a:off x="9470400" y="4626864"/>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8" name="Text Placeholder 21"/>
          <p:cNvSpPr>
            <a:spLocks noGrp="1"/>
          </p:cNvSpPr>
          <p:nvPr>
            <p:ph type="body" sz="quarter" idx="116"/>
          </p:nvPr>
        </p:nvSpPr>
        <p:spPr>
          <a:xfrm>
            <a:off x="601133" y="431368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60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69" name="Text Placeholder 21"/>
          <p:cNvSpPr>
            <a:spLocks noGrp="1"/>
          </p:cNvSpPr>
          <p:nvPr>
            <p:ph type="body" sz="quarter" idx="117"/>
          </p:nvPr>
        </p:nvSpPr>
        <p:spPr>
          <a:xfrm>
            <a:off x="601133" y="6020181"/>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60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70" name="Text Placeholder 21"/>
          <p:cNvSpPr>
            <a:spLocks noGrp="1"/>
          </p:cNvSpPr>
          <p:nvPr>
            <p:ph type="body" sz="quarter" idx="118"/>
          </p:nvPr>
        </p:nvSpPr>
        <p:spPr>
          <a:xfrm>
            <a:off x="601133" y="261823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0"/>
              </a:spcBef>
              <a:buNone/>
              <a:defRPr sz="700" b="1" i="1"/>
            </a:lvl1pPr>
            <a:lvl2pPr marL="0" indent="0" algn="l" defTabSz="914400" rtl="0" eaLnBrk="1" latinLnBrk="0" hangingPunct="1">
              <a:lnSpc>
                <a:spcPct val="100000"/>
              </a:lnSpc>
              <a:spcBef>
                <a:spcPts val="0"/>
              </a:spcBef>
              <a:buClr>
                <a:srgbClr val="9E3039"/>
              </a:buClr>
              <a:buFont typeface="Arial" pitchFamily="34" charset="0"/>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2pPr>
            <a:lvl3pPr marL="0" indent="0" algn="l" defTabSz="914400" rtl="0" eaLnBrk="1" latinLnBrk="0" hangingPunct="1">
              <a:lnSpc>
                <a:spcPct val="100000"/>
              </a:lnSpc>
              <a:spcBef>
                <a:spcPts val="100"/>
              </a:spcBef>
              <a:buClr>
                <a:srgbClr val="9E3039"/>
              </a:buClr>
              <a:buFont typeface="Arial" pitchFamily="34" charset="0"/>
              <a:buNone/>
              <a:defRPr kumimoji="0" lang="en-US" sz="700" b="0" i="1" u="none" strike="noStrike" kern="1200" cap="none" spc="0" normalizeH="0" baseline="0" noProof="0" dirty="0" smtClean="0">
                <a:ln>
                  <a:noFill/>
                </a:ln>
                <a:solidFill>
                  <a:srgbClr val="808080"/>
                </a:solidFill>
                <a:effectLst/>
                <a:uLnTx/>
                <a:uFillTx/>
                <a:latin typeface="+mn-lt"/>
                <a:ea typeface="+mn-ea"/>
                <a:cs typeface="+mn-cs"/>
              </a:defRPr>
            </a:lvl3pPr>
            <a:lvl4pPr marL="0" indent="0" algn="l" defTabSz="914400" rtl="0" eaLnBrk="1" latinLnBrk="0" hangingPunct="1">
              <a:lnSpc>
                <a:spcPct val="100000"/>
              </a:lnSpc>
              <a:spcBef>
                <a:spcPts val="100"/>
              </a:spcBef>
              <a:buClr>
                <a:srgbClr val="9E3039"/>
              </a:buClr>
              <a:buFont typeface="Arial" pitchFamily="34" charset="0"/>
              <a:buNone/>
              <a:defRPr kumimoji="0" lang="en-US" sz="700" b="0" i="0" u="none" strike="noStrike" kern="1200" cap="none" spc="0" normalizeH="0" baseline="0" noProof="0" dirty="0" smtClean="0">
                <a:ln>
                  <a:noFill/>
                </a:ln>
                <a:solidFill>
                  <a:srgbClr val="808080"/>
                </a:solidFill>
                <a:effectLst/>
                <a:uLnTx/>
                <a:uFillTx/>
                <a:latin typeface="+mn-lt"/>
                <a:ea typeface="+mn-ea"/>
                <a:cs typeface="+mn-cs"/>
              </a:defRPr>
            </a:lvl4pPr>
            <a:lvl5pPr marL="0" indent="0" algn="l" defTabSz="914400" rtl="0" eaLnBrk="1" latinLnBrk="0" hangingPunct="1">
              <a:lnSpc>
                <a:spcPct val="100000"/>
              </a:lnSpc>
              <a:spcBef>
                <a:spcPts val="100"/>
              </a:spcBef>
              <a:buClr>
                <a:srgbClr val="9E3039"/>
              </a:buClr>
              <a:buFont typeface="Arial" pitchFamily="34" charset="0"/>
              <a:buNone/>
              <a:defRPr kumimoji="0" lang="en-US" sz="700" b="0" i="0" u="none" strike="noStrike" kern="1200" cap="none" spc="0" normalizeH="0" baseline="0" noProof="0" dirty="0">
                <a:ln>
                  <a:noFill/>
                </a:ln>
                <a:solidFill>
                  <a:srgbClr val="808080"/>
                </a:solidFill>
                <a:effectLst/>
                <a:uLnTx/>
                <a:uFillTx/>
                <a:latin typeface="+mn-lt"/>
                <a:ea typeface="+mn-ea"/>
                <a:cs typeface="+mn-cs"/>
              </a:defRPr>
            </a:lvl5pPr>
          </a:lstStyle>
          <a:p>
            <a:pPr lvl="0"/>
            <a:r>
              <a:rPr lang="en-US"/>
              <a:t>Click to edit Master text styles</a:t>
            </a:r>
          </a:p>
        </p:txBody>
      </p:sp>
      <p:sp>
        <p:nvSpPr>
          <p:cNvPr id="71" name="Text Placeholder 21"/>
          <p:cNvSpPr>
            <a:spLocks noGrp="1"/>
          </p:cNvSpPr>
          <p:nvPr>
            <p:ph type="body" sz="quarter" idx="119"/>
          </p:nvPr>
        </p:nvSpPr>
        <p:spPr>
          <a:xfrm>
            <a:off x="2818451" y="261823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0"/>
              </a:spcBef>
              <a:buNone/>
              <a:defRPr sz="700" b="1" i="1"/>
            </a:lvl1pPr>
            <a:lvl2pPr marL="0" indent="0">
              <a:lnSpc>
                <a:spcPct val="100000"/>
              </a:lnSpc>
              <a:spcBef>
                <a:spcPts val="0"/>
              </a:spcBef>
              <a:buNone/>
              <a:defRPr sz="700" b="0">
                <a:solidFill>
                  <a:schemeClr val="tx1"/>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72" name="Text Placeholder 21"/>
          <p:cNvSpPr>
            <a:spLocks noGrp="1"/>
          </p:cNvSpPr>
          <p:nvPr>
            <p:ph type="body" sz="quarter" idx="120"/>
          </p:nvPr>
        </p:nvSpPr>
        <p:spPr>
          <a:xfrm>
            <a:off x="5035768" y="261823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73" name="Text Placeholder 21"/>
          <p:cNvSpPr>
            <a:spLocks noGrp="1"/>
          </p:cNvSpPr>
          <p:nvPr>
            <p:ph type="body" sz="quarter" idx="121"/>
          </p:nvPr>
        </p:nvSpPr>
        <p:spPr>
          <a:xfrm>
            <a:off x="7253085" y="261823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74" name="Text Placeholder 21"/>
          <p:cNvSpPr>
            <a:spLocks noGrp="1"/>
          </p:cNvSpPr>
          <p:nvPr>
            <p:ph type="body" sz="quarter" idx="122"/>
          </p:nvPr>
        </p:nvSpPr>
        <p:spPr>
          <a:xfrm>
            <a:off x="9470400" y="261823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75" name="Text Placeholder 21"/>
          <p:cNvSpPr>
            <a:spLocks noGrp="1"/>
          </p:cNvSpPr>
          <p:nvPr>
            <p:ph type="body" sz="quarter" idx="123"/>
          </p:nvPr>
        </p:nvSpPr>
        <p:spPr>
          <a:xfrm>
            <a:off x="2818451" y="431368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60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76" name="Text Placeholder 21"/>
          <p:cNvSpPr>
            <a:spLocks noGrp="1"/>
          </p:cNvSpPr>
          <p:nvPr>
            <p:ph type="body" sz="quarter" idx="124"/>
          </p:nvPr>
        </p:nvSpPr>
        <p:spPr>
          <a:xfrm>
            <a:off x="2818451" y="6024245"/>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60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77" name="Text Placeholder 21"/>
          <p:cNvSpPr>
            <a:spLocks noGrp="1"/>
          </p:cNvSpPr>
          <p:nvPr>
            <p:ph type="body" sz="quarter" idx="125"/>
          </p:nvPr>
        </p:nvSpPr>
        <p:spPr>
          <a:xfrm>
            <a:off x="5035768" y="431368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60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78" name="Text Placeholder 21"/>
          <p:cNvSpPr>
            <a:spLocks noGrp="1"/>
          </p:cNvSpPr>
          <p:nvPr>
            <p:ph type="body" sz="quarter" idx="126"/>
          </p:nvPr>
        </p:nvSpPr>
        <p:spPr>
          <a:xfrm>
            <a:off x="5035768" y="6024245"/>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60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79" name="Text Placeholder 21"/>
          <p:cNvSpPr>
            <a:spLocks noGrp="1"/>
          </p:cNvSpPr>
          <p:nvPr>
            <p:ph type="body" sz="quarter" idx="127"/>
          </p:nvPr>
        </p:nvSpPr>
        <p:spPr>
          <a:xfrm>
            <a:off x="7253085" y="431368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60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80" name="Text Placeholder 21"/>
          <p:cNvSpPr>
            <a:spLocks noGrp="1"/>
          </p:cNvSpPr>
          <p:nvPr>
            <p:ph type="body" sz="quarter" idx="128"/>
          </p:nvPr>
        </p:nvSpPr>
        <p:spPr>
          <a:xfrm>
            <a:off x="7253085" y="6024245"/>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60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81" name="Text Placeholder 21"/>
          <p:cNvSpPr>
            <a:spLocks noGrp="1"/>
          </p:cNvSpPr>
          <p:nvPr>
            <p:ph type="body" sz="quarter" idx="129"/>
          </p:nvPr>
        </p:nvSpPr>
        <p:spPr>
          <a:xfrm>
            <a:off x="9470400" y="431368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60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82" name="Text Placeholder 21"/>
          <p:cNvSpPr>
            <a:spLocks noGrp="1"/>
          </p:cNvSpPr>
          <p:nvPr>
            <p:ph type="body" sz="quarter" idx="130"/>
          </p:nvPr>
        </p:nvSpPr>
        <p:spPr>
          <a:xfrm>
            <a:off x="9470400" y="6024245"/>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60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36" name="Rectangle 2"/>
          <p:cNvSpPr>
            <a:spLocks noGrp="1" noChangeArrowheads="1"/>
          </p:cNvSpPr>
          <p:nvPr>
            <p:ph type="title"/>
          </p:nvPr>
        </p:nvSpPr>
        <p:spPr bwMode="gray">
          <a:xfrm>
            <a:off x="596901"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33" name="Slide Number Placeholder 9"/>
          <p:cNvSpPr>
            <a:spLocks noGrp="1"/>
          </p:cNvSpPr>
          <p:nvPr>
            <p:ph type="sldNum" sz="quarter" idx="131"/>
          </p:nvPr>
        </p:nvSpPr>
        <p:spPr/>
        <p:txBody>
          <a:bodyPr/>
          <a:lstStyle>
            <a:lvl1pPr>
              <a:defRPr/>
            </a:lvl1pPr>
          </a:lstStyle>
          <a:p>
            <a:fld id="{44A3DAED-98CA-ED44-BD8D-010557C4E8AD}" type="slidenum">
              <a:rPr lang="en-US" altLang="en-US"/>
              <a:pPr/>
              <a:t>‹#›</a:t>
            </a:fld>
            <a:endParaRPr lang="en-US" altLang="en-US"/>
          </a:p>
        </p:txBody>
      </p:sp>
      <p:sp>
        <p:nvSpPr>
          <p:cNvPr id="34" name="Footer Placeholder 12"/>
          <p:cNvSpPr>
            <a:spLocks noGrp="1"/>
          </p:cNvSpPr>
          <p:nvPr>
            <p:ph type="ftr" sz="quarter" idx="132"/>
          </p:nvPr>
        </p:nvSpPr>
        <p:spPr/>
        <p:txBody>
          <a:bodyPr/>
          <a:lstStyle>
            <a:lvl1pPr>
              <a:defRPr/>
            </a:lvl1pPr>
          </a:lstStyle>
          <a:p>
            <a:pPr>
              <a:defRPr/>
            </a:pPr>
            <a:r>
              <a:rPr lang="en-US"/>
              <a:t>Redemptions</a:t>
            </a:r>
          </a:p>
        </p:txBody>
      </p:sp>
    </p:spTree>
    <p:extLst>
      <p:ext uri="{BB962C8B-B14F-4D97-AF65-F5344CB8AC3E}">
        <p14:creationId xmlns:p14="http://schemas.microsoft.com/office/powerpoint/2010/main" val="1920796383"/>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userDrawn="1">
  <p:cSld name="Tombstone - AWARDS V2">
    <p:spTree>
      <p:nvGrpSpPr>
        <p:cNvPr id="1" name=""/>
        <p:cNvGrpSpPr/>
        <p:nvPr/>
      </p:nvGrpSpPr>
      <p:grpSpPr>
        <a:xfrm>
          <a:off x="0" y="0"/>
          <a:ext cx="0" cy="0"/>
          <a:chOff x="0" y="0"/>
          <a:chExt cx="0" cy="0"/>
        </a:xfrm>
      </p:grpSpPr>
      <p:sp>
        <p:nvSpPr>
          <p:cNvPr id="6" name="Text Placeholder 21"/>
          <p:cNvSpPr>
            <a:spLocks noGrp="1"/>
          </p:cNvSpPr>
          <p:nvPr>
            <p:ph type="body" sz="quarter" idx="106"/>
          </p:nvPr>
        </p:nvSpPr>
        <p:spPr>
          <a:xfrm>
            <a:off x="601133" y="2914650"/>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Text Placeholder 21"/>
          <p:cNvSpPr>
            <a:spLocks noGrp="1"/>
          </p:cNvSpPr>
          <p:nvPr>
            <p:ph type="body" sz="quarter" idx="107"/>
          </p:nvPr>
        </p:nvSpPr>
        <p:spPr>
          <a:xfrm>
            <a:off x="601133" y="4622800"/>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Text Placeholder 21"/>
          <p:cNvSpPr>
            <a:spLocks noGrp="1"/>
          </p:cNvSpPr>
          <p:nvPr>
            <p:ph type="body" sz="quarter" idx="101"/>
          </p:nvPr>
        </p:nvSpPr>
        <p:spPr>
          <a:xfrm>
            <a:off x="601133" y="1219200"/>
            <a:ext cx="2112000" cy="12954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gn="l" defTabSz="914400" rtl="0" eaLnBrk="1" latinLnBrk="0" hangingPunct="1">
              <a:lnSpc>
                <a:spcPct val="100000"/>
              </a:lnSpc>
              <a:spcBef>
                <a:spcPts val="100"/>
              </a:spcBef>
              <a:buClr>
                <a:srgbClr val="9E3039"/>
              </a:buClr>
              <a:buFont typeface="Arial" pitchFamily="34" charset="0"/>
              <a:buNone/>
              <a:defRPr kumimoji="0" lang="en-US" sz="700" b="0" i="0" u="none" strike="noStrike" kern="1200" cap="none" spc="0" normalizeH="0" baseline="0" noProof="0" dirty="0" smtClean="0">
                <a:ln>
                  <a:noFill/>
                </a:ln>
                <a:solidFill>
                  <a:srgbClr val="808080"/>
                </a:solidFill>
                <a:effectLst/>
                <a:uLnTx/>
                <a:uFillTx/>
                <a:latin typeface="+mn-lt"/>
                <a:ea typeface="+mn-ea"/>
                <a:cs typeface="+mn-cs"/>
              </a:defRPr>
            </a:lvl2pPr>
            <a:lvl3pPr marL="0" indent="0" algn="l" defTabSz="914400" rtl="0" eaLnBrk="1" latinLnBrk="0" hangingPunct="1">
              <a:lnSpc>
                <a:spcPct val="100000"/>
              </a:lnSpc>
              <a:spcBef>
                <a:spcPts val="100"/>
              </a:spcBef>
              <a:buClr>
                <a:srgbClr val="9E3039"/>
              </a:buClr>
              <a:buFont typeface="Arial" pitchFamily="34" charset="0"/>
              <a:buNone/>
              <a:defRPr kumimoji="0" lang="en-US" sz="700" b="0" i="0" u="none" strike="noStrike" kern="1200" cap="none" spc="0" normalizeH="0" baseline="0" noProof="0" dirty="0" smtClean="0">
                <a:ln>
                  <a:noFill/>
                </a:ln>
                <a:solidFill>
                  <a:srgbClr val="808080"/>
                </a:solidFill>
                <a:effectLst/>
                <a:uLnTx/>
                <a:uFillTx/>
                <a:latin typeface="+mn-lt"/>
                <a:ea typeface="+mn-ea"/>
                <a:cs typeface="+mn-cs"/>
              </a:defRPr>
            </a:lvl3pPr>
            <a:lvl4pPr marL="0" indent="0" algn="l" defTabSz="914400" rtl="0" eaLnBrk="1" latinLnBrk="0" hangingPunct="1">
              <a:lnSpc>
                <a:spcPct val="100000"/>
              </a:lnSpc>
              <a:spcBef>
                <a:spcPts val="100"/>
              </a:spcBef>
              <a:buClr>
                <a:srgbClr val="9E3039"/>
              </a:buClr>
              <a:buFont typeface="Arial" pitchFamily="34" charset="0"/>
              <a:buNone/>
              <a:defRPr kumimoji="0" lang="en-US" sz="700" b="0" i="0" u="none" strike="noStrike" kern="1200" cap="none" spc="0" normalizeH="0" baseline="0" noProof="0" dirty="0" smtClean="0">
                <a:ln>
                  <a:noFill/>
                </a:ln>
                <a:solidFill>
                  <a:srgbClr val="808080"/>
                </a:solidFill>
                <a:effectLst/>
                <a:uLnTx/>
                <a:uFillTx/>
                <a:latin typeface="+mn-lt"/>
                <a:ea typeface="+mn-ea"/>
                <a:cs typeface="+mn-cs"/>
              </a:defRPr>
            </a:lvl4pPr>
            <a:lvl5pPr marL="0" indent="0" algn="l" defTabSz="914400" rtl="0" eaLnBrk="1" latinLnBrk="0" hangingPunct="1">
              <a:lnSpc>
                <a:spcPct val="100000"/>
              </a:lnSpc>
              <a:spcBef>
                <a:spcPts val="100"/>
              </a:spcBef>
              <a:buClr>
                <a:srgbClr val="9E3039"/>
              </a:buClr>
              <a:buFont typeface="Arial" pitchFamily="34" charset="0"/>
              <a:buNone/>
              <a:defRPr kumimoji="0" lang="en-US" sz="700" b="0" i="0" u="none" strike="noStrike" kern="1200" cap="none" spc="0" normalizeH="0" baseline="0" noProof="0" dirty="0">
                <a:ln>
                  <a:noFill/>
                </a:ln>
                <a:solidFill>
                  <a:srgbClr val="80808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Text Placeholder 21"/>
          <p:cNvSpPr>
            <a:spLocks noGrp="1"/>
          </p:cNvSpPr>
          <p:nvPr>
            <p:ph type="body" sz="quarter" idx="102"/>
          </p:nvPr>
        </p:nvSpPr>
        <p:spPr>
          <a:xfrm>
            <a:off x="2818451" y="1219200"/>
            <a:ext cx="2112000" cy="12954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Text Placeholder 21"/>
          <p:cNvSpPr>
            <a:spLocks noGrp="1"/>
          </p:cNvSpPr>
          <p:nvPr>
            <p:ph type="body" sz="quarter" idx="103"/>
          </p:nvPr>
        </p:nvSpPr>
        <p:spPr>
          <a:xfrm>
            <a:off x="5035768" y="1219200"/>
            <a:ext cx="2112000" cy="12954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Text Placeholder 21"/>
          <p:cNvSpPr>
            <a:spLocks noGrp="1"/>
          </p:cNvSpPr>
          <p:nvPr>
            <p:ph type="body" sz="quarter" idx="104"/>
          </p:nvPr>
        </p:nvSpPr>
        <p:spPr>
          <a:xfrm>
            <a:off x="7253085" y="1219200"/>
            <a:ext cx="2112000" cy="12954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Text Placeholder 21"/>
          <p:cNvSpPr>
            <a:spLocks noGrp="1"/>
          </p:cNvSpPr>
          <p:nvPr>
            <p:ph type="body" sz="quarter" idx="105"/>
          </p:nvPr>
        </p:nvSpPr>
        <p:spPr>
          <a:xfrm>
            <a:off x="9470400" y="1219200"/>
            <a:ext cx="2112000" cy="12954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Text Placeholder 21"/>
          <p:cNvSpPr>
            <a:spLocks noGrp="1"/>
          </p:cNvSpPr>
          <p:nvPr>
            <p:ph type="body" sz="quarter" idx="108"/>
          </p:nvPr>
        </p:nvSpPr>
        <p:spPr>
          <a:xfrm>
            <a:off x="2818451" y="2914650"/>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4" name="Text Placeholder 21"/>
          <p:cNvSpPr>
            <a:spLocks noGrp="1"/>
          </p:cNvSpPr>
          <p:nvPr>
            <p:ph type="body" sz="quarter" idx="109"/>
          </p:nvPr>
        </p:nvSpPr>
        <p:spPr>
          <a:xfrm>
            <a:off x="2818451" y="4626864"/>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Text Placeholder 21"/>
          <p:cNvSpPr>
            <a:spLocks noGrp="1"/>
          </p:cNvSpPr>
          <p:nvPr>
            <p:ph type="body" sz="quarter" idx="110"/>
          </p:nvPr>
        </p:nvSpPr>
        <p:spPr>
          <a:xfrm>
            <a:off x="5035768" y="2914650"/>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6" name="Text Placeholder 21"/>
          <p:cNvSpPr>
            <a:spLocks noGrp="1"/>
          </p:cNvSpPr>
          <p:nvPr>
            <p:ph type="body" sz="quarter" idx="111"/>
          </p:nvPr>
        </p:nvSpPr>
        <p:spPr>
          <a:xfrm>
            <a:off x="5035768" y="4626864"/>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7" name="Text Placeholder 21"/>
          <p:cNvSpPr>
            <a:spLocks noGrp="1"/>
          </p:cNvSpPr>
          <p:nvPr>
            <p:ph type="body" sz="quarter" idx="112"/>
          </p:nvPr>
        </p:nvSpPr>
        <p:spPr>
          <a:xfrm>
            <a:off x="7253085" y="2914650"/>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8" name="Text Placeholder 21"/>
          <p:cNvSpPr>
            <a:spLocks noGrp="1"/>
          </p:cNvSpPr>
          <p:nvPr>
            <p:ph type="body" sz="quarter" idx="113"/>
          </p:nvPr>
        </p:nvSpPr>
        <p:spPr>
          <a:xfrm>
            <a:off x="7253085" y="4626864"/>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9" name="Text Placeholder 21"/>
          <p:cNvSpPr>
            <a:spLocks noGrp="1"/>
          </p:cNvSpPr>
          <p:nvPr>
            <p:ph type="body" sz="quarter" idx="114"/>
          </p:nvPr>
        </p:nvSpPr>
        <p:spPr>
          <a:xfrm>
            <a:off x="9470400" y="2914650"/>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0" name="Text Placeholder 21"/>
          <p:cNvSpPr>
            <a:spLocks noGrp="1"/>
          </p:cNvSpPr>
          <p:nvPr>
            <p:ph type="body" sz="quarter" idx="115"/>
          </p:nvPr>
        </p:nvSpPr>
        <p:spPr>
          <a:xfrm>
            <a:off x="9470400" y="4626864"/>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1" name="Text Placeholder 21"/>
          <p:cNvSpPr>
            <a:spLocks noGrp="1"/>
          </p:cNvSpPr>
          <p:nvPr>
            <p:ph type="body" sz="quarter" idx="116"/>
          </p:nvPr>
        </p:nvSpPr>
        <p:spPr>
          <a:xfrm>
            <a:off x="601133" y="251235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2" name="Text Placeholder 21"/>
          <p:cNvSpPr>
            <a:spLocks noGrp="1"/>
          </p:cNvSpPr>
          <p:nvPr>
            <p:ph type="body" sz="quarter" idx="117"/>
          </p:nvPr>
        </p:nvSpPr>
        <p:spPr>
          <a:xfrm>
            <a:off x="2818449" y="251460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3" name="Text Placeholder 21"/>
          <p:cNvSpPr>
            <a:spLocks noGrp="1"/>
          </p:cNvSpPr>
          <p:nvPr>
            <p:ph type="body" sz="quarter" idx="118"/>
          </p:nvPr>
        </p:nvSpPr>
        <p:spPr>
          <a:xfrm>
            <a:off x="5035765" y="251460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4" name="Text Placeholder 21"/>
          <p:cNvSpPr>
            <a:spLocks noGrp="1"/>
          </p:cNvSpPr>
          <p:nvPr>
            <p:ph type="body" sz="quarter" idx="119"/>
          </p:nvPr>
        </p:nvSpPr>
        <p:spPr>
          <a:xfrm>
            <a:off x="7253081" y="251460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5" name="Text Placeholder 21"/>
          <p:cNvSpPr>
            <a:spLocks noGrp="1"/>
          </p:cNvSpPr>
          <p:nvPr>
            <p:ph type="body" sz="quarter" idx="120"/>
          </p:nvPr>
        </p:nvSpPr>
        <p:spPr>
          <a:xfrm>
            <a:off x="9470400" y="251460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6" name="Text Placeholder 21"/>
          <p:cNvSpPr>
            <a:spLocks noGrp="1"/>
          </p:cNvSpPr>
          <p:nvPr>
            <p:ph type="body" sz="quarter" idx="121"/>
          </p:nvPr>
        </p:nvSpPr>
        <p:spPr>
          <a:xfrm>
            <a:off x="601133" y="421005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7" name="Text Placeholder 21"/>
          <p:cNvSpPr>
            <a:spLocks noGrp="1"/>
          </p:cNvSpPr>
          <p:nvPr>
            <p:ph type="body" sz="quarter" idx="122"/>
          </p:nvPr>
        </p:nvSpPr>
        <p:spPr>
          <a:xfrm>
            <a:off x="2818449" y="421005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8" name="Text Placeholder 21"/>
          <p:cNvSpPr>
            <a:spLocks noGrp="1"/>
          </p:cNvSpPr>
          <p:nvPr>
            <p:ph type="body" sz="quarter" idx="123"/>
          </p:nvPr>
        </p:nvSpPr>
        <p:spPr>
          <a:xfrm>
            <a:off x="5035765" y="421005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9" name="Text Placeholder 21"/>
          <p:cNvSpPr>
            <a:spLocks noGrp="1"/>
          </p:cNvSpPr>
          <p:nvPr>
            <p:ph type="body" sz="quarter" idx="124"/>
          </p:nvPr>
        </p:nvSpPr>
        <p:spPr>
          <a:xfrm>
            <a:off x="7253081" y="421005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0" name="Text Placeholder 21"/>
          <p:cNvSpPr>
            <a:spLocks noGrp="1"/>
          </p:cNvSpPr>
          <p:nvPr>
            <p:ph type="body" sz="quarter" idx="125"/>
          </p:nvPr>
        </p:nvSpPr>
        <p:spPr>
          <a:xfrm>
            <a:off x="9470400" y="421005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1" name="Text Placeholder 21"/>
          <p:cNvSpPr>
            <a:spLocks noGrp="1"/>
          </p:cNvSpPr>
          <p:nvPr>
            <p:ph type="body" sz="quarter" idx="126"/>
          </p:nvPr>
        </p:nvSpPr>
        <p:spPr>
          <a:xfrm>
            <a:off x="601133" y="5919125"/>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2" name="Text Placeholder 21"/>
          <p:cNvSpPr>
            <a:spLocks noGrp="1"/>
          </p:cNvSpPr>
          <p:nvPr>
            <p:ph type="body" sz="quarter" idx="127"/>
          </p:nvPr>
        </p:nvSpPr>
        <p:spPr>
          <a:xfrm>
            <a:off x="2818449" y="5919125"/>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3" name="Text Placeholder 21"/>
          <p:cNvSpPr>
            <a:spLocks noGrp="1"/>
          </p:cNvSpPr>
          <p:nvPr>
            <p:ph type="body" sz="quarter" idx="128"/>
          </p:nvPr>
        </p:nvSpPr>
        <p:spPr>
          <a:xfrm>
            <a:off x="5035765" y="5919125"/>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4" name="Text Placeholder 21"/>
          <p:cNvSpPr>
            <a:spLocks noGrp="1"/>
          </p:cNvSpPr>
          <p:nvPr>
            <p:ph type="body" sz="quarter" idx="129"/>
          </p:nvPr>
        </p:nvSpPr>
        <p:spPr>
          <a:xfrm>
            <a:off x="7253081" y="5919125"/>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5" name="Text Placeholder 21"/>
          <p:cNvSpPr>
            <a:spLocks noGrp="1"/>
          </p:cNvSpPr>
          <p:nvPr>
            <p:ph type="body" sz="quarter" idx="130"/>
          </p:nvPr>
        </p:nvSpPr>
        <p:spPr>
          <a:xfrm>
            <a:off x="9470400" y="5919125"/>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7" name="Rectangle 2"/>
          <p:cNvSpPr>
            <a:spLocks noGrp="1" noChangeArrowheads="1"/>
          </p:cNvSpPr>
          <p:nvPr>
            <p:ph type="title"/>
          </p:nvPr>
        </p:nvSpPr>
        <p:spPr bwMode="gray">
          <a:xfrm>
            <a:off x="596901"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36" name="Slide Number Placeholder 9"/>
          <p:cNvSpPr>
            <a:spLocks noGrp="1"/>
          </p:cNvSpPr>
          <p:nvPr>
            <p:ph type="sldNum" sz="quarter" idx="131"/>
          </p:nvPr>
        </p:nvSpPr>
        <p:spPr/>
        <p:txBody>
          <a:bodyPr/>
          <a:lstStyle>
            <a:lvl1pPr>
              <a:defRPr/>
            </a:lvl1pPr>
          </a:lstStyle>
          <a:p>
            <a:fld id="{465CD288-24B3-4B48-8EA0-67784588A8A0}" type="slidenum">
              <a:rPr lang="en-US" altLang="en-US"/>
              <a:pPr/>
              <a:t>‹#›</a:t>
            </a:fld>
            <a:endParaRPr lang="en-US" altLang="en-US"/>
          </a:p>
        </p:txBody>
      </p:sp>
      <p:sp>
        <p:nvSpPr>
          <p:cNvPr id="38" name="Footer Placeholder 12"/>
          <p:cNvSpPr>
            <a:spLocks noGrp="1"/>
          </p:cNvSpPr>
          <p:nvPr>
            <p:ph type="ftr" sz="quarter" idx="132"/>
          </p:nvPr>
        </p:nvSpPr>
        <p:spPr/>
        <p:txBody>
          <a:bodyPr/>
          <a:lstStyle>
            <a:lvl1pPr>
              <a:defRPr/>
            </a:lvl1pPr>
          </a:lstStyle>
          <a:p>
            <a:pPr>
              <a:defRPr/>
            </a:pPr>
            <a:r>
              <a:rPr lang="en-US"/>
              <a:t>Redemptions</a:t>
            </a:r>
          </a:p>
        </p:txBody>
      </p:sp>
    </p:spTree>
    <p:extLst>
      <p:ext uri="{BB962C8B-B14F-4D97-AF65-F5344CB8AC3E}">
        <p14:creationId xmlns:p14="http://schemas.microsoft.com/office/powerpoint/2010/main" val="1488665738"/>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userDrawn="1">
  <p:cSld name="Tombstone - AWARDS V3">
    <p:spTree>
      <p:nvGrpSpPr>
        <p:cNvPr id="1" name=""/>
        <p:cNvGrpSpPr/>
        <p:nvPr/>
      </p:nvGrpSpPr>
      <p:grpSpPr>
        <a:xfrm>
          <a:off x="0" y="0"/>
          <a:ext cx="0" cy="0"/>
          <a:chOff x="0" y="0"/>
          <a:chExt cx="0" cy="0"/>
        </a:xfrm>
      </p:grpSpPr>
      <p:sp>
        <p:nvSpPr>
          <p:cNvPr id="6" name="Text Placeholder 21"/>
          <p:cNvSpPr>
            <a:spLocks noGrp="1"/>
          </p:cNvSpPr>
          <p:nvPr>
            <p:ph type="body" sz="quarter" idx="106"/>
          </p:nvPr>
        </p:nvSpPr>
        <p:spPr>
          <a:xfrm>
            <a:off x="601133" y="291465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Text Placeholder 21"/>
          <p:cNvSpPr>
            <a:spLocks noGrp="1"/>
          </p:cNvSpPr>
          <p:nvPr>
            <p:ph type="body" sz="quarter" idx="107"/>
          </p:nvPr>
        </p:nvSpPr>
        <p:spPr>
          <a:xfrm>
            <a:off x="601133" y="4626864"/>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Text Placeholder 21"/>
          <p:cNvSpPr>
            <a:spLocks noGrp="1"/>
          </p:cNvSpPr>
          <p:nvPr>
            <p:ph type="body" sz="quarter" idx="101"/>
          </p:nvPr>
        </p:nvSpPr>
        <p:spPr>
          <a:xfrm>
            <a:off x="601133" y="121920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gn="l" defTabSz="914400" rtl="0" eaLnBrk="1" latinLnBrk="0" hangingPunct="1">
              <a:lnSpc>
                <a:spcPct val="100000"/>
              </a:lnSpc>
              <a:spcBef>
                <a:spcPts val="0"/>
              </a:spcBef>
              <a:buClr>
                <a:srgbClr val="9E3039"/>
              </a:buClr>
              <a:buFont typeface="Arial" pitchFamily="34" charset="0"/>
              <a:buNone/>
              <a:defRPr kumimoji="0" lang="en-US" sz="700" b="0" i="0" u="none" strike="noStrike" kern="1200" cap="none" spc="0" normalizeH="0" baseline="0" noProof="0" dirty="0" smtClean="0">
                <a:ln>
                  <a:noFill/>
                </a:ln>
                <a:solidFill>
                  <a:srgbClr val="808080"/>
                </a:solidFill>
                <a:effectLst/>
                <a:uLnTx/>
                <a:uFillTx/>
                <a:latin typeface="+mn-lt"/>
                <a:ea typeface="+mn-ea"/>
                <a:cs typeface="+mn-cs"/>
              </a:defRPr>
            </a:lvl2pPr>
            <a:lvl3pPr marL="0" indent="0" algn="l" defTabSz="914400" rtl="0" eaLnBrk="1" latinLnBrk="0" hangingPunct="1">
              <a:lnSpc>
                <a:spcPct val="100000"/>
              </a:lnSpc>
              <a:spcBef>
                <a:spcPts val="0"/>
              </a:spcBef>
              <a:buClr>
                <a:srgbClr val="9E3039"/>
              </a:buClr>
              <a:buFont typeface="Arial" pitchFamily="34" charset="0"/>
              <a:buNone/>
              <a:defRPr kumimoji="0" lang="en-US" sz="700" b="0" i="0" u="none" strike="noStrike" kern="1200" cap="none" spc="0" normalizeH="0" baseline="0" noProof="0" dirty="0" smtClean="0">
                <a:ln>
                  <a:noFill/>
                </a:ln>
                <a:solidFill>
                  <a:srgbClr val="808080"/>
                </a:solidFill>
                <a:effectLst/>
                <a:uLnTx/>
                <a:uFillTx/>
                <a:latin typeface="+mn-lt"/>
                <a:ea typeface="+mn-ea"/>
                <a:cs typeface="+mn-cs"/>
              </a:defRPr>
            </a:lvl3pPr>
            <a:lvl4pPr marL="0" indent="0" algn="l" defTabSz="914400" rtl="0" eaLnBrk="1" latinLnBrk="0" hangingPunct="1">
              <a:lnSpc>
                <a:spcPct val="100000"/>
              </a:lnSpc>
              <a:spcBef>
                <a:spcPts val="0"/>
              </a:spcBef>
              <a:buClr>
                <a:srgbClr val="9E3039"/>
              </a:buClr>
              <a:buFont typeface="Arial" pitchFamily="34" charset="0"/>
              <a:buNone/>
              <a:defRPr kumimoji="0" lang="en-US" sz="700" b="0" i="0" u="none" strike="noStrike" kern="1200" cap="none" spc="0" normalizeH="0" baseline="0" noProof="0" dirty="0" smtClean="0">
                <a:ln>
                  <a:noFill/>
                </a:ln>
                <a:solidFill>
                  <a:srgbClr val="808080"/>
                </a:solidFill>
                <a:effectLst/>
                <a:uLnTx/>
                <a:uFillTx/>
                <a:latin typeface="+mn-lt"/>
                <a:ea typeface="+mn-ea"/>
                <a:cs typeface="+mn-cs"/>
              </a:defRPr>
            </a:lvl4pPr>
            <a:lvl5pPr marL="0" indent="0" algn="l" defTabSz="914400" rtl="0" eaLnBrk="1" latinLnBrk="0" hangingPunct="1">
              <a:lnSpc>
                <a:spcPct val="100000"/>
              </a:lnSpc>
              <a:spcBef>
                <a:spcPts val="0"/>
              </a:spcBef>
              <a:buClr>
                <a:srgbClr val="9E3039"/>
              </a:buClr>
              <a:buFont typeface="Arial" pitchFamily="34" charset="0"/>
              <a:buNone/>
              <a:defRPr kumimoji="0" lang="en-US" sz="700" b="0" i="0" u="none" strike="noStrike" kern="1200" cap="none" spc="0" normalizeH="0" baseline="0" noProof="0" dirty="0">
                <a:ln>
                  <a:noFill/>
                </a:ln>
                <a:solidFill>
                  <a:srgbClr val="80808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Text Placeholder 21"/>
          <p:cNvSpPr>
            <a:spLocks noGrp="1"/>
          </p:cNvSpPr>
          <p:nvPr>
            <p:ph type="body" sz="quarter" idx="102"/>
          </p:nvPr>
        </p:nvSpPr>
        <p:spPr>
          <a:xfrm>
            <a:off x="2818451" y="121920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Text Placeholder 21"/>
          <p:cNvSpPr>
            <a:spLocks noGrp="1"/>
          </p:cNvSpPr>
          <p:nvPr>
            <p:ph type="body" sz="quarter" idx="103"/>
          </p:nvPr>
        </p:nvSpPr>
        <p:spPr>
          <a:xfrm>
            <a:off x="5035768" y="121920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Text Placeholder 21"/>
          <p:cNvSpPr>
            <a:spLocks noGrp="1"/>
          </p:cNvSpPr>
          <p:nvPr>
            <p:ph type="body" sz="quarter" idx="104"/>
          </p:nvPr>
        </p:nvSpPr>
        <p:spPr>
          <a:xfrm>
            <a:off x="7253085" y="121920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Text Placeholder 21"/>
          <p:cNvSpPr>
            <a:spLocks noGrp="1"/>
          </p:cNvSpPr>
          <p:nvPr>
            <p:ph type="body" sz="quarter" idx="105"/>
          </p:nvPr>
        </p:nvSpPr>
        <p:spPr>
          <a:xfrm>
            <a:off x="9470400" y="121920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Text Placeholder 21"/>
          <p:cNvSpPr>
            <a:spLocks noGrp="1"/>
          </p:cNvSpPr>
          <p:nvPr>
            <p:ph type="body" sz="quarter" idx="108"/>
          </p:nvPr>
        </p:nvSpPr>
        <p:spPr>
          <a:xfrm>
            <a:off x="2818451" y="291465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4" name="Text Placeholder 21"/>
          <p:cNvSpPr>
            <a:spLocks noGrp="1"/>
          </p:cNvSpPr>
          <p:nvPr>
            <p:ph type="body" sz="quarter" idx="109"/>
          </p:nvPr>
        </p:nvSpPr>
        <p:spPr>
          <a:xfrm>
            <a:off x="2818451" y="4626864"/>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Text Placeholder 21"/>
          <p:cNvSpPr>
            <a:spLocks noGrp="1"/>
          </p:cNvSpPr>
          <p:nvPr>
            <p:ph type="body" sz="quarter" idx="110"/>
          </p:nvPr>
        </p:nvSpPr>
        <p:spPr>
          <a:xfrm>
            <a:off x="5035768" y="291465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6" name="Text Placeholder 21"/>
          <p:cNvSpPr>
            <a:spLocks noGrp="1"/>
          </p:cNvSpPr>
          <p:nvPr>
            <p:ph type="body" sz="quarter" idx="111"/>
          </p:nvPr>
        </p:nvSpPr>
        <p:spPr>
          <a:xfrm>
            <a:off x="5035768" y="4626864"/>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7" name="Text Placeholder 21"/>
          <p:cNvSpPr>
            <a:spLocks noGrp="1"/>
          </p:cNvSpPr>
          <p:nvPr>
            <p:ph type="body" sz="quarter" idx="112"/>
          </p:nvPr>
        </p:nvSpPr>
        <p:spPr>
          <a:xfrm>
            <a:off x="7253085" y="291465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8" name="Text Placeholder 21"/>
          <p:cNvSpPr>
            <a:spLocks noGrp="1"/>
          </p:cNvSpPr>
          <p:nvPr>
            <p:ph type="body" sz="quarter" idx="113"/>
          </p:nvPr>
        </p:nvSpPr>
        <p:spPr>
          <a:xfrm>
            <a:off x="7253085" y="4626864"/>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9" name="Text Placeholder 21"/>
          <p:cNvSpPr>
            <a:spLocks noGrp="1"/>
          </p:cNvSpPr>
          <p:nvPr>
            <p:ph type="body" sz="quarter" idx="114"/>
          </p:nvPr>
        </p:nvSpPr>
        <p:spPr>
          <a:xfrm>
            <a:off x="9470400" y="291465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0" name="Text Placeholder 21"/>
          <p:cNvSpPr>
            <a:spLocks noGrp="1"/>
          </p:cNvSpPr>
          <p:nvPr>
            <p:ph type="body" sz="quarter" idx="115"/>
          </p:nvPr>
        </p:nvSpPr>
        <p:spPr>
          <a:xfrm>
            <a:off x="9470400" y="4626864"/>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1" name="Text Placeholder 21"/>
          <p:cNvSpPr>
            <a:spLocks noGrp="1"/>
          </p:cNvSpPr>
          <p:nvPr>
            <p:ph type="body" sz="quarter" idx="116"/>
          </p:nvPr>
        </p:nvSpPr>
        <p:spPr>
          <a:xfrm>
            <a:off x="601133" y="2432304"/>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2" name="Text Placeholder 21"/>
          <p:cNvSpPr>
            <a:spLocks noGrp="1"/>
          </p:cNvSpPr>
          <p:nvPr>
            <p:ph type="body" sz="quarter" idx="117"/>
          </p:nvPr>
        </p:nvSpPr>
        <p:spPr>
          <a:xfrm>
            <a:off x="2818449" y="2432304"/>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3" name="Text Placeholder 21"/>
          <p:cNvSpPr>
            <a:spLocks noGrp="1"/>
          </p:cNvSpPr>
          <p:nvPr>
            <p:ph type="body" sz="quarter" idx="118"/>
          </p:nvPr>
        </p:nvSpPr>
        <p:spPr>
          <a:xfrm>
            <a:off x="5035765" y="2432304"/>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4" name="Text Placeholder 21"/>
          <p:cNvSpPr>
            <a:spLocks noGrp="1"/>
          </p:cNvSpPr>
          <p:nvPr>
            <p:ph type="body" sz="quarter" idx="119"/>
          </p:nvPr>
        </p:nvSpPr>
        <p:spPr>
          <a:xfrm>
            <a:off x="7253081" y="2432304"/>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5" name="Text Placeholder 21"/>
          <p:cNvSpPr>
            <a:spLocks noGrp="1"/>
          </p:cNvSpPr>
          <p:nvPr>
            <p:ph type="body" sz="quarter" idx="120"/>
          </p:nvPr>
        </p:nvSpPr>
        <p:spPr>
          <a:xfrm>
            <a:off x="9470400" y="2432304"/>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6" name="Text Placeholder 21"/>
          <p:cNvSpPr>
            <a:spLocks noGrp="1"/>
          </p:cNvSpPr>
          <p:nvPr>
            <p:ph type="body" sz="quarter" idx="121"/>
          </p:nvPr>
        </p:nvSpPr>
        <p:spPr>
          <a:xfrm>
            <a:off x="601133" y="4133088"/>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7" name="Text Placeholder 21"/>
          <p:cNvSpPr>
            <a:spLocks noGrp="1"/>
          </p:cNvSpPr>
          <p:nvPr>
            <p:ph type="body" sz="quarter" idx="122"/>
          </p:nvPr>
        </p:nvSpPr>
        <p:spPr>
          <a:xfrm>
            <a:off x="2818449" y="4133088"/>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8" name="Text Placeholder 21"/>
          <p:cNvSpPr>
            <a:spLocks noGrp="1"/>
          </p:cNvSpPr>
          <p:nvPr>
            <p:ph type="body" sz="quarter" idx="123"/>
          </p:nvPr>
        </p:nvSpPr>
        <p:spPr>
          <a:xfrm>
            <a:off x="5035765" y="4133088"/>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9" name="Text Placeholder 21"/>
          <p:cNvSpPr>
            <a:spLocks noGrp="1"/>
          </p:cNvSpPr>
          <p:nvPr>
            <p:ph type="body" sz="quarter" idx="124"/>
          </p:nvPr>
        </p:nvSpPr>
        <p:spPr>
          <a:xfrm>
            <a:off x="7253081" y="4133088"/>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0" name="Text Placeholder 21"/>
          <p:cNvSpPr>
            <a:spLocks noGrp="1"/>
          </p:cNvSpPr>
          <p:nvPr>
            <p:ph type="body" sz="quarter" idx="125"/>
          </p:nvPr>
        </p:nvSpPr>
        <p:spPr>
          <a:xfrm>
            <a:off x="9470400" y="4133088"/>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1" name="Text Placeholder 21"/>
          <p:cNvSpPr>
            <a:spLocks noGrp="1"/>
          </p:cNvSpPr>
          <p:nvPr>
            <p:ph type="body" sz="quarter" idx="126"/>
          </p:nvPr>
        </p:nvSpPr>
        <p:spPr>
          <a:xfrm>
            <a:off x="601133" y="5843016"/>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2" name="Text Placeholder 21"/>
          <p:cNvSpPr>
            <a:spLocks noGrp="1"/>
          </p:cNvSpPr>
          <p:nvPr>
            <p:ph type="body" sz="quarter" idx="127"/>
          </p:nvPr>
        </p:nvSpPr>
        <p:spPr>
          <a:xfrm>
            <a:off x="2818449" y="5843016"/>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3" name="Text Placeholder 21"/>
          <p:cNvSpPr>
            <a:spLocks noGrp="1"/>
          </p:cNvSpPr>
          <p:nvPr>
            <p:ph type="body" sz="quarter" idx="128"/>
          </p:nvPr>
        </p:nvSpPr>
        <p:spPr>
          <a:xfrm>
            <a:off x="5035765" y="5843016"/>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4" name="Text Placeholder 21"/>
          <p:cNvSpPr>
            <a:spLocks noGrp="1"/>
          </p:cNvSpPr>
          <p:nvPr>
            <p:ph type="body" sz="quarter" idx="129"/>
          </p:nvPr>
        </p:nvSpPr>
        <p:spPr>
          <a:xfrm>
            <a:off x="7253081" y="5843016"/>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5" name="Text Placeholder 21"/>
          <p:cNvSpPr>
            <a:spLocks noGrp="1"/>
          </p:cNvSpPr>
          <p:nvPr>
            <p:ph type="body" sz="quarter" idx="130"/>
          </p:nvPr>
        </p:nvSpPr>
        <p:spPr>
          <a:xfrm>
            <a:off x="9470400" y="5843016"/>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7" name="Rectangle 2"/>
          <p:cNvSpPr>
            <a:spLocks noGrp="1" noChangeArrowheads="1"/>
          </p:cNvSpPr>
          <p:nvPr>
            <p:ph type="title"/>
          </p:nvPr>
        </p:nvSpPr>
        <p:spPr bwMode="gray">
          <a:xfrm>
            <a:off x="596901"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36" name="Slide Number Placeholder 9"/>
          <p:cNvSpPr>
            <a:spLocks noGrp="1"/>
          </p:cNvSpPr>
          <p:nvPr>
            <p:ph type="sldNum" sz="quarter" idx="131"/>
          </p:nvPr>
        </p:nvSpPr>
        <p:spPr/>
        <p:txBody>
          <a:bodyPr/>
          <a:lstStyle>
            <a:lvl1pPr>
              <a:defRPr/>
            </a:lvl1pPr>
          </a:lstStyle>
          <a:p>
            <a:fld id="{90FE7E78-F63E-6945-90BC-87516667A720}" type="slidenum">
              <a:rPr lang="en-US" altLang="en-US"/>
              <a:pPr/>
              <a:t>‹#›</a:t>
            </a:fld>
            <a:endParaRPr lang="en-US" altLang="en-US"/>
          </a:p>
        </p:txBody>
      </p:sp>
      <p:sp>
        <p:nvSpPr>
          <p:cNvPr id="38" name="Footer Placeholder 12"/>
          <p:cNvSpPr>
            <a:spLocks noGrp="1"/>
          </p:cNvSpPr>
          <p:nvPr>
            <p:ph type="ftr" sz="quarter" idx="132"/>
          </p:nvPr>
        </p:nvSpPr>
        <p:spPr/>
        <p:txBody>
          <a:bodyPr/>
          <a:lstStyle>
            <a:lvl1pPr>
              <a:defRPr/>
            </a:lvl1pPr>
          </a:lstStyle>
          <a:p>
            <a:pPr>
              <a:defRPr/>
            </a:pPr>
            <a:r>
              <a:rPr lang="en-US"/>
              <a:t>Redemptions</a:t>
            </a:r>
          </a:p>
        </p:txBody>
      </p:sp>
    </p:spTree>
    <p:extLst>
      <p:ext uri="{BB962C8B-B14F-4D97-AF65-F5344CB8AC3E}">
        <p14:creationId xmlns:p14="http://schemas.microsoft.com/office/powerpoint/2010/main" val="990063456"/>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914400" y="152400"/>
            <a:ext cx="10363200" cy="609600"/>
          </a:xfrm>
          <a:prstGeom prst="rect">
            <a:avLst/>
          </a:prstGeom>
        </p:spPr>
        <p:txBody>
          <a:bodyPr/>
          <a:lstStyle/>
          <a:p>
            <a:r>
              <a:rPr lang="en-US"/>
              <a:t>Click to edit Master title style</a:t>
            </a:r>
          </a:p>
        </p:txBody>
      </p:sp>
      <p:sp>
        <p:nvSpPr>
          <p:cNvPr id="3" name="Content Placeholder 2"/>
          <p:cNvSpPr>
            <a:spLocks noGrp="1"/>
          </p:cNvSpPr>
          <p:nvPr>
            <p:ph idx="1"/>
          </p:nvPr>
        </p:nvSpPr>
        <p:spPr>
          <a:xfrm>
            <a:off x="914400" y="914400"/>
            <a:ext cx="10363200" cy="5410200"/>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Rectangle 3"/>
          <p:cNvSpPr>
            <a:spLocks noGrp="1" noChangeArrowheads="1"/>
          </p:cNvSpPr>
          <p:nvPr>
            <p:ph type="ftr" sz="quarter" idx="10"/>
          </p:nvPr>
        </p:nvSpPr>
        <p:spPr/>
        <p:txBody>
          <a:bodyPr/>
          <a:lstStyle>
            <a:lvl1pPr>
              <a:defRPr b="0"/>
            </a:lvl1pPr>
          </a:lstStyle>
          <a:p>
            <a:r>
              <a:rPr lang="en-US"/>
              <a:t>Redemptions</a:t>
            </a:r>
            <a:endParaRPr lang="en-US" dirty="0"/>
          </a:p>
        </p:txBody>
      </p:sp>
      <p:sp>
        <p:nvSpPr>
          <p:cNvPr id="5" name="Rectangle 4"/>
          <p:cNvSpPr>
            <a:spLocks noGrp="1" noChangeArrowheads="1"/>
          </p:cNvSpPr>
          <p:nvPr>
            <p:ph type="sldNum" sz="quarter" idx="11"/>
          </p:nvPr>
        </p:nvSpPr>
        <p:spPr/>
        <p:txBody>
          <a:bodyPr/>
          <a:lstStyle>
            <a:lvl1pPr>
              <a:defRPr/>
            </a:lvl1pPr>
          </a:lstStyle>
          <a:p>
            <a:endParaRPr lang="en-US" dirty="0">
              <a:latin typeface="Calibri"/>
            </a:endParaRPr>
          </a:p>
          <a:p>
            <a:fld id="{32A47CA8-1D40-3C49-82CF-CF2201A41E4F}" type="slidenum">
              <a:rPr lang="en-US" smtClean="0">
                <a:latin typeface="Calibri"/>
              </a:rPr>
              <a:pPr/>
              <a:t>‹#›</a:t>
            </a:fld>
            <a:endParaRPr lang="en-US" dirty="0">
              <a:latin typeface="Calibri"/>
            </a:endParaRPr>
          </a:p>
        </p:txBody>
      </p:sp>
    </p:spTree>
    <p:extLst>
      <p:ext uri="{BB962C8B-B14F-4D97-AF65-F5344CB8AC3E}">
        <p14:creationId xmlns:p14="http://schemas.microsoft.com/office/powerpoint/2010/main" val="265469765"/>
      </p:ext>
    </p:extLst>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type="txAndObj">
  <p:cSld name="Title, Text,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609600" y="274638"/>
            <a:ext cx="10972800" cy="715962"/>
          </a:xfrm>
          <a:prstGeom prst="rect">
            <a:avLst/>
          </a:prstGeom>
        </p:spPr>
        <p:txBody>
          <a:bodyPr/>
          <a:lstStyle/>
          <a:p>
            <a:r>
              <a:rPr lang="en-US"/>
              <a:t>Click to edit Master title style</a:t>
            </a:r>
          </a:p>
        </p:txBody>
      </p:sp>
      <p:sp>
        <p:nvSpPr>
          <p:cNvPr id="3" name="Text Placeholder 2"/>
          <p:cNvSpPr>
            <a:spLocks noGrp="1"/>
          </p:cNvSpPr>
          <p:nvPr>
            <p:ph type="body" sz="half" idx="1"/>
          </p:nvPr>
        </p:nvSpPr>
        <p:spPr>
          <a:xfrm>
            <a:off x="609600" y="1371601"/>
            <a:ext cx="5384800" cy="4754563"/>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371601"/>
            <a:ext cx="5384800" cy="4754563"/>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Rectangle 5"/>
          <p:cNvSpPr>
            <a:spLocks noGrp="1" noChangeArrowheads="1"/>
          </p:cNvSpPr>
          <p:nvPr>
            <p:ph type="ftr" sz="quarter" idx="10"/>
          </p:nvPr>
        </p:nvSpPr>
        <p:spPr>
          <a:ln/>
        </p:spPr>
        <p:txBody>
          <a:bodyPr/>
          <a:lstStyle>
            <a:lvl1pPr>
              <a:defRPr/>
            </a:lvl1pPr>
          </a:lstStyle>
          <a:p>
            <a:r>
              <a:rPr lang="en-US"/>
              <a:t>Redemptions</a:t>
            </a:r>
          </a:p>
        </p:txBody>
      </p:sp>
      <p:sp>
        <p:nvSpPr>
          <p:cNvPr id="6" name="Rectangle 6"/>
          <p:cNvSpPr>
            <a:spLocks noGrp="1" noChangeArrowheads="1"/>
          </p:cNvSpPr>
          <p:nvPr>
            <p:ph type="sldNum" sz="quarter" idx="11"/>
          </p:nvPr>
        </p:nvSpPr>
        <p:spPr>
          <a:ln/>
        </p:spPr>
        <p:txBody>
          <a:bodyPr/>
          <a:lstStyle>
            <a:lvl1pPr>
              <a:defRPr/>
            </a:lvl1pPr>
          </a:lstStyle>
          <a:p>
            <a:fld id="{11BEE2D7-1F05-0540-AD0D-C8F6AEBAE5C7}" type="slidenum">
              <a:rPr lang="en-US"/>
              <a:pPr/>
              <a:t>‹#›</a:t>
            </a:fld>
            <a:endParaRPr lang="en-US"/>
          </a:p>
        </p:txBody>
      </p:sp>
    </p:spTree>
    <p:extLst>
      <p:ext uri="{BB962C8B-B14F-4D97-AF65-F5344CB8AC3E}">
        <p14:creationId xmlns:p14="http://schemas.microsoft.com/office/powerpoint/2010/main" val="502784938"/>
      </p:ext>
    </p:extLst>
  </p:cSld>
  <p:clrMapOvr>
    <a:masterClrMapping/>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a:prstGeom prst="rect">
            <a:avLst/>
          </a:prstGeom>
        </p:spPr>
        <p:txBody>
          <a:bodyPr anchor="b"/>
          <a:lstStyle>
            <a:lvl1pPr algn="ctr">
              <a:defRPr sz="6000"/>
            </a:lvl1pPr>
          </a:lstStyle>
          <a:p>
            <a:r>
              <a:rPr lang="en-US"/>
              <a:t>Click to edit Master title style</a:t>
            </a:r>
          </a:p>
        </p:txBody>
      </p:sp>
      <p:sp>
        <p:nvSpPr>
          <p:cNvPr id="3" name="Subtitle 2"/>
          <p:cNvSpPr>
            <a:spLocks noGrp="1"/>
          </p:cNvSpPr>
          <p:nvPr>
            <p:ph type="subTitle" idx="1"/>
          </p:nvPr>
        </p:nvSpPr>
        <p:spPr>
          <a:xfrm>
            <a:off x="1524000" y="3602038"/>
            <a:ext cx="9144000" cy="1655762"/>
          </a:xfrm>
          <a:prstGeom prst="rect">
            <a:avLst/>
          </a:prstGeo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p:cNvSpPr>
            <a:spLocks noGrp="1"/>
          </p:cNvSpPr>
          <p:nvPr>
            <p:ph type="dt" sz="half" idx="10"/>
          </p:nvPr>
        </p:nvSpPr>
        <p:spPr>
          <a:xfrm>
            <a:off x="838200" y="6356350"/>
            <a:ext cx="2743200" cy="365125"/>
          </a:xfrm>
          <a:prstGeom prst="rect">
            <a:avLst/>
          </a:prstGeom>
        </p:spPr>
        <p:txBody>
          <a:bodyPr/>
          <a:lstStyle/>
          <a:p>
            <a:endParaRPr lang="en-US"/>
          </a:p>
        </p:txBody>
      </p:sp>
      <p:sp>
        <p:nvSpPr>
          <p:cNvPr id="5" name="Footer Placeholder 4"/>
          <p:cNvSpPr>
            <a:spLocks noGrp="1"/>
          </p:cNvSpPr>
          <p:nvPr>
            <p:ph type="ftr" sz="quarter" idx="11"/>
          </p:nvPr>
        </p:nvSpPr>
        <p:spPr/>
        <p:txBody>
          <a:bodyPr/>
          <a:lstStyle/>
          <a:p>
            <a:r>
              <a:rPr lang="en-US"/>
              <a:t>Redemptions</a:t>
            </a:r>
          </a:p>
        </p:txBody>
      </p:sp>
      <p:sp>
        <p:nvSpPr>
          <p:cNvPr id="6" name="Slide Number Placeholder 5"/>
          <p:cNvSpPr>
            <a:spLocks noGrp="1"/>
          </p:cNvSpPr>
          <p:nvPr>
            <p:ph type="sldNum" sz="quarter" idx="12"/>
          </p:nvPr>
        </p:nvSpPr>
        <p:spPr/>
        <p:txBody>
          <a:bodyPr/>
          <a:lstStyle/>
          <a:p>
            <a:fld id="{96D85B43-D788-46F7-A773-91C165729B06}" type="slidenum">
              <a:rPr lang="en-US" smtClean="0"/>
              <a:t>‹#›</a:t>
            </a:fld>
            <a:endParaRPr lang="en-US"/>
          </a:p>
        </p:txBody>
      </p:sp>
    </p:spTree>
    <p:extLst>
      <p:ext uri="{BB962C8B-B14F-4D97-AF65-F5344CB8AC3E}">
        <p14:creationId xmlns:p14="http://schemas.microsoft.com/office/powerpoint/2010/main" val="901394862"/>
      </p:ext>
    </p:extLst>
  </p:cSld>
  <p:clrMapOvr>
    <a:masterClrMapping/>
  </p:clrMapOvr>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slideLayout" Target="../slideLayouts/slideLayout39.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42" Type="http://schemas.openxmlformats.org/officeDocument/2006/relationships/slideLayout" Target="../slideLayouts/slideLayout42.xml"/><Relationship Id="rId47" Type="http://schemas.openxmlformats.org/officeDocument/2006/relationships/slideLayout" Target="../slideLayouts/slideLayout47.xml"/><Relationship Id="rId50" Type="http://schemas.openxmlformats.org/officeDocument/2006/relationships/slideLayout" Target="../slideLayouts/slideLayout50.xml"/><Relationship Id="rId55" Type="http://schemas.openxmlformats.org/officeDocument/2006/relationships/slideLayout" Target="../slideLayouts/slideLayout55.xml"/><Relationship Id="rId7" Type="http://schemas.openxmlformats.org/officeDocument/2006/relationships/slideLayout" Target="../slideLayouts/slideLayout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9" Type="http://schemas.openxmlformats.org/officeDocument/2006/relationships/slideLayout" Target="../slideLayouts/slideLayout29.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53" Type="http://schemas.openxmlformats.org/officeDocument/2006/relationships/slideLayout" Target="../slideLayouts/slideLayout53.xml"/><Relationship Id="rId58" Type="http://schemas.openxmlformats.org/officeDocument/2006/relationships/theme" Target="../theme/theme1.xml"/><Relationship Id="rId5" Type="http://schemas.openxmlformats.org/officeDocument/2006/relationships/slideLayout" Target="../slideLayouts/slideLayout5.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 Id="rId48" Type="http://schemas.openxmlformats.org/officeDocument/2006/relationships/slideLayout" Target="../slideLayouts/slideLayout48.xml"/><Relationship Id="rId56" Type="http://schemas.openxmlformats.org/officeDocument/2006/relationships/slideLayout" Target="../slideLayouts/slideLayout56.xml"/><Relationship Id="rId8" Type="http://schemas.openxmlformats.org/officeDocument/2006/relationships/slideLayout" Target="../slideLayouts/slideLayout8.xml"/><Relationship Id="rId51" Type="http://schemas.openxmlformats.org/officeDocument/2006/relationships/slideLayout" Target="../slideLayouts/slideLayout51.xml"/><Relationship Id="rId3" Type="http://schemas.openxmlformats.org/officeDocument/2006/relationships/slideLayout" Target="../slideLayouts/slideLayout3.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slideLayout" Target="../slideLayouts/slideLayout46.xml"/><Relationship Id="rId20" Type="http://schemas.openxmlformats.org/officeDocument/2006/relationships/slideLayout" Target="../slideLayouts/slideLayout20.xml"/><Relationship Id="rId41" Type="http://schemas.openxmlformats.org/officeDocument/2006/relationships/slideLayout" Target="../slideLayouts/slideLayout41.xml"/><Relationship Id="rId54" Type="http://schemas.openxmlformats.org/officeDocument/2006/relationships/slideLayout" Target="../slideLayouts/slideLayout54.xml"/><Relationship Id="rId1" Type="http://schemas.openxmlformats.org/officeDocument/2006/relationships/slideLayout" Target="../slideLayouts/slideLayout1.xml"/><Relationship Id="rId6" Type="http://schemas.openxmlformats.org/officeDocument/2006/relationships/slideLayout" Target="../slideLayouts/slideLayout6.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49" Type="http://schemas.openxmlformats.org/officeDocument/2006/relationships/slideLayout" Target="../slideLayouts/slideLayout49.xml"/><Relationship Id="rId57" Type="http://schemas.openxmlformats.org/officeDocument/2006/relationships/slideLayout" Target="../slideLayouts/slideLayout57.xml"/><Relationship Id="rId10" Type="http://schemas.openxmlformats.org/officeDocument/2006/relationships/slideLayout" Target="../slideLayouts/slideLayout10.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52" Type="http://schemas.openxmlformats.org/officeDocument/2006/relationships/slideLayout" Target="../slideLayouts/slideLayout52.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1028" name="Line 88"/>
          <p:cNvSpPr>
            <a:spLocks noChangeShapeType="1"/>
          </p:cNvSpPr>
          <p:nvPr/>
        </p:nvSpPr>
        <p:spPr bwMode="gray">
          <a:xfrm>
            <a:off x="0" y="6423027"/>
            <a:ext cx="12192000" cy="0"/>
          </a:xfrm>
          <a:prstGeom prst="line">
            <a:avLst/>
          </a:prstGeom>
          <a:noFill/>
          <a:ln w="15875">
            <a:solidFill>
              <a:schemeClr val="accent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0" name="Slide Number Placeholder 9"/>
          <p:cNvSpPr>
            <a:spLocks noGrp="1"/>
          </p:cNvSpPr>
          <p:nvPr>
            <p:ph type="sldNum" sz="quarter" idx="4"/>
          </p:nvPr>
        </p:nvSpPr>
        <p:spPr>
          <a:xfrm>
            <a:off x="11480800" y="6436634"/>
            <a:ext cx="609600" cy="365125"/>
          </a:xfrm>
          <a:prstGeom prst="rect">
            <a:avLst/>
          </a:prstGeom>
        </p:spPr>
        <p:txBody>
          <a:bodyPr vert="horz" wrap="square" lIns="91440" tIns="45720" rIns="91440" bIns="45720" numCol="1" anchor="ctr" anchorCtr="0" compatLnSpc="1">
            <a:prstTxWarp prst="textNoShape">
              <a:avLst/>
            </a:prstTxWarp>
          </a:bodyPr>
          <a:lstStyle>
            <a:lvl1pPr>
              <a:defRPr sz="800" b="0">
                <a:solidFill>
                  <a:schemeClr val="tx1">
                    <a:lumMod val="50000"/>
                    <a:lumOff val="50000"/>
                  </a:schemeClr>
                </a:solidFill>
                <a:latin typeface="+mn-lt"/>
              </a:defRPr>
            </a:lvl1pPr>
          </a:lstStyle>
          <a:p>
            <a:pPr algn="r"/>
            <a:fld id="{D9D5F7EB-196B-A148-8812-2A4F7A2FBBD6}" type="slidenum">
              <a:rPr lang="en-US" altLang="en-US" smtClean="0"/>
              <a:pPr algn="r"/>
              <a:t>‹#›</a:t>
            </a:fld>
            <a:endParaRPr lang="en-US" altLang="en-US" dirty="0"/>
          </a:p>
        </p:txBody>
      </p:sp>
      <p:sp>
        <p:nvSpPr>
          <p:cNvPr id="13" name="Footer Placeholder 12"/>
          <p:cNvSpPr>
            <a:spLocks noGrp="1"/>
          </p:cNvSpPr>
          <p:nvPr>
            <p:ph type="ftr" sz="quarter" idx="3"/>
          </p:nvPr>
        </p:nvSpPr>
        <p:spPr>
          <a:xfrm>
            <a:off x="4165600" y="6442487"/>
            <a:ext cx="3860800" cy="365125"/>
          </a:xfrm>
          <a:prstGeom prst="rect">
            <a:avLst/>
          </a:prstGeom>
        </p:spPr>
        <p:txBody>
          <a:bodyPr vert="horz" wrap="square" lIns="91440" tIns="45720" rIns="91440" bIns="45720" numCol="1" anchor="ctr" anchorCtr="0" compatLnSpc="1">
            <a:prstTxWarp prst="textNoShape">
              <a:avLst/>
            </a:prstTxWarp>
          </a:bodyPr>
          <a:lstStyle>
            <a:lvl1pPr algn="ctr">
              <a:defRPr sz="1100" b="1" smtClean="0">
                <a:solidFill>
                  <a:srgbClr val="898989"/>
                </a:solidFill>
                <a:latin typeface="+mn-lt"/>
                <a:ea typeface="+mn-ea"/>
              </a:defRPr>
            </a:lvl1pPr>
          </a:lstStyle>
          <a:p>
            <a:pPr>
              <a:defRPr/>
            </a:pPr>
            <a:r>
              <a:rPr lang="en-US"/>
              <a:t>Redemptions</a:t>
            </a:r>
            <a:endParaRPr lang="en-US" dirty="0"/>
          </a:p>
        </p:txBody>
      </p:sp>
      <p:sp>
        <p:nvSpPr>
          <p:cNvPr id="9" name="Footer Placeholder 3"/>
          <p:cNvSpPr txBox="1">
            <a:spLocks/>
          </p:cNvSpPr>
          <p:nvPr userDrawn="1"/>
        </p:nvSpPr>
        <p:spPr>
          <a:xfrm>
            <a:off x="96545" y="6423028"/>
            <a:ext cx="3149600" cy="365125"/>
          </a:xfrm>
          <a:prstGeom prst="rect">
            <a:avLst/>
          </a:prstGeom>
        </p:spPr>
        <p:txBody>
          <a:bodyPr vert="horz" wrap="square" lIns="91440" tIns="45720" rIns="91440" bIns="45720" numCol="1" anchor="ctr" anchorCtr="0" compatLnSpc="1">
            <a:prstTxWarp prst="textNoShape">
              <a:avLst/>
            </a:prstTxWarp>
          </a:bodyPr>
          <a:lstStyle>
            <a:defPPr>
              <a:defRPr lang="en-US"/>
            </a:defPPr>
            <a:lvl1pPr algn="ctr" rtl="0" fontAlgn="base">
              <a:spcBef>
                <a:spcPct val="0"/>
              </a:spcBef>
              <a:spcAft>
                <a:spcPct val="0"/>
              </a:spcAft>
              <a:defRPr sz="1200" kern="1200" smtClean="0">
                <a:solidFill>
                  <a:srgbClr val="898989"/>
                </a:solidFill>
                <a:latin typeface="Arial" charset="0"/>
                <a:ea typeface="+mn-ea"/>
                <a:cs typeface="Arial" charset="0"/>
              </a:defRPr>
            </a:lvl1pPr>
            <a:lvl2pPr marL="457200" algn="l" rtl="0" fontAlgn="base">
              <a:spcBef>
                <a:spcPct val="0"/>
              </a:spcBef>
              <a:spcAft>
                <a:spcPct val="0"/>
              </a:spcAft>
              <a:defRPr kern="1200">
                <a:solidFill>
                  <a:schemeClr val="tx1"/>
                </a:solidFill>
                <a:latin typeface="Calibri" charset="0"/>
                <a:ea typeface="Arial" charset="0"/>
                <a:cs typeface="Arial" charset="0"/>
              </a:defRPr>
            </a:lvl2pPr>
            <a:lvl3pPr marL="914400" algn="l" rtl="0" fontAlgn="base">
              <a:spcBef>
                <a:spcPct val="0"/>
              </a:spcBef>
              <a:spcAft>
                <a:spcPct val="0"/>
              </a:spcAft>
              <a:defRPr kern="1200">
                <a:solidFill>
                  <a:schemeClr val="tx1"/>
                </a:solidFill>
                <a:latin typeface="Calibri" charset="0"/>
                <a:ea typeface="Arial" charset="0"/>
                <a:cs typeface="Arial" charset="0"/>
              </a:defRPr>
            </a:lvl3pPr>
            <a:lvl4pPr marL="1371600" algn="l" rtl="0" fontAlgn="base">
              <a:spcBef>
                <a:spcPct val="0"/>
              </a:spcBef>
              <a:spcAft>
                <a:spcPct val="0"/>
              </a:spcAft>
              <a:defRPr kern="1200">
                <a:solidFill>
                  <a:schemeClr val="tx1"/>
                </a:solidFill>
                <a:latin typeface="Calibri" charset="0"/>
                <a:ea typeface="Arial" charset="0"/>
                <a:cs typeface="Arial" charset="0"/>
              </a:defRPr>
            </a:lvl4pPr>
            <a:lvl5pPr marL="1828800" algn="l" rtl="0" fontAlgn="base">
              <a:spcBef>
                <a:spcPct val="0"/>
              </a:spcBef>
              <a:spcAft>
                <a:spcPct val="0"/>
              </a:spcAft>
              <a:defRPr kern="1200">
                <a:solidFill>
                  <a:schemeClr val="tx1"/>
                </a:solidFill>
                <a:latin typeface="Calibri" charset="0"/>
                <a:ea typeface="Arial" charset="0"/>
                <a:cs typeface="Arial" charset="0"/>
              </a:defRPr>
            </a:lvl5pPr>
            <a:lvl6pPr marL="2286000" algn="l" defTabSz="914400" rtl="0" eaLnBrk="1" latinLnBrk="0" hangingPunct="1">
              <a:defRPr kern="1200">
                <a:solidFill>
                  <a:schemeClr val="tx1"/>
                </a:solidFill>
                <a:latin typeface="Calibri" charset="0"/>
                <a:ea typeface="Arial" charset="0"/>
                <a:cs typeface="Arial" charset="0"/>
              </a:defRPr>
            </a:lvl6pPr>
            <a:lvl7pPr marL="2743200" algn="l" defTabSz="914400" rtl="0" eaLnBrk="1" latinLnBrk="0" hangingPunct="1">
              <a:defRPr kern="1200">
                <a:solidFill>
                  <a:schemeClr val="tx1"/>
                </a:solidFill>
                <a:latin typeface="Calibri" charset="0"/>
                <a:ea typeface="Arial" charset="0"/>
                <a:cs typeface="Arial" charset="0"/>
              </a:defRPr>
            </a:lvl7pPr>
            <a:lvl8pPr marL="3200400" algn="l" defTabSz="914400" rtl="0" eaLnBrk="1" latinLnBrk="0" hangingPunct="1">
              <a:defRPr kern="1200">
                <a:solidFill>
                  <a:schemeClr val="tx1"/>
                </a:solidFill>
                <a:latin typeface="Calibri" charset="0"/>
                <a:ea typeface="Arial" charset="0"/>
                <a:cs typeface="Arial" charset="0"/>
              </a:defRPr>
            </a:lvl8pPr>
            <a:lvl9pPr marL="3657600" algn="l" defTabSz="914400" rtl="0" eaLnBrk="1" latinLnBrk="0" hangingPunct="1">
              <a:defRPr kern="1200">
                <a:solidFill>
                  <a:schemeClr val="tx1"/>
                </a:solidFill>
                <a:latin typeface="Calibri" charset="0"/>
                <a:ea typeface="Arial" charset="0"/>
                <a:cs typeface="Arial" charset="0"/>
              </a:defRPr>
            </a:lvl9pPr>
          </a:lstStyle>
          <a:p>
            <a:pPr algn="l">
              <a:defRPr/>
            </a:pPr>
            <a:r>
              <a:rPr lang="en-US" sz="800" dirty="0">
                <a:latin typeface="+mn-lt"/>
              </a:rPr>
              <a:t>CT</a:t>
            </a:r>
            <a:r>
              <a:rPr lang="en-US" sz="800" baseline="0" dirty="0">
                <a:latin typeface="+mn-lt"/>
              </a:rPr>
              <a:t>_Redemptions_23</a:t>
            </a:r>
            <a:endParaRPr lang="en-US" sz="800" dirty="0">
              <a:latin typeface="+mn-lt"/>
            </a:endParaRPr>
          </a:p>
        </p:txBody>
      </p:sp>
    </p:spTree>
    <p:extLst>
      <p:ext uri="{BB962C8B-B14F-4D97-AF65-F5344CB8AC3E}">
        <p14:creationId xmlns:p14="http://schemas.microsoft.com/office/powerpoint/2010/main" val="371776349"/>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715" r:id="rId7"/>
    <p:sldLayoutId id="2147483667" r:id="rId8"/>
    <p:sldLayoutId id="2147483668" r:id="rId9"/>
    <p:sldLayoutId id="2147483669" r:id="rId10"/>
    <p:sldLayoutId id="2147483670" r:id="rId11"/>
    <p:sldLayoutId id="2147483671" r:id="rId12"/>
    <p:sldLayoutId id="2147483672" r:id="rId13"/>
    <p:sldLayoutId id="2147483673" r:id="rId14"/>
    <p:sldLayoutId id="2147483674" r:id="rId15"/>
    <p:sldLayoutId id="2147483675" r:id="rId16"/>
    <p:sldLayoutId id="2147483676" r:id="rId17"/>
    <p:sldLayoutId id="2147483677" r:id="rId18"/>
    <p:sldLayoutId id="2147483678" r:id="rId19"/>
    <p:sldLayoutId id="2147483679" r:id="rId20"/>
    <p:sldLayoutId id="2147483680" r:id="rId21"/>
    <p:sldLayoutId id="2147483681" r:id="rId22"/>
    <p:sldLayoutId id="2147483682" r:id="rId23"/>
    <p:sldLayoutId id="2147483683" r:id="rId24"/>
    <p:sldLayoutId id="2147483684" r:id="rId25"/>
    <p:sldLayoutId id="2147483685" r:id="rId26"/>
    <p:sldLayoutId id="2147483686" r:id="rId27"/>
    <p:sldLayoutId id="2147483687" r:id="rId28"/>
    <p:sldLayoutId id="2147483688" r:id="rId29"/>
    <p:sldLayoutId id="2147483689" r:id="rId30"/>
    <p:sldLayoutId id="2147483690" r:id="rId31"/>
    <p:sldLayoutId id="2147483691" r:id="rId32"/>
    <p:sldLayoutId id="2147483692" r:id="rId33"/>
    <p:sldLayoutId id="2147483693" r:id="rId34"/>
    <p:sldLayoutId id="2147483694" r:id="rId35"/>
    <p:sldLayoutId id="2147483695" r:id="rId36"/>
    <p:sldLayoutId id="2147483696" r:id="rId37"/>
    <p:sldLayoutId id="2147483697" r:id="rId38"/>
    <p:sldLayoutId id="2147483698" r:id="rId39"/>
    <p:sldLayoutId id="2147483699" r:id="rId40"/>
    <p:sldLayoutId id="2147483700" r:id="rId41"/>
    <p:sldLayoutId id="2147483701" r:id="rId42"/>
    <p:sldLayoutId id="2147483702" r:id="rId43"/>
    <p:sldLayoutId id="2147483703" r:id="rId44"/>
    <p:sldLayoutId id="2147483704" r:id="rId45"/>
    <p:sldLayoutId id="2147483705" r:id="rId46"/>
    <p:sldLayoutId id="2147483706" r:id="rId47"/>
    <p:sldLayoutId id="2147483707" r:id="rId48"/>
    <p:sldLayoutId id="2147483708" r:id="rId49"/>
    <p:sldLayoutId id="2147483709" r:id="rId50"/>
    <p:sldLayoutId id="2147483710" r:id="rId51"/>
    <p:sldLayoutId id="2147483711" r:id="rId52"/>
    <p:sldLayoutId id="2147483712" r:id="rId53"/>
    <p:sldLayoutId id="2147483713" r:id="rId54"/>
    <p:sldLayoutId id="2147483714" r:id="rId55"/>
    <p:sldLayoutId id="2147483716" r:id="rId56"/>
    <p:sldLayoutId id="2147483717" r:id="rId57"/>
  </p:sldLayoutIdLst>
  <p:hf hdr="0" dt="0"/>
  <p:txStyles>
    <p:titleStyle>
      <a:lvl1pPr algn="ctr" rtl="0" eaLnBrk="1" fontAlgn="base" hangingPunct="1">
        <a:spcBef>
          <a:spcPct val="0"/>
        </a:spcBef>
        <a:spcAft>
          <a:spcPct val="0"/>
        </a:spcAft>
        <a:defRPr sz="4400" kern="1200">
          <a:solidFill>
            <a:schemeClr val="tx1"/>
          </a:solidFill>
          <a:latin typeface="+mj-lt"/>
          <a:ea typeface="+mj-ea"/>
          <a:cs typeface="+mj-cs"/>
        </a:defRPr>
      </a:lvl1pPr>
      <a:lvl2pPr algn="ctr" rtl="0" eaLnBrk="1" fontAlgn="base" hangingPunct="1">
        <a:spcBef>
          <a:spcPct val="0"/>
        </a:spcBef>
        <a:spcAft>
          <a:spcPct val="0"/>
        </a:spcAft>
        <a:defRPr sz="4400">
          <a:solidFill>
            <a:schemeClr val="tx1"/>
          </a:solidFill>
          <a:latin typeface="Arial" charset="0"/>
        </a:defRPr>
      </a:lvl2pPr>
      <a:lvl3pPr algn="ctr" rtl="0" eaLnBrk="1" fontAlgn="base" hangingPunct="1">
        <a:spcBef>
          <a:spcPct val="0"/>
        </a:spcBef>
        <a:spcAft>
          <a:spcPct val="0"/>
        </a:spcAft>
        <a:defRPr sz="4400">
          <a:solidFill>
            <a:schemeClr val="tx1"/>
          </a:solidFill>
          <a:latin typeface="Arial" charset="0"/>
        </a:defRPr>
      </a:lvl3pPr>
      <a:lvl4pPr algn="ctr" rtl="0" eaLnBrk="1" fontAlgn="base" hangingPunct="1">
        <a:spcBef>
          <a:spcPct val="0"/>
        </a:spcBef>
        <a:spcAft>
          <a:spcPct val="0"/>
        </a:spcAft>
        <a:defRPr sz="4400">
          <a:solidFill>
            <a:schemeClr val="tx1"/>
          </a:solidFill>
          <a:latin typeface="Arial" charset="0"/>
        </a:defRPr>
      </a:lvl4pPr>
      <a:lvl5pPr algn="ctr" rtl="0" eaLnBrk="1" fontAlgn="base" hangingPunct="1">
        <a:spcBef>
          <a:spcPct val="0"/>
        </a:spcBef>
        <a:spcAft>
          <a:spcPct val="0"/>
        </a:spcAft>
        <a:defRPr sz="4400">
          <a:solidFill>
            <a:schemeClr val="tx1"/>
          </a:solidFill>
          <a:latin typeface="Arial" charset="0"/>
        </a:defRPr>
      </a:lvl5pPr>
      <a:lvl6pPr marL="457200" algn="ctr" rtl="0" eaLnBrk="1" fontAlgn="base" hangingPunct="1">
        <a:spcBef>
          <a:spcPct val="0"/>
        </a:spcBef>
        <a:spcAft>
          <a:spcPct val="0"/>
        </a:spcAft>
        <a:defRPr sz="4400">
          <a:solidFill>
            <a:schemeClr val="tx1"/>
          </a:solidFill>
          <a:latin typeface="Arial" charset="0"/>
        </a:defRPr>
      </a:lvl6pPr>
      <a:lvl7pPr marL="914400" algn="ctr" rtl="0" eaLnBrk="1" fontAlgn="base" hangingPunct="1">
        <a:spcBef>
          <a:spcPct val="0"/>
        </a:spcBef>
        <a:spcAft>
          <a:spcPct val="0"/>
        </a:spcAft>
        <a:defRPr sz="4400">
          <a:solidFill>
            <a:schemeClr val="tx1"/>
          </a:solidFill>
          <a:latin typeface="Arial" charset="0"/>
        </a:defRPr>
      </a:lvl7pPr>
      <a:lvl8pPr marL="1371600" algn="ctr" rtl="0" eaLnBrk="1" fontAlgn="base" hangingPunct="1">
        <a:spcBef>
          <a:spcPct val="0"/>
        </a:spcBef>
        <a:spcAft>
          <a:spcPct val="0"/>
        </a:spcAft>
        <a:defRPr sz="4400">
          <a:solidFill>
            <a:schemeClr val="tx1"/>
          </a:solidFill>
          <a:latin typeface="Arial" charset="0"/>
        </a:defRPr>
      </a:lvl8pPr>
      <a:lvl9pPr marL="1828800" algn="ctr" rtl="0" eaLnBrk="1" fontAlgn="base" hangingPunct="1">
        <a:spcBef>
          <a:spcPct val="0"/>
        </a:spcBef>
        <a:spcAft>
          <a:spcPct val="0"/>
        </a:spcAft>
        <a:defRPr sz="4400">
          <a:solidFill>
            <a:schemeClr val="tx1"/>
          </a:solidFill>
          <a:latin typeface="Arial" charset="0"/>
        </a:defRPr>
      </a:lvl9pPr>
    </p:titleStyle>
    <p:bodyStyle>
      <a:lvl1pPr marL="342900" indent="-342900" algn="l" rtl="0" eaLnBrk="1" fontAlgn="base" hangingPunct="1">
        <a:spcBef>
          <a:spcPct val="20000"/>
        </a:spcBef>
        <a:spcAft>
          <a:spcPct val="0"/>
        </a:spcAft>
        <a:buFont typeface="Arial" charset="0"/>
        <a:buChar char="•"/>
        <a:defRPr sz="3200" kern="1200">
          <a:solidFill>
            <a:schemeClr val="tx1"/>
          </a:solidFill>
          <a:latin typeface="+mn-lt"/>
          <a:ea typeface="+mn-ea"/>
          <a:cs typeface="+mn-cs"/>
        </a:defRPr>
      </a:lvl1pPr>
      <a:lvl2pPr marL="742950" indent="-285750" algn="l" rtl="0" eaLnBrk="1" fontAlgn="base" hangingPunct="1">
        <a:spcBef>
          <a:spcPct val="20000"/>
        </a:spcBef>
        <a:spcAft>
          <a:spcPct val="0"/>
        </a:spcAft>
        <a:buFont typeface="Arial" charset="0"/>
        <a:buChar char="–"/>
        <a:defRPr sz="2800" kern="1200">
          <a:solidFill>
            <a:schemeClr val="tx1"/>
          </a:solidFill>
          <a:latin typeface="+mn-lt"/>
          <a:ea typeface="+mn-ea"/>
          <a:cs typeface="+mn-cs"/>
        </a:defRPr>
      </a:lvl2pPr>
      <a:lvl3pPr marL="1143000" indent="-228600" algn="l" rtl="0" eaLnBrk="1" fontAlgn="base" hangingPunct="1">
        <a:spcBef>
          <a:spcPct val="20000"/>
        </a:spcBef>
        <a:spcAft>
          <a:spcPct val="0"/>
        </a:spcAft>
        <a:buFont typeface="Arial" charset="0"/>
        <a:buChar char="•"/>
        <a:defRPr sz="2400" kern="1200">
          <a:solidFill>
            <a:schemeClr val="tx1"/>
          </a:solidFill>
          <a:latin typeface="+mn-lt"/>
          <a:ea typeface="+mn-ea"/>
          <a:cs typeface="+mn-cs"/>
        </a:defRPr>
      </a:lvl3pPr>
      <a:lvl4pPr marL="1600200" indent="-228600" algn="l" rtl="0" eaLnBrk="1" fontAlgn="base" hangingPunct="1">
        <a:spcBef>
          <a:spcPct val="20000"/>
        </a:spcBef>
        <a:spcAft>
          <a:spcPct val="0"/>
        </a:spcAft>
        <a:buFont typeface="Arial" charset="0"/>
        <a:buChar char="–"/>
        <a:defRPr sz="2000" kern="1200">
          <a:solidFill>
            <a:schemeClr val="tx1"/>
          </a:solidFill>
          <a:latin typeface="+mn-lt"/>
          <a:ea typeface="+mn-ea"/>
          <a:cs typeface="+mn-cs"/>
        </a:defRPr>
      </a:lvl4pPr>
      <a:lvl5pPr marL="2057400" indent="-228600" algn="l" rtl="0" eaLnBrk="1" fontAlgn="base" hangingPunct="1">
        <a:spcBef>
          <a:spcPct val="20000"/>
        </a:spcBef>
        <a:spcAft>
          <a:spcPct val="0"/>
        </a:spcAft>
        <a:buFont typeface="Arial"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tiff"/><Relationship Id="rId2" Type="http://schemas.openxmlformats.org/officeDocument/2006/relationships/notesSlide" Target="../notesSlides/notesSlide1.xml"/><Relationship Id="rId1" Type="http://schemas.openxmlformats.org/officeDocument/2006/relationships/slideLayout" Target="../slideLayouts/slideLayout5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2.wmf"/><Relationship Id="rId2" Type="http://schemas.openxmlformats.org/officeDocument/2006/relationships/oleObject" Target="../embeddings/oleObject1.bin"/><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17.emf"/><Relationship Id="rId2" Type="http://schemas.openxmlformats.org/officeDocument/2006/relationships/image" Target="../media/image16.emf"/><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image" Target="../media/image18.emf"/><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image" Target="../media/image20.emf"/><Relationship Id="rId2" Type="http://schemas.openxmlformats.org/officeDocument/2006/relationships/image" Target="../media/image19.emf"/><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323191"/>
            <a:ext cx="9144000" cy="3380871"/>
          </a:xfrm>
        </p:spPr>
        <p:txBody>
          <a:bodyPr>
            <a:normAutofit/>
          </a:bodyPr>
          <a:lstStyle/>
          <a:p>
            <a:r>
              <a:rPr lang="en-US" b="1" dirty="0"/>
              <a:t>Corporate Taxation</a:t>
            </a:r>
            <a:r>
              <a:rPr lang="en-US" dirty="0"/>
              <a:t>: </a:t>
            </a:r>
            <a:r>
              <a:rPr lang="en-US" sz="6000" b="1" dirty="0"/>
              <a:t>Redemptions</a:t>
            </a:r>
            <a:br>
              <a:rPr lang="en-US" sz="6000" b="1" dirty="0"/>
            </a:br>
            <a:endParaRPr lang="en-US" dirty="0"/>
          </a:p>
        </p:txBody>
      </p:sp>
      <p:sp>
        <p:nvSpPr>
          <p:cNvPr id="6" name="Footer Placeholder 5"/>
          <p:cNvSpPr>
            <a:spLocks noGrp="1"/>
          </p:cNvSpPr>
          <p:nvPr>
            <p:ph type="ftr" sz="quarter" idx="11"/>
          </p:nvPr>
        </p:nvSpPr>
        <p:spPr/>
        <p:txBody>
          <a:bodyPr/>
          <a:lstStyle/>
          <a:p>
            <a:r>
              <a:rPr lang="en-US"/>
              <a:t>Redemptions</a:t>
            </a:r>
            <a:endParaRPr lang="en-US" dirty="0"/>
          </a:p>
        </p:txBody>
      </p:sp>
      <p:sp>
        <p:nvSpPr>
          <p:cNvPr id="7" name="Slide Number Placeholder 6"/>
          <p:cNvSpPr>
            <a:spLocks noGrp="1"/>
          </p:cNvSpPr>
          <p:nvPr>
            <p:ph type="sldNum" sz="quarter" idx="12"/>
          </p:nvPr>
        </p:nvSpPr>
        <p:spPr/>
        <p:txBody>
          <a:bodyPr/>
          <a:lstStyle/>
          <a:p>
            <a:fld id="{96D85B43-D788-46F7-A773-91C165729B06}" type="slidenum">
              <a:rPr lang="en-US" smtClean="0"/>
              <a:t>1</a:t>
            </a:fld>
            <a:endParaRPr lang="en-US"/>
          </a:p>
        </p:txBody>
      </p:sp>
      <p:pic>
        <p:nvPicPr>
          <p:cNvPr id="8" name="Picture 7" descr="pic1.tiff">
            <a:extLst>
              <a:ext uri="{FF2B5EF4-FFF2-40B4-BE49-F238E27FC236}">
                <a16:creationId xmlns:a16="http://schemas.microsoft.com/office/drawing/2014/main" id="{875BC4D3-57EF-9946-909E-614DC0E96A2F}"/>
              </a:ext>
            </a:extLst>
          </p:cNvPr>
          <p:cNvPicPr>
            <a:picLocks noChangeAspect="1"/>
          </p:cNvPicPr>
          <p:nvPr/>
        </p:nvPicPr>
        <p:blipFill>
          <a:blip r:embed="rId3"/>
          <a:stretch>
            <a:fillRect/>
          </a:stretch>
        </p:blipFill>
        <p:spPr>
          <a:xfrm>
            <a:off x="4572001" y="5486401"/>
            <a:ext cx="2873661" cy="649527"/>
          </a:xfrm>
          <a:prstGeom prst="rect">
            <a:avLst/>
          </a:prstGeom>
        </p:spPr>
      </p:pic>
    </p:spTree>
    <p:extLst>
      <p:ext uri="{BB962C8B-B14F-4D97-AF65-F5344CB8AC3E}">
        <p14:creationId xmlns:p14="http://schemas.microsoft.com/office/powerpoint/2010/main" val="78405918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p:cNvSpPr>
            <a:spLocks noGrp="1"/>
          </p:cNvSpPr>
          <p:nvPr>
            <p:ph idx="1"/>
          </p:nvPr>
        </p:nvSpPr>
        <p:spPr/>
        <p:txBody>
          <a:bodyPr/>
          <a:lstStyle/>
          <a:p>
            <a:pPr marL="492760" indent="-342900">
              <a:lnSpc>
                <a:spcPts val="3180"/>
              </a:lnSpc>
            </a:pPr>
            <a:r>
              <a:rPr lang="en-US" sz="2800" dirty="0">
                <a:latin typeface="+mn-lt"/>
              </a:rPr>
              <a:t>What can a company do with its earnings?</a:t>
            </a:r>
          </a:p>
          <a:p>
            <a:pPr marL="721360" lvl="1" indent="-342900">
              <a:lnSpc>
                <a:spcPts val="3180"/>
              </a:lnSpc>
            </a:pPr>
            <a:r>
              <a:rPr lang="en-US" sz="2400" dirty="0">
                <a:latin typeface="+mn-lt"/>
              </a:rPr>
              <a:t>Retain them and then either spend or reinvest </a:t>
            </a:r>
          </a:p>
          <a:p>
            <a:pPr marL="721360" lvl="1" indent="-342900">
              <a:lnSpc>
                <a:spcPts val="3180"/>
              </a:lnSpc>
            </a:pPr>
            <a:r>
              <a:rPr lang="en-US" sz="2400" dirty="0">
                <a:latin typeface="+mn-lt"/>
              </a:rPr>
              <a:t>Pay off liabilities</a:t>
            </a:r>
          </a:p>
          <a:p>
            <a:pPr marL="721360" lvl="1" indent="-342900">
              <a:lnSpc>
                <a:spcPts val="3180"/>
              </a:lnSpc>
            </a:pPr>
            <a:r>
              <a:rPr lang="en-US" sz="2400" b="1" dirty="0">
                <a:solidFill>
                  <a:srgbClr val="FF0000"/>
                </a:solidFill>
                <a:latin typeface="+mn-lt"/>
              </a:rPr>
              <a:t>Pay dividends in cash or (very rarely) in property </a:t>
            </a:r>
          </a:p>
          <a:p>
            <a:pPr marL="721360" lvl="1" indent="-342900">
              <a:lnSpc>
                <a:spcPts val="3180"/>
              </a:lnSpc>
            </a:pPr>
            <a:r>
              <a:rPr lang="en-US" sz="2400" b="1" dirty="0">
                <a:solidFill>
                  <a:srgbClr val="FF0000"/>
                </a:solidFill>
                <a:latin typeface="+mn-lt"/>
              </a:rPr>
              <a:t>Repurchase shares from shareholders</a:t>
            </a:r>
          </a:p>
          <a:p>
            <a:endParaRPr lang="en-US" dirty="0">
              <a:latin typeface="+mn-lt"/>
            </a:endParaRPr>
          </a:p>
        </p:txBody>
      </p:sp>
      <p:sp>
        <p:nvSpPr>
          <p:cNvPr id="4" name="Title 3"/>
          <p:cNvSpPr>
            <a:spLocks noGrp="1"/>
          </p:cNvSpPr>
          <p:nvPr>
            <p:ph type="title"/>
          </p:nvPr>
        </p:nvSpPr>
        <p:spPr/>
        <p:txBody>
          <a:bodyPr/>
          <a:lstStyle/>
          <a:p>
            <a:r>
              <a:rPr lang="en-US" dirty="0"/>
              <a:t>Equity Payouts: Dividends and Share Repurchases</a:t>
            </a:r>
          </a:p>
        </p:txBody>
      </p:sp>
      <p:sp>
        <p:nvSpPr>
          <p:cNvPr id="2" name="Slide Number Placeholder 1"/>
          <p:cNvSpPr>
            <a:spLocks noGrp="1"/>
          </p:cNvSpPr>
          <p:nvPr>
            <p:ph type="sldNum" sz="quarter" idx="10"/>
          </p:nvPr>
        </p:nvSpPr>
        <p:spPr/>
        <p:txBody>
          <a:bodyPr/>
          <a:lstStyle/>
          <a:p>
            <a:fld id="{22D706CB-156B-8643-9A07-D8448DABBCBD}" type="slidenum">
              <a:rPr lang="en-US" altLang="en-US" smtClean="0"/>
              <a:pPr/>
              <a:t>2</a:t>
            </a:fld>
            <a:endParaRPr lang="en-US" altLang="en-US" dirty="0"/>
          </a:p>
        </p:txBody>
      </p:sp>
      <p:sp>
        <p:nvSpPr>
          <p:cNvPr id="3" name="Footer Placeholder 2"/>
          <p:cNvSpPr>
            <a:spLocks noGrp="1"/>
          </p:cNvSpPr>
          <p:nvPr>
            <p:ph type="ftr" sz="quarter" idx="11"/>
          </p:nvPr>
        </p:nvSpPr>
        <p:spPr/>
        <p:txBody>
          <a:bodyPr/>
          <a:lstStyle/>
          <a:p>
            <a:pPr>
              <a:defRPr/>
            </a:pPr>
            <a:r>
              <a:rPr lang="en-US"/>
              <a:t>Redemptions</a:t>
            </a:r>
            <a:endParaRPr lang="en-US" dirty="0"/>
          </a:p>
        </p:txBody>
      </p:sp>
    </p:spTree>
    <p:extLst>
      <p:ext uri="{BB962C8B-B14F-4D97-AF65-F5344CB8AC3E}">
        <p14:creationId xmlns:p14="http://schemas.microsoft.com/office/powerpoint/2010/main" val="23122203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dirty="0"/>
              <a:t>Redemptions</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3</a:t>
            </a:fld>
            <a:endParaRPr lang="en-US" altLang="en-US" dirty="0"/>
          </a:p>
        </p:txBody>
      </p:sp>
      <p:sp>
        <p:nvSpPr>
          <p:cNvPr id="7" name="Rectangle 6"/>
          <p:cNvSpPr/>
          <p:nvPr/>
        </p:nvSpPr>
        <p:spPr>
          <a:xfrm>
            <a:off x="3428488" y="2819204"/>
            <a:ext cx="1041622" cy="667910"/>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Corp X</a:t>
            </a:r>
          </a:p>
        </p:txBody>
      </p:sp>
      <p:cxnSp>
        <p:nvCxnSpPr>
          <p:cNvPr id="8" name="Straight Connector 7"/>
          <p:cNvCxnSpPr>
            <a:endCxn id="7" idx="0"/>
          </p:cNvCxnSpPr>
          <p:nvPr/>
        </p:nvCxnSpPr>
        <p:spPr>
          <a:xfrm flipH="1">
            <a:off x="3949299" y="1821053"/>
            <a:ext cx="2" cy="998151"/>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10" name="Rectangle 9"/>
          <p:cNvSpPr/>
          <p:nvPr/>
        </p:nvSpPr>
        <p:spPr>
          <a:xfrm>
            <a:off x="8582888" y="2862630"/>
            <a:ext cx="1041622" cy="888988"/>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Corp x</a:t>
            </a:r>
          </a:p>
        </p:txBody>
      </p:sp>
      <p:cxnSp>
        <p:nvCxnSpPr>
          <p:cNvPr id="11" name="Straight Connector 10"/>
          <p:cNvCxnSpPr>
            <a:stCxn id="20" idx="4"/>
            <a:endCxn id="10" idx="0"/>
          </p:cNvCxnSpPr>
          <p:nvPr/>
        </p:nvCxnSpPr>
        <p:spPr>
          <a:xfrm>
            <a:off x="9103699" y="2042013"/>
            <a:ext cx="0" cy="820617"/>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14" name="TextBox 13"/>
          <p:cNvSpPr txBox="1"/>
          <p:nvPr/>
        </p:nvSpPr>
        <p:spPr>
          <a:xfrm>
            <a:off x="2944179" y="641674"/>
            <a:ext cx="2219262" cy="369332"/>
          </a:xfrm>
          <a:prstGeom prst="rect">
            <a:avLst/>
          </a:prstGeom>
          <a:noFill/>
        </p:spPr>
        <p:txBody>
          <a:bodyPr wrap="none" rtlCol="0">
            <a:spAutoFit/>
          </a:bodyPr>
          <a:lstStyle/>
          <a:p>
            <a:r>
              <a:rPr lang="en-US" b="1" dirty="0"/>
              <a:t>Ordinary Distribution</a:t>
            </a:r>
          </a:p>
        </p:txBody>
      </p:sp>
      <p:cxnSp>
        <p:nvCxnSpPr>
          <p:cNvPr id="16" name="Straight Connector 15"/>
          <p:cNvCxnSpPr/>
          <p:nvPr/>
        </p:nvCxnSpPr>
        <p:spPr>
          <a:xfrm>
            <a:off x="6065197" y="469141"/>
            <a:ext cx="30803" cy="5973346"/>
          </a:xfrm>
          <a:prstGeom prst="line">
            <a:avLst/>
          </a:prstGeom>
          <a:ln w="19050">
            <a:solidFill>
              <a:schemeClr val="accent1">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17" name="AutoShape 12"/>
          <p:cNvCxnSpPr>
            <a:cxnSpLocks noChangeShapeType="1"/>
            <a:stCxn id="10" idx="1"/>
            <a:endCxn id="20" idx="2"/>
          </p:cNvCxnSpPr>
          <p:nvPr/>
        </p:nvCxnSpPr>
        <p:spPr bwMode="auto">
          <a:xfrm rot="10800000" flipH="1">
            <a:off x="8582888" y="1597520"/>
            <a:ext cx="36504" cy="1709605"/>
          </a:xfrm>
          <a:prstGeom prst="curvedConnector3">
            <a:avLst>
              <a:gd name="adj1" fmla="val -626233"/>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18" name="AutoShape 12"/>
          <p:cNvCxnSpPr>
            <a:cxnSpLocks noChangeShapeType="1"/>
            <a:stCxn id="7" idx="1"/>
            <a:endCxn id="19" idx="2"/>
          </p:cNvCxnSpPr>
          <p:nvPr/>
        </p:nvCxnSpPr>
        <p:spPr bwMode="auto">
          <a:xfrm rot="10800000" flipH="1">
            <a:off x="3428487" y="1487099"/>
            <a:ext cx="78683" cy="1666061"/>
          </a:xfrm>
          <a:prstGeom prst="curvedConnector3">
            <a:avLst>
              <a:gd name="adj1" fmla="val -449006"/>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19" name="Oval 18"/>
          <p:cNvSpPr/>
          <p:nvPr/>
        </p:nvSpPr>
        <p:spPr>
          <a:xfrm>
            <a:off x="3507171" y="1153143"/>
            <a:ext cx="968614" cy="667910"/>
          </a:xfrm>
          <a:prstGeom prst="ellipse">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err="1">
                <a:solidFill>
                  <a:schemeClr val="tx1"/>
                </a:solidFill>
              </a:rPr>
              <a:t>SH</a:t>
            </a:r>
            <a:endParaRPr lang="en-US" sz="1600" dirty="0">
              <a:solidFill>
                <a:schemeClr val="tx1"/>
              </a:solidFill>
            </a:endParaRPr>
          </a:p>
        </p:txBody>
      </p:sp>
      <p:sp>
        <p:nvSpPr>
          <p:cNvPr id="20" name="Oval 19"/>
          <p:cNvSpPr/>
          <p:nvPr/>
        </p:nvSpPr>
        <p:spPr>
          <a:xfrm>
            <a:off x="8619392" y="1153025"/>
            <a:ext cx="968614" cy="888988"/>
          </a:xfrm>
          <a:prstGeom prst="ellipse">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err="1">
                <a:solidFill>
                  <a:schemeClr val="tx1"/>
                </a:solidFill>
              </a:rPr>
              <a:t>SH</a:t>
            </a:r>
            <a:endParaRPr lang="en-US" sz="1600" dirty="0">
              <a:solidFill>
                <a:schemeClr val="tx1"/>
              </a:solidFill>
            </a:endParaRPr>
          </a:p>
        </p:txBody>
      </p:sp>
      <p:cxnSp>
        <p:nvCxnSpPr>
          <p:cNvPr id="32" name="AutoShape 12"/>
          <p:cNvCxnSpPr>
            <a:cxnSpLocks noChangeShapeType="1"/>
            <a:stCxn id="10" idx="3"/>
            <a:endCxn id="20" idx="6"/>
          </p:cNvCxnSpPr>
          <p:nvPr/>
        </p:nvCxnSpPr>
        <p:spPr bwMode="auto">
          <a:xfrm flipH="1" flipV="1">
            <a:off x="9588006" y="1512038"/>
            <a:ext cx="36504" cy="1880566"/>
          </a:xfrm>
          <a:prstGeom prst="curvedConnector3">
            <a:avLst>
              <a:gd name="adj1" fmla="val -626233"/>
            </a:avLst>
          </a:prstGeom>
          <a:noFill/>
          <a:ln w="9525">
            <a:solidFill>
              <a:schemeClr val="tx1"/>
            </a:solidFill>
            <a:round/>
            <a:headEnd type="stealth" w="lg"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56" name="TextBox 55"/>
          <p:cNvSpPr txBox="1"/>
          <p:nvPr/>
        </p:nvSpPr>
        <p:spPr>
          <a:xfrm>
            <a:off x="8507873" y="545172"/>
            <a:ext cx="1358962" cy="491581"/>
          </a:xfrm>
          <a:prstGeom prst="rect">
            <a:avLst/>
          </a:prstGeom>
          <a:noFill/>
        </p:spPr>
        <p:txBody>
          <a:bodyPr wrap="none" rtlCol="0">
            <a:spAutoFit/>
          </a:bodyPr>
          <a:lstStyle/>
          <a:p>
            <a:r>
              <a:rPr lang="en-US" b="1" dirty="0"/>
              <a:t>Redemption</a:t>
            </a:r>
          </a:p>
        </p:txBody>
      </p:sp>
      <p:sp>
        <p:nvSpPr>
          <p:cNvPr id="67" name="TextBox 66"/>
          <p:cNvSpPr txBox="1"/>
          <p:nvPr/>
        </p:nvSpPr>
        <p:spPr>
          <a:xfrm>
            <a:off x="1552731" y="1977298"/>
            <a:ext cx="1424877" cy="369332"/>
          </a:xfrm>
          <a:prstGeom prst="rect">
            <a:avLst/>
          </a:prstGeom>
          <a:noFill/>
        </p:spPr>
        <p:txBody>
          <a:bodyPr wrap="none" rtlCol="0">
            <a:spAutoFit/>
          </a:bodyPr>
          <a:lstStyle/>
          <a:p>
            <a:r>
              <a:rPr lang="en-US" dirty="0"/>
              <a:t>$ or Property</a:t>
            </a:r>
          </a:p>
        </p:txBody>
      </p:sp>
      <p:sp>
        <p:nvSpPr>
          <p:cNvPr id="68" name="TextBox 67"/>
          <p:cNvSpPr txBox="1"/>
          <p:nvPr/>
        </p:nvSpPr>
        <p:spPr>
          <a:xfrm>
            <a:off x="6661817" y="2100840"/>
            <a:ext cx="1424877" cy="491581"/>
          </a:xfrm>
          <a:prstGeom prst="rect">
            <a:avLst/>
          </a:prstGeom>
          <a:noFill/>
        </p:spPr>
        <p:txBody>
          <a:bodyPr wrap="none" rtlCol="0">
            <a:spAutoFit/>
          </a:bodyPr>
          <a:lstStyle/>
          <a:p>
            <a:r>
              <a:rPr lang="en-US" dirty="0"/>
              <a:t>$ or Property</a:t>
            </a:r>
          </a:p>
        </p:txBody>
      </p:sp>
      <p:sp>
        <p:nvSpPr>
          <p:cNvPr id="69" name="TextBox 68"/>
          <p:cNvSpPr txBox="1"/>
          <p:nvPr/>
        </p:nvSpPr>
        <p:spPr>
          <a:xfrm>
            <a:off x="10059987" y="2100840"/>
            <a:ext cx="805220" cy="491581"/>
          </a:xfrm>
          <a:prstGeom prst="rect">
            <a:avLst/>
          </a:prstGeom>
          <a:noFill/>
        </p:spPr>
        <p:txBody>
          <a:bodyPr wrap="none" rtlCol="0">
            <a:spAutoFit/>
          </a:bodyPr>
          <a:lstStyle/>
          <a:p>
            <a:r>
              <a:rPr lang="en-US" dirty="0"/>
              <a:t>Shares</a:t>
            </a:r>
          </a:p>
        </p:txBody>
      </p:sp>
      <p:sp>
        <p:nvSpPr>
          <p:cNvPr id="70" name="TextBox 69"/>
          <p:cNvSpPr txBox="1"/>
          <p:nvPr/>
        </p:nvSpPr>
        <p:spPr>
          <a:xfrm>
            <a:off x="1106894" y="4265003"/>
            <a:ext cx="4507425" cy="1600438"/>
          </a:xfrm>
          <a:prstGeom prst="rect">
            <a:avLst/>
          </a:prstGeom>
          <a:noFill/>
          <a:ln>
            <a:solidFill>
              <a:schemeClr val="accent1">
                <a:lumMod val="40000"/>
                <a:lumOff val="60000"/>
              </a:schemeClr>
            </a:solidFill>
          </a:ln>
        </p:spPr>
        <p:txBody>
          <a:bodyPr wrap="square" rtlCol="0">
            <a:spAutoFit/>
          </a:bodyPr>
          <a:lstStyle/>
          <a:p>
            <a:pPr algn="ctr"/>
            <a:r>
              <a:rPr lang="en-US" sz="2000" b="1" u="sng" dirty="0"/>
              <a:t>Tax Treatment</a:t>
            </a:r>
          </a:p>
          <a:p>
            <a:pPr marL="285750" indent="-285750">
              <a:buFont typeface="Arial" charset="0"/>
              <a:buChar char="•"/>
            </a:pPr>
            <a:r>
              <a:rPr lang="en-US" sz="2000" dirty="0"/>
              <a:t>Dividend to the extent of </a:t>
            </a:r>
            <a:r>
              <a:rPr lang="en-US" sz="2000" dirty="0" err="1"/>
              <a:t>E&amp;Ps</a:t>
            </a:r>
            <a:endParaRPr lang="en-US" sz="2000" dirty="0"/>
          </a:p>
          <a:p>
            <a:pPr marL="285750" indent="-285750">
              <a:buFont typeface="Arial" charset="0"/>
              <a:buChar char="•"/>
            </a:pPr>
            <a:r>
              <a:rPr lang="en-US" sz="2000" dirty="0"/>
              <a:t>Recovery of Basis</a:t>
            </a:r>
          </a:p>
          <a:p>
            <a:pPr marL="285750" indent="-285750">
              <a:buFont typeface="Arial" charset="0"/>
              <a:buChar char="•"/>
            </a:pPr>
            <a:r>
              <a:rPr lang="en-US" sz="2000" dirty="0"/>
              <a:t>Capital Gains</a:t>
            </a:r>
          </a:p>
          <a:p>
            <a:endParaRPr lang="en-US" dirty="0"/>
          </a:p>
        </p:txBody>
      </p:sp>
      <p:sp>
        <p:nvSpPr>
          <p:cNvPr id="71" name="TextBox 70"/>
          <p:cNvSpPr txBox="1"/>
          <p:nvPr/>
        </p:nvSpPr>
        <p:spPr>
          <a:xfrm>
            <a:off x="6259700" y="4147314"/>
            <a:ext cx="5130543" cy="2031325"/>
          </a:xfrm>
          <a:prstGeom prst="rect">
            <a:avLst/>
          </a:prstGeom>
          <a:noFill/>
          <a:ln>
            <a:solidFill>
              <a:schemeClr val="accent1">
                <a:lumMod val="40000"/>
                <a:lumOff val="60000"/>
              </a:schemeClr>
            </a:solidFill>
          </a:ln>
        </p:spPr>
        <p:txBody>
          <a:bodyPr wrap="square" rtlCol="0">
            <a:spAutoFit/>
          </a:bodyPr>
          <a:lstStyle/>
          <a:p>
            <a:pPr algn="ctr"/>
            <a:r>
              <a:rPr lang="en-US" b="1" u="sng" dirty="0"/>
              <a:t>Tax Treatment</a:t>
            </a:r>
          </a:p>
          <a:p>
            <a:pPr marL="285750" indent="-285750">
              <a:buFont typeface="Arial" charset="0"/>
              <a:buChar char="•"/>
            </a:pPr>
            <a:r>
              <a:rPr lang="en-US" dirty="0"/>
              <a:t>Dividend or Sale/X depending on whether SH’s interest in the corporation is significantly reduced</a:t>
            </a:r>
          </a:p>
          <a:p>
            <a:pPr marL="285750" indent="-285750">
              <a:buFont typeface="Arial" charset="0"/>
              <a:buChar char="•"/>
            </a:pPr>
            <a:r>
              <a:rPr lang="en-US" dirty="0"/>
              <a:t>Difference less important since tax rates on NCGs and Dividends are identical, </a:t>
            </a:r>
            <a:r>
              <a:rPr lang="en-US" b="1" u="sng" dirty="0"/>
              <a:t>but recovery of basis in S/X</a:t>
            </a:r>
          </a:p>
          <a:p>
            <a:pPr marL="285750" indent="-285750">
              <a:buFont typeface="Arial" charset="0"/>
              <a:buChar char="•"/>
            </a:pPr>
            <a:r>
              <a:rPr lang="en-US" dirty="0"/>
              <a:t>Foreign v. U.S. shareholders</a:t>
            </a:r>
            <a:endParaRPr lang="en-US" sz="2000" dirty="0"/>
          </a:p>
        </p:txBody>
      </p:sp>
      <p:sp>
        <p:nvSpPr>
          <p:cNvPr id="6" name="TextBox 5">
            <a:extLst>
              <a:ext uri="{FF2B5EF4-FFF2-40B4-BE49-F238E27FC236}">
                <a16:creationId xmlns:a16="http://schemas.microsoft.com/office/drawing/2014/main" id="{65054BD3-FF88-8E44-8B76-71075D155672}"/>
              </a:ext>
            </a:extLst>
          </p:cNvPr>
          <p:cNvSpPr txBox="1"/>
          <p:nvPr/>
        </p:nvSpPr>
        <p:spPr>
          <a:xfrm>
            <a:off x="1480930" y="864704"/>
            <a:ext cx="184731" cy="369332"/>
          </a:xfrm>
          <a:prstGeom prst="rect">
            <a:avLst/>
          </a:prstGeom>
          <a:noFill/>
        </p:spPr>
        <p:txBody>
          <a:bodyPr wrap="none" rtlCol="0">
            <a:spAutoFit/>
          </a:bodyPr>
          <a:lstStyle/>
          <a:p>
            <a:endParaRPr lang="en-US"/>
          </a:p>
        </p:txBody>
      </p:sp>
      <p:sp>
        <p:nvSpPr>
          <p:cNvPr id="9" name="TextBox 8">
            <a:extLst>
              <a:ext uri="{FF2B5EF4-FFF2-40B4-BE49-F238E27FC236}">
                <a16:creationId xmlns:a16="http://schemas.microsoft.com/office/drawing/2014/main" id="{0EDB5E64-7458-8C47-808C-C33F9764ADC7}"/>
              </a:ext>
            </a:extLst>
          </p:cNvPr>
          <p:cNvSpPr txBox="1"/>
          <p:nvPr/>
        </p:nvSpPr>
        <p:spPr>
          <a:xfrm>
            <a:off x="4631635" y="1977887"/>
            <a:ext cx="184731" cy="369332"/>
          </a:xfrm>
          <a:prstGeom prst="rect">
            <a:avLst/>
          </a:prstGeom>
          <a:noFill/>
        </p:spPr>
        <p:txBody>
          <a:bodyPr wrap="none" rtlCol="0">
            <a:spAutoFit/>
          </a:bodyPr>
          <a:lstStyle/>
          <a:p>
            <a:endParaRPr lang="en-US" dirty="0"/>
          </a:p>
        </p:txBody>
      </p:sp>
      <p:sp>
        <p:nvSpPr>
          <p:cNvPr id="12" name="TextBox 11">
            <a:extLst>
              <a:ext uri="{FF2B5EF4-FFF2-40B4-BE49-F238E27FC236}">
                <a16:creationId xmlns:a16="http://schemas.microsoft.com/office/drawing/2014/main" id="{B475CD9B-FF6F-494D-B2B3-E68384818B00}"/>
              </a:ext>
            </a:extLst>
          </p:cNvPr>
          <p:cNvSpPr txBox="1"/>
          <p:nvPr/>
        </p:nvSpPr>
        <p:spPr>
          <a:xfrm>
            <a:off x="11390243" y="1918252"/>
            <a:ext cx="184731" cy="369332"/>
          </a:xfrm>
          <a:prstGeom prst="rect">
            <a:avLst/>
          </a:prstGeom>
          <a:noFill/>
        </p:spPr>
        <p:txBody>
          <a:bodyPr wrap="none" rtlCol="0">
            <a:spAutoFit/>
          </a:bodyPr>
          <a:lstStyle/>
          <a:p>
            <a:endParaRPr lang="en-US"/>
          </a:p>
        </p:txBody>
      </p:sp>
      <p:sp>
        <p:nvSpPr>
          <p:cNvPr id="13" name="Footer Placeholder 12">
            <a:extLst>
              <a:ext uri="{FF2B5EF4-FFF2-40B4-BE49-F238E27FC236}">
                <a16:creationId xmlns:a16="http://schemas.microsoft.com/office/drawing/2014/main" id="{332E892D-DF8A-154A-9C36-7DCA6230CEDF}"/>
              </a:ext>
            </a:extLst>
          </p:cNvPr>
          <p:cNvSpPr>
            <a:spLocks noGrp="1"/>
          </p:cNvSpPr>
          <p:nvPr>
            <p:ph type="ftr" sz="quarter" idx="11"/>
          </p:nvPr>
        </p:nvSpPr>
        <p:spPr/>
        <p:txBody>
          <a:bodyPr/>
          <a:lstStyle/>
          <a:p>
            <a:pPr>
              <a:defRPr/>
            </a:pPr>
            <a:r>
              <a:rPr lang="en-US"/>
              <a:t>Redemptions</a:t>
            </a:r>
            <a:endParaRPr lang="en-US" dirty="0"/>
          </a:p>
        </p:txBody>
      </p:sp>
    </p:spTree>
    <p:extLst>
      <p:ext uri="{BB962C8B-B14F-4D97-AF65-F5344CB8AC3E}">
        <p14:creationId xmlns:p14="http://schemas.microsoft.com/office/powerpoint/2010/main" val="12678345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4"/>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8"/>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9"/>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67"/>
                                        </p:tgtEl>
                                        <p:attrNameLst>
                                          <p:attrName>style.visibility</p:attrName>
                                        </p:attrNameLst>
                                      </p:cBhvr>
                                      <p:to>
                                        <p:strVal val="visible"/>
                                      </p:to>
                                    </p:set>
                                  </p:childTnLst>
                                </p:cTn>
                              </p:par>
                              <p:par>
                                <p:cTn id="17" presetID="1" presetClass="entr" presetSubtype="0" fill="hold" grpId="0" nodeType="withEffect" nodePh="1">
                                  <p:stCondLst>
                                    <p:cond delay="0"/>
                                  </p:stCondLst>
                                  <p:endCondLst>
                                    <p:cond evt="begin" delay="0">
                                      <p:tn val="17"/>
                                    </p:cond>
                                  </p:endCondLst>
                                  <p:childTnLst>
                                    <p:set>
                                      <p:cBhvr>
                                        <p:cTn id="18" dur="1" fill="hold">
                                          <p:stCondLst>
                                            <p:cond delay="0"/>
                                          </p:stCondLst>
                                        </p:cTn>
                                        <p:tgtEl>
                                          <p:spTgt spid="6"/>
                                        </p:tgtEl>
                                        <p:attrNameLst>
                                          <p:attrName>style.visibility</p:attrName>
                                        </p:attrNameLst>
                                      </p:cBhvr>
                                      <p:to>
                                        <p:strVal val="visible"/>
                                      </p:to>
                                    </p:set>
                                  </p:childTnLst>
                                </p:cTn>
                              </p:par>
                              <p:par>
                                <p:cTn id="19" presetID="1" presetClass="entr" presetSubtype="0" fill="hold" grpId="0" nodeType="withEffect" nodePh="1">
                                  <p:stCondLst>
                                    <p:cond delay="0"/>
                                  </p:stCondLst>
                                  <p:endCondLst>
                                    <p:cond evt="begin" delay="0">
                                      <p:tn val="19"/>
                                    </p:cond>
                                  </p:endCondLst>
                                  <p:childTnLst>
                                    <p:set>
                                      <p:cBhvr>
                                        <p:cTn id="20" dur="1" fill="hold">
                                          <p:stCondLst>
                                            <p:cond delay="0"/>
                                          </p:stCondLst>
                                        </p:cTn>
                                        <p:tgtEl>
                                          <p:spTgt spid="9"/>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70">
                                            <p:bg/>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70">
                                            <p:txEl>
                                              <p:pRg st="0" end="0"/>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70">
                                            <p:txEl>
                                              <p:pRg st="1" end="1"/>
                                            </p:txEl>
                                          </p:spTgt>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70">
                                            <p:txEl>
                                              <p:pRg st="2" end="2"/>
                                            </p:txEl>
                                          </p:spTgt>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grpId="0" nodeType="clickEffect">
                                  <p:stCondLst>
                                    <p:cond delay="0"/>
                                  </p:stCondLst>
                                  <p:childTnLst>
                                    <p:set>
                                      <p:cBhvr>
                                        <p:cTn id="40" dur="1" fill="hold">
                                          <p:stCondLst>
                                            <p:cond delay="0"/>
                                          </p:stCondLst>
                                        </p:cTn>
                                        <p:tgtEl>
                                          <p:spTgt spid="70">
                                            <p:txEl>
                                              <p:pRg st="3" end="3"/>
                                            </p:txEl>
                                          </p:spTgt>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grpId="0" nodeType="clickEffect">
                                  <p:stCondLst>
                                    <p:cond delay="0"/>
                                  </p:stCondLst>
                                  <p:childTnLst>
                                    <p:set>
                                      <p:cBhvr>
                                        <p:cTn id="44" dur="1" fill="hold">
                                          <p:stCondLst>
                                            <p:cond delay="0"/>
                                          </p:stCondLst>
                                        </p:cTn>
                                        <p:tgtEl>
                                          <p:spTgt spid="10"/>
                                        </p:tgtEl>
                                        <p:attrNameLst>
                                          <p:attrName>style.visibility</p:attrName>
                                        </p:attrNameLst>
                                      </p:cBhvr>
                                      <p:to>
                                        <p:strVal val="visible"/>
                                      </p:to>
                                    </p:set>
                                  </p:childTnLst>
                                </p:cTn>
                              </p:par>
                              <p:par>
                                <p:cTn id="45" presetID="1" presetClass="entr" presetSubtype="0" fill="hold" nodeType="withEffect">
                                  <p:stCondLst>
                                    <p:cond delay="0"/>
                                  </p:stCondLst>
                                  <p:childTnLst>
                                    <p:set>
                                      <p:cBhvr>
                                        <p:cTn id="46" dur="1" fill="hold">
                                          <p:stCondLst>
                                            <p:cond delay="0"/>
                                          </p:stCondLst>
                                        </p:cTn>
                                        <p:tgtEl>
                                          <p:spTgt spid="11"/>
                                        </p:tgtEl>
                                        <p:attrNameLst>
                                          <p:attrName>style.visibility</p:attrName>
                                        </p:attrNameLst>
                                      </p:cBhvr>
                                      <p:to>
                                        <p:strVal val="visible"/>
                                      </p:to>
                                    </p:set>
                                  </p:childTnLst>
                                </p:cTn>
                              </p:par>
                              <p:par>
                                <p:cTn id="47" presetID="1" presetClass="entr" presetSubtype="0" fill="hold" nodeType="withEffect">
                                  <p:stCondLst>
                                    <p:cond delay="0"/>
                                  </p:stCondLst>
                                  <p:childTnLst>
                                    <p:set>
                                      <p:cBhvr>
                                        <p:cTn id="48" dur="1" fill="hold">
                                          <p:stCondLst>
                                            <p:cond delay="0"/>
                                          </p:stCondLst>
                                        </p:cTn>
                                        <p:tgtEl>
                                          <p:spTgt spid="17"/>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20"/>
                                        </p:tgtEl>
                                        <p:attrNameLst>
                                          <p:attrName>style.visibility</p:attrName>
                                        </p:attrNameLst>
                                      </p:cBhvr>
                                      <p:to>
                                        <p:strVal val="visible"/>
                                      </p:to>
                                    </p:set>
                                  </p:childTnLst>
                                </p:cTn>
                              </p:par>
                              <p:par>
                                <p:cTn id="51" presetID="1" presetClass="entr" presetSubtype="0" fill="hold" nodeType="withEffect">
                                  <p:stCondLst>
                                    <p:cond delay="0"/>
                                  </p:stCondLst>
                                  <p:childTnLst>
                                    <p:set>
                                      <p:cBhvr>
                                        <p:cTn id="52" dur="1" fill="hold">
                                          <p:stCondLst>
                                            <p:cond delay="0"/>
                                          </p:stCondLst>
                                        </p:cTn>
                                        <p:tgtEl>
                                          <p:spTgt spid="32"/>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68"/>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69"/>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56"/>
                                        </p:tgtEl>
                                        <p:attrNameLst>
                                          <p:attrName>style.visibility</p:attrName>
                                        </p:attrNameLst>
                                      </p:cBhvr>
                                      <p:to>
                                        <p:strVal val="visible"/>
                                      </p:to>
                                    </p:set>
                                  </p:childTnLst>
                                </p:cTn>
                              </p:par>
                              <p:par>
                                <p:cTn id="59" presetID="1" presetClass="entr" presetSubtype="0" fill="hold" grpId="1" nodeType="withEffect">
                                  <p:stCondLst>
                                    <p:cond delay="0"/>
                                  </p:stCondLst>
                                  <p:childTnLst>
                                    <p:set>
                                      <p:cBhvr>
                                        <p:cTn id="60" dur="1" fill="hold">
                                          <p:stCondLst>
                                            <p:cond delay="0"/>
                                          </p:stCondLst>
                                        </p:cTn>
                                        <p:tgtEl>
                                          <p:spTgt spid="10"/>
                                        </p:tgtEl>
                                        <p:attrNameLst>
                                          <p:attrName>style.visibility</p:attrName>
                                        </p:attrNameLst>
                                      </p:cBhvr>
                                      <p:to>
                                        <p:strVal val="visible"/>
                                      </p:to>
                                    </p:set>
                                  </p:childTnLst>
                                </p:cTn>
                              </p:par>
                            </p:childTnLst>
                          </p:cTn>
                        </p:par>
                      </p:childTnLst>
                    </p:cTn>
                  </p:par>
                  <p:par>
                    <p:cTn id="61" fill="hold">
                      <p:stCondLst>
                        <p:cond delay="indefinite"/>
                      </p:stCondLst>
                      <p:childTnLst>
                        <p:par>
                          <p:cTn id="62" fill="hold">
                            <p:stCondLst>
                              <p:cond delay="0"/>
                            </p:stCondLst>
                            <p:childTnLst>
                              <p:par>
                                <p:cTn id="63" presetID="1" presetClass="entr" presetSubtype="0" fill="hold" grpId="0" nodeType="clickEffect">
                                  <p:stCondLst>
                                    <p:cond delay="0"/>
                                  </p:stCondLst>
                                  <p:childTnLst>
                                    <p:set>
                                      <p:cBhvr>
                                        <p:cTn id="64" dur="1" fill="hold">
                                          <p:stCondLst>
                                            <p:cond delay="0"/>
                                          </p:stCondLst>
                                        </p:cTn>
                                        <p:tgtEl>
                                          <p:spTgt spid="71">
                                            <p:bg/>
                                          </p:spTgt>
                                        </p:tgtEl>
                                        <p:attrNameLst>
                                          <p:attrName>style.visibility</p:attrName>
                                        </p:attrNameLst>
                                      </p:cBhvr>
                                      <p:to>
                                        <p:strVal val="visible"/>
                                      </p:to>
                                    </p:set>
                                  </p:childTnLst>
                                </p:cTn>
                              </p:par>
                            </p:childTnLst>
                          </p:cTn>
                        </p:par>
                      </p:childTnLst>
                    </p:cTn>
                  </p:par>
                  <p:par>
                    <p:cTn id="65" fill="hold">
                      <p:stCondLst>
                        <p:cond delay="indefinite"/>
                      </p:stCondLst>
                      <p:childTnLst>
                        <p:par>
                          <p:cTn id="66" fill="hold">
                            <p:stCondLst>
                              <p:cond delay="0"/>
                            </p:stCondLst>
                            <p:childTnLst>
                              <p:par>
                                <p:cTn id="67" presetID="1" presetClass="entr" presetSubtype="0" fill="hold" grpId="0" nodeType="clickEffect">
                                  <p:stCondLst>
                                    <p:cond delay="0"/>
                                  </p:stCondLst>
                                  <p:childTnLst>
                                    <p:set>
                                      <p:cBhvr>
                                        <p:cTn id="68" dur="1" fill="hold">
                                          <p:stCondLst>
                                            <p:cond delay="0"/>
                                          </p:stCondLst>
                                        </p:cTn>
                                        <p:tgtEl>
                                          <p:spTgt spid="71">
                                            <p:txEl>
                                              <p:pRg st="0" end="0"/>
                                            </p:txEl>
                                          </p:spTgt>
                                        </p:tgtEl>
                                        <p:attrNameLst>
                                          <p:attrName>style.visibility</p:attrName>
                                        </p:attrNameLst>
                                      </p:cBhvr>
                                      <p:to>
                                        <p:strVal val="visible"/>
                                      </p:to>
                                    </p:set>
                                  </p:childTnLst>
                                </p:cTn>
                              </p:par>
                            </p:childTnLst>
                          </p:cTn>
                        </p:par>
                      </p:childTnLst>
                    </p:cTn>
                  </p:par>
                  <p:par>
                    <p:cTn id="69" fill="hold">
                      <p:stCondLst>
                        <p:cond delay="indefinite"/>
                      </p:stCondLst>
                      <p:childTnLst>
                        <p:par>
                          <p:cTn id="70" fill="hold">
                            <p:stCondLst>
                              <p:cond delay="0"/>
                            </p:stCondLst>
                            <p:childTnLst>
                              <p:par>
                                <p:cTn id="71" presetID="1" presetClass="entr" presetSubtype="0" fill="hold" grpId="0" nodeType="clickEffect">
                                  <p:stCondLst>
                                    <p:cond delay="0"/>
                                  </p:stCondLst>
                                  <p:childTnLst>
                                    <p:set>
                                      <p:cBhvr>
                                        <p:cTn id="72" dur="1" fill="hold">
                                          <p:stCondLst>
                                            <p:cond delay="0"/>
                                          </p:stCondLst>
                                        </p:cTn>
                                        <p:tgtEl>
                                          <p:spTgt spid="71">
                                            <p:txEl>
                                              <p:pRg st="1" end="1"/>
                                            </p:txEl>
                                          </p:spTgt>
                                        </p:tgtEl>
                                        <p:attrNameLst>
                                          <p:attrName>style.visibility</p:attrName>
                                        </p:attrNameLst>
                                      </p:cBhvr>
                                      <p:to>
                                        <p:strVal val="visible"/>
                                      </p:to>
                                    </p:set>
                                  </p:childTnLst>
                                </p:cTn>
                              </p:par>
                            </p:childTnLst>
                          </p:cTn>
                        </p:par>
                      </p:childTnLst>
                    </p:cTn>
                  </p:par>
                  <p:par>
                    <p:cTn id="73" fill="hold">
                      <p:stCondLst>
                        <p:cond delay="indefinite"/>
                      </p:stCondLst>
                      <p:childTnLst>
                        <p:par>
                          <p:cTn id="74" fill="hold">
                            <p:stCondLst>
                              <p:cond delay="0"/>
                            </p:stCondLst>
                            <p:childTnLst>
                              <p:par>
                                <p:cTn id="75" presetID="1" presetClass="entr" presetSubtype="0" fill="hold" grpId="0" nodeType="clickEffect">
                                  <p:stCondLst>
                                    <p:cond delay="0"/>
                                  </p:stCondLst>
                                  <p:childTnLst>
                                    <p:set>
                                      <p:cBhvr>
                                        <p:cTn id="76" dur="1" fill="hold">
                                          <p:stCondLst>
                                            <p:cond delay="0"/>
                                          </p:stCondLst>
                                        </p:cTn>
                                        <p:tgtEl>
                                          <p:spTgt spid="71">
                                            <p:txEl>
                                              <p:pRg st="2" end="2"/>
                                            </p:txEl>
                                          </p:spTgt>
                                        </p:tgtEl>
                                        <p:attrNameLst>
                                          <p:attrName>style.visibility</p:attrName>
                                        </p:attrNameLst>
                                      </p:cBhvr>
                                      <p:to>
                                        <p:strVal val="visible"/>
                                      </p:to>
                                    </p:set>
                                  </p:childTnLst>
                                </p:cTn>
                              </p:par>
                            </p:childTnLst>
                          </p:cTn>
                        </p:par>
                      </p:childTnLst>
                    </p:cTn>
                  </p:par>
                  <p:par>
                    <p:cTn id="77" fill="hold">
                      <p:stCondLst>
                        <p:cond delay="indefinite"/>
                      </p:stCondLst>
                      <p:childTnLst>
                        <p:par>
                          <p:cTn id="78" fill="hold">
                            <p:stCondLst>
                              <p:cond delay="0"/>
                            </p:stCondLst>
                            <p:childTnLst>
                              <p:par>
                                <p:cTn id="79" presetID="1" presetClass="entr" presetSubtype="0" fill="hold" grpId="0" nodeType="clickEffect">
                                  <p:stCondLst>
                                    <p:cond delay="0"/>
                                  </p:stCondLst>
                                  <p:childTnLst>
                                    <p:set>
                                      <p:cBhvr>
                                        <p:cTn id="80" dur="1" fill="hold">
                                          <p:stCondLst>
                                            <p:cond delay="0"/>
                                          </p:stCondLst>
                                        </p:cTn>
                                        <p:tgtEl>
                                          <p:spTgt spid="71">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10" grpId="0" animBg="1"/>
      <p:bldP spid="10" grpId="1" animBg="1"/>
      <p:bldP spid="14" grpId="0"/>
      <p:bldP spid="19" grpId="0" animBg="1"/>
      <p:bldP spid="20" grpId="0" animBg="1"/>
      <p:bldP spid="56" grpId="0"/>
      <p:bldP spid="67" grpId="0"/>
      <p:bldP spid="68" grpId="0"/>
      <p:bldP spid="69" grpId="0"/>
      <p:bldP spid="70" grpId="0" uiExpand="1" build="allAtOnce" animBg="1"/>
      <p:bldP spid="71" grpId="0" uiExpand="1" build="allAtOnce" animBg="1"/>
      <p:bldP spid="6" grpId="0"/>
      <p:bldP spid="9"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lstStyle/>
          <a:p>
            <a:r>
              <a:rPr lang="en-US" sz="3200" dirty="0"/>
              <a:t>Redemptions treated as S/X:</a:t>
            </a:r>
          </a:p>
          <a:p>
            <a:pPr lvl="1"/>
            <a:r>
              <a:rPr lang="en-US" sz="2800" b="1" dirty="0"/>
              <a:t>Not essentially equivalent to a dividend (§302(b)(1))—hazy </a:t>
            </a:r>
          </a:p>
          <a:p>
            <a:pPr lvl="1"/>
            <a:r>
              <a:rPr lang="en-US" sz="2800" b="1" dirty="0"/>
              <a:t>Substantially disproportionate (§302(b)(2))—bright line</a:t>
            </a:r>
          </a:p>
          <a:p>
            <a:pPr lvl="1"/>
            <a:r>
              <a:rPr lang="en-US" sz="2800" b="1" dirty="0"/>
              <a:t>Termination of SH’s interest (§302(b)(3))—bright line &amp; hazy</a:t>
            </a:r>
          </a:p>
          <a:p>
            <a:pPr lvl="1"/>
            <a:r>
              <a:rPr lang="en-US" sz="2800" dirty="0"/>
              <a:t>Redemption from noncorporate SH in partial liquidation (§302(b)(4))</a:t>
            </a:r>
          </a:p>
          <a:p>
            <a:pPr lvl="1"/>
            <a:r>
              <a:rPr lang="en-US" sz="2800" dirty="0"/>
              <a:t>Redemptions to pay estate taxes (§303)</a:t>
            </a:r>
          </a:p>
          <a:p>
            <a:pPr marL="228600" lvl="1" indent="0">
              <a:buNone/>
            </a:pPr>
            <a:endParaRPr lang="en-US" sz="2800" dirty="0"/>
          </a:p>
        </p:txBody>
      </p:sp>
      <p:sp>
        <p:nvSpPr>
          <p:cNvPr id="3" name="Title 2"/>
          <p:cNvSpPr>
            <a:spLocks noGrp="1"/>
          </p:cNvSpPr>
          <p:nvPr>
            <p:ph type="title"/>
          </p:nvPr>
        </p:nvSpPr>
        <p:spPr/>
        <p:txBody>
          <a:bodyPr/>
          <a:lstStyle/>
          <a:p>
            <a:r>
              <a:rPr lang="en-US" dirty="0"/>
              <a:t>Redemptions: Shareholder Consequences</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4</a:t>
            </a:fld>
            <a:endParaRPr lang="en-US" altLang="en-US" dirty="0"/>
          </a:p>
        </p:txBody>
      </p:sp>
      <p:sp>
        <p:nvSpPr>
          <p:cNvPr id="5" name="Footer Placeholder 4">
            <a:extLst>
              <a:ext uri="{FF2B5EF4-FFF2-40B4-BE49-F238E27FC236}">
                <a16:creationId xmlns:a16="http://schemas.microsoft.com/office/drawing/2014/main" id="{E86107A8-C09B-2345-A9CE-6A0079C5CFB9}"/>
              </a:ext>
            </a:extLst>
          </p:cNvPr>
          <p:cNvSpPr>
            <a:spLocks noGrp="1"/>
          </p:cNvSpPr>
          <p:nvPr>
            <p:ph type="ftr" sz="quarter" idx="11"/>
          </p:nvPr>
        </p:nvSpPr>
        <p:spPr/>
        <p:txBody>
          <a:bodyPr/>
          <a:lstStyle/>
          <a:p>
            <a:pPr>
              <a:defRPr/>
            </a:pPr>
            <a:r>
              <a:rPr lang="en-US"/>
              <a:t>Redemptions</a:t>
            </a:r>
            <a:endParaRPr lang="en-US" dirty="0"/>
          </a:p>
        </p:txBody>
      </p:sp>
    </p:spTree>
    <p:extLst>
      <p:ext uri="{BB962C8B-B14F-4D97-AF65-F5344CB8AC3E}">
        <p14:creationId xmlns:p14="http://schemas.microsoft.com/office/powerpoint/2010/main" val="7398875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p"/>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47276C90-C919-DF43-8DA4-70419AB9FF0F}"/>
              </a:ext>
            </a:extLst>
          </p:cNvPr>
          <p:cNvSpPr>
            <a:spLocks noGrp="1"/>
          </p:cNvSpPr>
          <p:nvPr>
            <p:ph idx="1"/>
          </p:nvPr>
        </p:nvSpPr>
        <p:spPr/>
        <p:txBody>
          <a:bodyPr/>
          <a:lstStyle/>
          <a:p>
            <a:r>
              <a:rPr lang="en-US" sz="2800" dirty="0"/>
              <a:t>Constructive ownership rules of §318 apply to determine ownership changes. §302(c)(1).</a:t>
            </a:r>
          </a:p>
          <a:p>
            <a:pPr lvl="1"/>
            <a:r>
              <a:rPr lang="en-US" sz="2400" dirty="0"/>
              <a:t>Attribution among Members of Family (§318(a)(1))</a:t>
            </a:r>
          </a:p>
          <a:p>
            <a:pPr lvl="1"/>
            <a:r>
              <a:rPr lang="en-US" sz="2400" dirty="0"/>
              <a:t>Attribution </a:t>
            </a:r>
            <a:r>
              <a:rPr lang="en-US" sz="2400" b="1" dirty="0"/>
              <a:t>from</a:t>
            </a:r>
            <a:r>
              <a:rPr lang="en-US" sz="2400" dirty="0"/>
              <a:t> Partnerships and Corporations  (§318(a)(2))</a:t>
            </a:r>
          </a:p>
          <a:p>
            <a:pPr lvl="1"/>
            <a:r>
              <a:rPr lang="en-US" sz="2400" dirty="0"/>
              <a:t>Attribution </a:t>
            </a:r>
            <a:r>
              <a:rPr lang="en-US" sz="2400" b="1" dirty="0"/>
              <a:t>to </a:t>
            </a:r>
            <a:r>
              <a:rPr lang="en-US" sz="2400" dirty="0"/>
              <a:t>Partnership and Corporations (§318(a)(3))</a:t>
            </a:r>
          </a:p>
          <a:p>
            <a:pPr lvl="1"/>
            <a:r>
              <a:rPr lang="en-US" sz="2400" dirty="0"/>
              <a:t>Options  (§318(a)(4))</a:t>
            </a:r>
          </a:p>
          <a:p>
            <a:pPr lvl="1"/>
            <a:r>
              <a:rPr lang="en-US" sz="2400" dirty="0"/>
              <a:t>Important </a:t>
            </a:r>
            <a:r>
              <a:rPr lang="en-US" sz="2400" b="1" dirty="0">
                <a:solidFill>
                  <a:srgbClr val="FF0000"/>
                </a:solidFill>
              </a:rPr>
              <a:t>Operating Rules</a:t>
            </a:r>
          </a:p>
          <a:p>
            <a:pPr lvl="2"/>
            <a:r>
              <a:rPr lang="en-US" sz="2400" dirty="0"/>
              <a:t>Reattribution </a:t>
            </a:r>
            <a:r>
              <a:rPr lang="en-US" sz="2400" b="1" dirty="0"/>
              <a:t>in general </a:t>
            </a:r>
            <a:r>
              <a:rPr lang="en-US" sz="2400" dirty="0"/>
              <a:t>(§318(a)(5)(A))</a:t>
            </a:r>
          </a:p>
          <a:p>
            <a:pPr lvl="2"/>
            <a:r>
              <a:rPr lang="en-US" sz="2400" dirty="0"/>
              <a:t>Reattribution </a:t>
            </a:r>
            <a:r>
              <a:rPr lang="en-US" sz="2400" b="1" dirty="0"/>
              <a:t>among family members </a:t>
            </a:r>
            <a:r>
              <a:rPr lang="en-US" sz="2400" dirty="0"/>
              <a:t>(§318(a)(5)(B))</a:t>
            </a:r>
          </a:p>
          <a:p>
            <a:pPr lvl="2"/>
            <a:r>
              <a:rPr lang="en-US" sz="2400" dirty="0"/>
              <a:t>Reattribution </a:t>
            </a:r>
            <a:r>
              <a:rPr lang="en-US" sz="2400" b="1" dirty="0"/>
              <a:t>from</a:t>
            </a:r>
            <a:r>
              <a:rPr lang="en-US" sz="2400" dirty="0"/>
              <a:t> Partnerships and Corporations (§318(a)(5)(C))</a:t>
            </a:r>
          </a:p>
          <a:p>
            <a:pPr lvl="2"/>
            <a:endParaRPr lang="en-US" sz="2000" dirty="0"/>
          </a:p>
          <a:p>
            <a:pPr lvl="2"/>
            <a:endParaRPr lang="en-US" sz="2000" dirty="0"/>
          </a:p>
          <a:p>
            <a:pPr lvl="2"/>
            <a:endParaRPr lang="en-US" sz="2000" dirty="0"/>
          </a:p>
          <a:p>
            <a:pPr lvl="2"/>
            <a:endParaRPr lang="en-US" sz="2000" dirty="0"/>
          </a:p>
          <a:p>
            <a:pPr lvl="1"/>
            <a:endParaRPr lang="en-US" sz="2000" dirty="0"/>
          </a:p>
          <a:p>
            <a:endParaRPr lang="en-US" dirty="0"/>
          </a:p>
        </p:txBody>
      </p:sp>
      <p:sp>
        <p:nvSpPr>
          <p:cNvPr id="3" name="Title 2">
            <a:extLst>
              <a:ext uri="{FF2B5EF4-FFF2-40B4-BE49-F238E27FC236}">
                <a16:creationId xmlns:a16="http://schemas.microsoft.com/office/drawing/2014/main" id="{31293BF4-DC7B-DA45-8F87-A095B8A95161}"/>
              </a:ext>
            </a:extLst>
          </p:cNvPr>
          <p:cNvSpPr>
            <a:spLocks noGrp="1"/>
          </p:cNvSpPr>
          <p:nvPr>
            <p:ph type="title"/>
          </p:nvPr>
        </p:nvSpPr>
        <p:spPr/>
        <p:txBody>
          <a:bodyPr/>
          <a:lstStyle/>
          <a:p>
            <a:r>
              <a:rPr lang="en-US" dirty="0"/>
              <a:t>Constructive Ownership Rules</a:t>
            </a:r>
          </a:p>
        </p:txBody>
      </p:sp>
      <p:sp>
        <p:nvSpPr>
          <p:cNvPr id="4" name="Slide Number Placeholder 3">
            <a:extLst>
              <a:ext uri="{FF2B5EF4-FFF2-40B4-BE49-F238E27FC236}">
                <a16:creationId xmlns:a16="http://schemas.microsoft.com/office/drawing/2014/main" id="{E9EDAF0B-7CD4-C441-B16A-65C1A12FD1DB}"/>
              </a:ext>
            </a:extLst>
          </p:cNvPr>
          <p:cNvSpPr>
            <a:spLocks noGrp="1"/>
          </p:cNvSpPr>
          <p:nvPr>
            <p:ph type="sldNum" sz="quarter" idx="10"/>
          </p:nvPr>
        </p:nvSpPr>
        <p:spPr/>
        <p:txBody>
          <a:bodyPr/>
          <a:lstStyle/>
          <a:p>
            <a:fld id="{7B3E355C-57B9-BC4B-95D8-406A1F834537}" type="slidenum">
              <a:rPr lang="en-US" altLang="en-US" smtClean="0"/>
              <a:pPr/>
              <a:t>5</a:t>
            </a:fld>
            <a:endParaRPr lang="en-US" altLang="en-US" dirty="0"/>
          </a:p>
        </p:txBody>
      </p:sp>
      <p:sp>
        <p:nvSpPr>
          <p:cNvPr id="6" name="Footer Placeholder 5">
            <a:extLst>
              <a:ext uri="{FF2B5EF4-FFF2-40B4-BE49-F238E27FC236}">
                <a16:creationId xmlns:a16="http://schemas.microsoft.com/office/drawing/2014/main" id="{FD7A9ECD-250A-BB46-8EA0-B04EF123B30B}"/>
              </a:ext>
            </a:extLst>
          </p:cNvPr>
          <p:cNvSpPr>
            <a:spLocks noGrp="1"/>
          </p:cNvSpPr>
          <p:nvPr>
            <p:ph type="ftr" sz="quarter" idx="11"/>
          </p:nvPr>
        </p:nvSpPr>
        <p:spPr/>
        <p:txBody>
          <a:bodyPr/>
          <a:lstStyle/>
          <a:p>
            <a:pPr>
              <a:defRPr/>
            </a:pPr>
            <a:r>
              <a:rPr lang="en-US"/>
              <a:t>Redemptions</a:t>
            </a:r>
            <a:endParaRPr lang="en-US" dirty="0"/>
          </a:p>
        </p:txBody>
      </p:sp>
    </p:spTree>
    <p:extLst>
      <p:ext uri="{BB962C8B-B14F-4D97-AF65-F5344CB8AC3E}">
        <p14:creationId xmlns:p14="http://schemas.microsoft.com/office/powerpoint/2010/main" val="2561593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2">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2">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lstStyle/>
          <a:p>
            <a:r>
              <a:rPr lang="en-US" altLang="en-US" dirty="0">
                <a:ea typeface="ＭＳ Ｐゴシック" charset="-128"/>
              </a:rPr>
              <a:t>Immediately after redemption </a:t>
            </a:r>
            <a:r>
              <a:rPr lang="en-US" altLang="en-US" dirty="0" err="1">
                <a:ea typeface="ＭＳ Ｐゴシック" charset="-128"/>
              </a:rPr>
              <a:t>SH</a:t>
            </a:r>
            <a:r>
              <a:rPr lang="en-US" altLang="en-US" dirty="0">
                <a:ea typeface="ＭＳ Ｐゴシック" charset="-128"/>
              </a:rPr>
              <a:t> owns &lt;50% of total combined </a:t>
            </a:r>
            <a:r>
              <a:rPr lang="en-US" altLang="en-US" i="1" dirty="0">
                <a:ea typeface="ＭＳ Ｐゴシック" charset="-128"/>
              </a:rPr>
              <a:t>voting power</a:t>
            </a:r>
            <a:r>
              <a:rPr lang="en-US" altLang="en-US" dirty="0">
                <a:ea typeface="ＭＳ Ｐゴシック" charset="-128"/>
              </a:rPr>
              <a:t> of all classes entitled to vote</a:t>
            </a:r>
          </a:p>
          <a:p>
            <a:endParaRPr lang="en-US" altLang="en-US" dirty="0">
              <a:ea typeface="ＭＳ Ｐゴシック" charset="-128"/>
            </a:endParaRPr>
          </a:p>
          <a:p>
            <a:r>
              <a:rPr lang="en-US" altLang="en-US" dirty="0">
                <a:ea typeface="ＭＳ Ｐゴシック" charset="-128"/>
              </a:rPr>
              <a:t> </a:t>
            </a:r>
          </a:p>
          <a:p>
            <a:endParaRPr lang="en-US" altLang="en-US" dirty="0">
              <a:ea typeface="ＭＳ Ｐゴシック" charset="-128"/>
            </a:endParaRPr>
          </a:p>
          <a:p>
            <a:endParaRPr lang="en-US" altLang="en-US" dirty="0">
              <a:ea typeface="ＭＳ Ｐゴシック" charset="-128"/>
            </a:endParaRPr>
          </a:p>
          <a:p>
            <a:r>
              <a:rPr lang="en-US" altLang="en-US" dirty="0" err="1">
                <a:ea typeface="ＭＳ Ｐゴシック" charset="-128"/>
              </a:rPr>
              <a:t>SH’s</a:t>
            </a:r>
            <a:r>
              <a:rPr lang="en-US" altLang="en-US" dirty="0">
                <a:ea typeface="ＭＳ Ｐゴシック" charset="-128"/>
              </a:rPr>
              <a:t> ownership of common stock (</a:t>
            </a:r>
            <a:r>
              <a:rPr lang="en-US" altLang="en-US" i="1" dirty="0">
                <a:ea typeface="ＭＳ Ｐゴシック" charset="-128"/>
              </a:rPr>
              <a:t>voting and nonvoting</a:t>
            </a:r>
            <a:r>
              <a:rPr lang="en-US" altLang="en-US" dirty="0">
                <a:ea typeface="ＭＳ Ｐゴシック" charset="-128"/>
              </a:rPr>
              <a:t>) after and before redemption also satisfies the 80% requirement.</a:t>
            </a:r>
          </a:p>
          <a:p>
            <a:pPr lvl="1"/>
            <a:r>
              <a:rPr lang="en-US" altLang="en-US" sz="2400" dirty="0">
                <a:ea typeface="ＭＳ Ｐゴシック" charset="-128"/>
              </a:rPr>
              <a:t>Reduction is tested on an </a:t>
            </a:r>
            <a:r>
              <a:rPr lang="en-US" altLang="en-US" sz="2400" b="1" dirty="0">
                <a:ea typeface="ＭＳ Ｐゴシック" charset="-128"/>
              </a:rPr>
              <a:t>aggregate </a:t>
            </a:r>
            <a:r>
              <a:rPr lang="en-US" altLang="en-US" sz="2400" dirty="0">
                <a:ea typeface="ＭＳ Ｐゴシック" charset="-128"/>
              </a:rPr>
              <a:t>and not class-by-class basis.  Rev. Rul. 87-88</a:t>
            </a:r>
          </a:p>
          <a:p>
            <a:pPr lvl="1"/>
            <a:endParaRPr lang="en-US" altLang="en-US" dirty="0">
              <a:ea typeface="ＭＳ Ｐゴシック" charset="-128"/>
            </a:endParaRPr>
          </a:p>
          <a:p>
            <a:endParaRPr lang="en-US" altLang="en-US" dirty="0">
              <a:ea typeface="ＭＳ Ｐゴシック" charset="-128"/>
            </a:endParaRPr>
          </a:p>
          <a:p>
            <a:endParaRPr lang="en-US" altLang="en-US" dirty="0">
              <a:ea typeface="ＭＳ Ｐゴシック" charset="-128"/>
            </a:endParaRPr>
          </a:p>
        </p:txBody>
      </p:sp>
      <p:sp>
        <p:nvSpPr>
          <p:cNvPr id="3" name="Title 2"/>
          <p:cNvSpPr>
            <a:spLocks noGrp="1"/>
          </p:cNvSpPr>
          <p:nvPr>
            <p:ph type="title"/>
          </p:nvPr>
        </p:nvSpPr>
        <p:spPr/>
        <p:txBody>
          <a:bodyPr/>
          <a:lstStyle/>
          <a:p>
            <a:r>
              <a:rPr lang="en-US" dirty="0"/>
              <a:t>Substantially Disproportionate Redemptions: §302(b)(2)</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6</a:t>
            </a:fld>
            <a:endParaRPr lang="en-US" altLang="en-US" dirty="0"/>
          </a:p>
        </p:txBody>
      </p:sp>
      <p:graphicFrame>
        <p:nvGraphicFramePr>
          <p:cNvPr id="6" name="Object 1027"/>
          <p:cNvGraphicFramePr>
            <a:graphicFrameLocks noChangeAspect="1"/>
          </p:cNvGraphicFramePr>
          <p:nvPr>
            <p:extLst>
              <p:ext uri="{D42A27DB-BD31-4B8C-83A1-F6EECF244321}">
                <p14:modId xmlns:p14="http://schemas.microsoft.com/office/powerpoint/2010/main" val="2462296605"/>
              </p:ext>
            </p:extLst>
          </p:nvPr>
        </p:nvGraphicFramePr>
        <p:xfrm>
          <a:off x="990599" y="1915885"/>
          <a:ext cx="9889435" cy="933331"/>
        </p:xfrm>
        <a:graphic>
          <a:graphicData uri="http://schemas.openxmlformats.org/presentationml/2006/ole">
            <mc:AlternateContent xmlns:mc="http://schemas.openxmlformats.org/markup-compatibility/2006">
              <mc:Choice xmlns:v="urn:schemas-microsoft-com:vml" Requires="v">
                <p:oleObj name="Equation" r:id="rId2" imgW="4724280" imgH="419040" progId="Equation.3">
                  <p:embed/>
                </p:oleObj>
              </mc:Choice>
              <mc:Fallback>
                <p:oleObj name="Equation" r:id="rId2" imgW="4724280" imgH="419040" progId="Equation.3">
                  <p:embed/>
                  <p:pic>
                    <p:nvPicPr>
                      <p:cNvPr id="6" name="Object 1027"/>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90599" y="1915885"/>
                        <a:ext cx="9889435" cy="933331"/>
                      </a:xfrm>
                      <a:prstGeom prst="rect">
                        <a:avLst/>
                      </a:prstGeom>
                      <a:noFill/>
                      <a:ln>
                        <a:noFill/>
                      </a:ln>
                      <a:effectLst/>
                    </p:spPr>
                  </p:pic>
                </p:oleObj>
              </mc:Fallback>
            </mc:AlternateContent>
          </a:graphicData>
        </a:graphic>
      </p:graphicFrame>
      <p:sp>
        <p:nvSpPr>
          <p:cNvPr id="5" name="Footer Placeholder 4">
            <a:extLst>
              <a:ext uri="{FF2B5EF4-FFF2-40B4-BE49-F238E27FC236}">
                <a16:creationId xmlns:a16="http://schemas.microsoft.com/office/drawing/2014/main" id="{E0DF4CB5-18B2-0846-A59F-5C8AC1F53C56}"/>
              </a:ext>
            </a:extLst>
          </p:cNvPr>
          <p:cNvSpPr>
            <a:spLocks noGrp="1"/>
          </p:cNvSpPr>
          <p:nvPr>
            <p:ph type="ftr" sz="quarter" idx="11"/>
          </p:nvPr>
        </p:nvSpPr>
        <p:spPr/>
        <p:txBody>
          <a:bodyPr/>
          <a:lstStyle/>
          <a:p>
            <a:pPr>
              <a:defRPr/>
            </a:pPr>
            <a:r>
              <a:rPr lang="en-US"/>
              <a:t>Redemptions</a:t>
            </a:r>
            <a:endParaRPr lang="en-US" dirty="0"/>
          </a:p>
        </p:txBody>
      </p:sp>
    </p:spTree>
    <p:extLst>
      <p:ext uri="{BB962C8B-B14F-4D97-AF65-F5344CB8AC3E}">
        <p14:creationId xmlns:p14="http://schemas.microsoft.com/office/powerpoint/2010/main" val="9021590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dirty="0"/>
              <a:t>Substantially Disproportionate Redemptions: Rev. Rul. 81-41</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7</a:t>
            </a:fld>
            <a:endParaRPr lang="en-US" altLang="en-US" dirty="0"/>
          </a:p>
        </p:txBody>
      </p:sp>
      <p:sp>
        <p:nvSpPr>
          <p:cNvPr id="7" name="Rectangle 6"/>
          <p:cNvSpPr/>
          <p:nvPr/>
        </p:nvSpPr>
        <p:spPr>
          <a:xfrm>
            <a:off x="2739220" y="3188632"/>
            <a:ext cx="1041622" cy="802454"/>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Corp X</a:t>
            </a:r>
          </a:p>
        </p:txBody>
      </p:sp>
      <p:cxnSp>
        <p:nvCxnSpPr>
          <p:cNvPr id="8" name="Straight Connector 7"/>
          <p:cNvCxnSpPr>
            <a:stCxn id="19" idx="4"/>
            <a:endCxn id="7" idx="0"/>
          </p:cNvCxnSpPr>
          <p:nvPr/>
        </p:nvCxnSpPr>
        <p:spPr>
          <a:xfrm flipH="1">
            <a:off x="3260031" y="2256293"/>
            <a:ext cx="784812" cy="932339"/>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10" name="Rectangle 9"/>
          <p:cNvSpPr/>
          <p:nvPr/>
        </p:nvSpPr>
        <p:spPr>
          <a:xfrm>
            <a:off x="8582888" y="3188632"/>
            <a:ext cx="1041622" cy="888988"/>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Corp x</a:t>
            </a:r>
          </a:p>
        </p:txBody>
      </p:sp>
      <p:cxnSp>
        <p:nvCxnSpPr>
          <p:cNvPr id="11" name="Straight Connector 10"/>
          <p:cNvCxnSpPr>
            <a:stCxn id="20" idx="4"/>
            <a:endCxn id="10" idx="0"/>
          </p:cNvCxnSpPr>
          <p:nvPr/>
        </p:nvCxnSpPr>
        <p:spPr>
          <a:xfrm flipH="1">
            <a:off x="9103699" y="2368015"/>
            <a:ext cx="943941" cy="820617"/>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14" name="TextBox 13"/>
          <p:cNvSpPr txBox="1"/>
          <p:nvPr/>
        </p:nvSpPr>
        <p:spPr>
          <a:xfrm>
            <a:off x="2805469" y="876994"/>
            <a:ext cx="816634" cy="369332"/>
          </a:xfrm>
          <a:prstGeom prst="rect">
            <a:avLst/>
          </a:prstGeom>
          <a:noFill/>
        </p:spPr>
        <p:txBody>
          <a:bodyPr wrap="none" rtlCol="0">
            <a:spAutoFit/>
          </a:bodyPr>
          <a:lstStyle/>
          <a:p>
            <a:r>
              <a:rPr lang="en-US" b="1" dirty="0"/>
              <a:t>Before</a:t>
            </a:r>
          </a:p>
        </p:txBody>
      </p:sp>
      <p:sp>
        <p:nvSpPr>
          <p:cNvPr id="19" name="Oval 18"/>
          <p:cNvSpPr/>
          <p:nvPr/>
        </p:nvSpPr>
        <p:spPr>
          <a:xfrm>
            <a:off x="3560536" y="1588383"/>
            <a:ext cx="968614" cy="667910"/>
          </a:xfrm>
          <a:prstGeom prst="ellipse">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err="1">
                <a:solidFill>
                  <a:schemeClr val="tx1"/>
                </a:solidFill>
              </a:rPr>
              <a:t>OtherSHs</a:t>
            </a:r>
            <a:endParaRPr lang="en-US" sz="1600" dirty="0">
              <a:solidFill>
                <a:schemeClr val="tx1"/>
              </a:solidFill>
            </a:endParaRPr>
          </a:p>
        </p:txBody>
      </p:sp>
      <p:sp>
        <p:nvSpPr>
          <p:cNvPr id="20" name="Oval 19"/>
          <p:cNvSpPr/>
          <p:nvPr/>
        </p:nvSpPr>
        <p:spPr>
          <a:xfrm>
            <a:off x="9563333" y="1479027"/>
            <a:ext cx="968614" cy="888988"/>
          </a:xfrm>
          <a:prstGeom prst="ellipse">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a:solidFill>
                  <a:schemeClr val="tx1"/>
                </a:solidFill>
              </a:rPr>
              <a:t>OtherSHs</a:t>
            </a:r>
            <a:endParaRPr lang="en-US" sz="1600" dirty="0">
              <a:solidFill>
                <a:schemeClr val="tx1"/>
              </a:solidFill>
            </a:endParaRPr>
          </a:p>
        </p:txBody>
      </p:sp>
      <p:sp>
        <p:nvSpPr>
          <p:cNvPr id="56" name="TextBox 55"/>
          <p:cNvSpPr txBox="1"/>
          <p:nvPr/>
        </p:nvSpPr>
        <p:spPr>
          <a:xfrm>
            <a:off x="8767485" y="980625"/>
            <a:ext cx="672428" cy="369332"/>
          </a:xfrm>
          <a:prstGeom prst="rect">
            <a:avLst/>
          </a:prstGeom>
          <a:noFill/>
        </p:spPr>
        <p:txBody>
          <a:bodyPr wrap="none" rtlCol="0">
            <a:spAutoFit/>
          </a:bodyPr>
          <a:lstStyle/>
          <a:p>
            <a:r>
              <a:rPr lang="en-US" b="1"/>
              <a:t>After</a:t>
            </a:r>
            <a:endParaRPr lang="en-US" b="1" dirty="0"/>
          </a:p>
        </p:txBody>
      </p:sp>
      <p:sp>
        <p:nvSpPr>
          <p:cNvPr id="71" name="TextBox 70"/>
          <p:cNvSpPr txBox="1"/>
          <p:nvPr/>
        </p:nvSpPr>
        <p:spPr>
          <a:xfrm>
            <a:off x="2311591" y="5201624"/>
            <a:ext cx="8443493" cy="707886"/>
          </a:xfrm>
          <a:prstGeom prst="rect">
            <a:avLst/>
          </a:prstGeom>
          <a:noFill/>
          <a:ln>
            <a:solidFill>
              <a:schemeClr val="accent1">
                <a:lumMod val="40000"/>
                <a:lumOff val="60000"/>
              </a:schemeClr>
            </a:solidFill>
          </a:ln>
        </p:spPr>
        <p:txBody>
          <a:bodyPr wrap="square" rtlCol="0">
            <a:spAutoFit/>
          </a:bodyPr>
          <a:lstStyle/>
          <a:p>
            <a:r>
              <a:rPr lang="en-US" sz="2000" b="1" dirty="0"/>
              <a:t>Why doesn’t this qualify as a substantially disproportionate redemption under section 302(b)(2)(C)? </a:t>
            </a:r>
          </a:p>
        </p:txBody>
      </p:sp>
      <p:cxnSp>
        <p:nvCxnSpPr>
          <p:cNvPr id="24" name="Straight Connector 23"/>
          <p:cNvCxnSpPr>
            <a:stCxn id="25" idx="4"/>
            <a:endCxn id="7" idx="0"/>
          </p:cNvCxnSpPr>
          <p:nvPr/>
        </p:nvCxnSpPr>
        <p:spPr>
          <a:xfrm>
            <a:off x="2601877" y="2300302"/>
            <a:ext cx="658154" cy="88833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25" name="Oval 24"/>
          <p:cNvSpPr/>
          <p:nvPr/>
        </p:nvSpPr>
        <p:spPr>
          <a:xfrm>
            <a:off x="2117570" y="1632392"/>
            <a:ext cx="968614" cy="667910"/>
          </a:xfrm>
          <a:prstGeom prst="ellipse">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solidFill>
                  <a:schemeClr val="tx1"/>
                </a:solidFill>
              </a:rPr>
              <a:t>A</a:t>
            </a:r>
          </a:p>
        </p:txBody>
      </p:sp>
      <p:sp>
        <p:nvSpPr>
          <p:cNvPr id="21" name="TextBox 20"/>
          <p:cNvSpPr txBox="1"/>
          <p:nvPr/>
        </p:nvSpPr>
        <p:spPr>
          <a:xfrm>
            <a:off x="3894268" y="2560320"/>
            <a:ext cx="999441" cy="369332"/>
          </a:xfrm>
          <a:prstGeom prst="rect">
            <a:avLst/>
          </a:prstGeom>
          <a:noFill/>
        </p:spPr>
        <p:txBody>
          <a:bodyPr wrap="none" rtlCol="0">
            <a:spAutoFit/>
          </a:bodyPr>
          <a:lstStyle/>
          <a:p>
            <a:r>
              <a:rPr lang="en-US" dirty="0"/>
              <a:t>5,100 VS</a:t>
            </a:r>
          </a:p>
        </p:txBody>
      </p:sp>
      <p:sp>
        <p:nvSpPr>
          <p:cNvPr id="31" name="TextBox 30"/>
          <p:cNvSpPr txBox="1"/>
          <p:nvPr/>
        </p:nvSpPr>
        <p:spPr>
          <a:xfrm>
            <a:off x="1473937" y="2518565"/>
            <a:ext cx="1265283" cy="369332"/>
          </a:xfrm>
          <a:prstGeom prst="rect">
            <a:avLst/>
          </a:prstGeom>
          <a:noFill/>
        </p:spPr>
        <p:txBody>
          <a:bodyPr wrap="none" rtlCol="0">
            <a:spAutoFit/>
          </a:bodyPr>
          <a:lstStyle/>
          <a:p>
            <a:r>
              <a:rPr lang="en-US" dirty="0"/>
              <a:t>4,900 V </a:t>
            </a:r>
            <a:r>
              <a:rPr lang="en-US" dirty="0" err="1"/>
              <a:t>Prd</a:t>
            </a:r>
            <a:endParaRPr lang="en-US" dirty="0"/>
          </a:p>
        </p:txBody>
      </p:sp>
      <p:sp>
        <p:nvSpPr>
          <p:cNvPr id="34" name="TextBox 33"/>
          <p:cNvSpPr txBox="1"/>
          <p:nvPr/>
        </p:nvSpPr>
        <p:spPr>
          <a:xfrm>
            <a:off x="7317605" y="2655174"/>
            <a:ext cx="1265155" cy="369332"/>
          </a:xfrm>
          <a:prstGeom prst="rect">
            <a:avLst/>
          </a:prstGeom>
          <a:noFill/>
        </p:spPr>
        <p:txBody>
          <a:bodyPr wrap="none" rtlCol="0">
            <a:spAutoFit/>
          </a:bodyPr>
          <a:lstStyle/>
          <a:p>
            <a:r>
              <a:rPr lang="en-US" dirty="0"/>
              <a:t>2,900 V </a:t>
            </a:r>
            <a:r>
              <a:rPr lang="en-US" dirty="0" err="1"/>
              <a:t>Prd</a:t>
            </a:r>
            <a:endParaRPr lang="en-US" dirty="0"/>
          </a:p>
        </p:txBody>
      </p:sp>
      <p:cxnSp>
        <p:nvCxnSpPr>
          <p:cNvPr id="37" name="Straight Connector 36"/>
          <p:cNvCxnSpPr>
            <a:stCxn id="38" idx="4"/>
            <a:endCxn id="10" idx="0"/>
          </p:cNvCxnSpPr>
          <p:nvPr/>
        </p:nvCxnSpPr>
        <p:spPr>
          <a:xfrm>
            <a:off x="8246074" y="2352894"/>
            <a:ext cx="857625" cy="835738"/>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38" name="Oval 37"/>
          <p:cNvSpPr/>
          <p:nvPr/>
        </p:nvSpPr>
        <p:spPr>
          <a:xfrm>
            <a:off x="7761767" y="1571638"/>
            <a:ext cx="968614" cy="781256"/>
          </a:xfrm>
          <a:prstGeom prst="ellipse">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solidFill>
                  <a:schemeClr val="tx1"/>
                </a:solidFill>
              </a:rPr>
              <a:t>A</a:t>
            </a:r>
          </a:p>
        </p:txBody>
      </p:sp>
      <p:sp>
        <p:nvSpPr>
          <p:cNvPr id="44" name="TextBox 43"/>
          <p:cNvSpPr txBox="1"/>
          <p:nvPr/>
        </p:nvSpPr>
        <p:spPr>
          <a:xfrm>
            <a:off x="9901898" y="2703231"/>
            <a:ext cx="999441" cy="369332"/>
          </a:xfrm>
          <a:prstGeom prst="rect">
            <a:avLst/>
          </a:prstGeom>
          <a:noFill/>
        </p:spPr>
        <p:txBody>
          <a:bodyPr wrap="none" rtlCol="0">
            <a:spAutoFit/>
          </a:bodyPr>
          <a:lstStyle/>
          <a:p>
            <a:r>
              <a:rPr lang="en-US" dirty="0"/>
              <a:t>5,100 VS</a:t>
            </a:r>
          </a:p>
        </p:txBody>
      </p:sp>
      <p:sp>
        <p:nvSpPr>
          <p:cNvPr id="47" name="Left Arrow 46"/>
          <p:cNvSpPr/>
          <p:nvPr/>
        </p:nvSpPr>
        <p:spPr>
          <a:xfrm flipH="1">
            <a:off x="4311042" y="3794667"/>
            <a:ext cx="4005648" cy="749969"/>
          </a:xfrm>
          <a:prstGeom prst="leftArrow">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rPr>
              <a:t>X redeems 2,000 of </a:t>
            </a:r>
            <a:r>
              <a:rPr lang="en-US" dirty="0" err="1">
                <a:solidFill>
                  <a:schemeClr val="tx1"/>
                </a:solidFill>
              </a:rPr>
              <a:t>SH</a:t>
            </a:r>
            <a:r>
              <a:rPr lang="en-US" dirty="0">
                <a:solidFill>
                  <a:schemeClr val="tx1"/>
                </a:solidFill>
              </a:rPr>
              <a:t> A’s V </a:t>
            </a:r>
            <a:r>
              <a:rPr lang="en-US" dirty="0" err="1">
                <a:solidFill>
                  <a:schemeClr val="tx1"/>
                </a:solidFill>
              </a:rPr>
              <a:t>prd</a:t>
            </a:r>
            <a:r>
              <a:rPr lang="en-US" dirty="0">
                <a:solidFill>
                  <a:schemeClr val="tx1"/>
                </a:solidFill>
              </a:rPr>
              <a:t> stock </a:t>
            </a:r>
          </a:p>
        </p:txBody>
      </p:sp>
      <p:sp>
        <p:nvSpPr>
          <p:cNvPr id="5" name="Footer Placeholder 4">
            <a:extLst>
              <a:ext uri="{FF2B5EF4-FFF2-40B4-BE49-F238E27FC236}">
                <a16:creationId xmlns:a16="http://schemas.microsoft.com/office/drawing/2014/main" id="{DBCB60B6-CEA4-A943-9381-DE5E81EEA496}"/>
              </a:ext>
            </a:extLst>
          </p:cNvPr>
          <p:cNvSpPr>
            <a:spLocks noGrp="1"/>
          </p:cNvSpPr>
          <p:nvPr>
            <p:ph type="ftr" sz="quarter" idx="11"/>
          </p:nvPr>
        </p:nvSpPr>
        <p:spPr/>
        <p:txBody>
          <a:bodyPr/>
          <a:lstStyle/>
          <a:p>
            <a:pPr>
              <a:defRPr/>
            </a:pPr>
            <a:r>
              <a:rPr lang="en-US"/>
              <a:t>Redemptions</a:t>
            </a:r>
            <a:endParaRPr lang="en-US" dirty="0"/>
          </a:p>
        </p:txBody>
      </p:sp>
    </p:spTree>
    <p:extLst>
      <p:ext uri="{BB962C8B-B14F-4D97-AF65-F5344CB8AC3E}">
        <p14:creationId xmlns:p14="http://schemas.microsoft.com/office/powerpoint/2010/main" val="79382908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4"/>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9"/>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24"/>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25"/>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21"/>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1"/>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47"/>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10"/>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11"/>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20"/>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56"/>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37"/>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44"/>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38"/>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34"/>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7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10" grpId="0" animBg="1"/>
      <p:bldP spid="14" grpId="0"/>
      <p:bldP spid="19" grpId="0" animBg="1"/>
      <p:bldP spid="20" grpId="0" animBg="1"/>
      <p:bldP spid="56" grpId="0"/>
      <p:bldP spid="71" grpId="0" animBg="1"/>
      <p:bldP spid="25" grpId="0" animBg="1"/>
      <p:bldP spid="21" grpId="0"/>
      <p:bldP spid="31" grpId="0"/>
      <p:bldP spid="34" grpId="0"/>
      <p:bldP spid="38" grpId="0" animBg="1"/>
      <p:bldP spid="44" grpId="0"/>
      <p:bldP spid="47"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idx="1"/>
          </p:nvPr>
        </p:nvSpPr>
        <p:spPr/>
        <p:txBody>
          <a:bodyPr/>
          <a:lstStyle/>
          <a:p>
            <a:r>
              <a:rPr lang="en-US" dirty="0"/>
              <a:t>Tax Consequences</a:t>
            </a:r>
          </a:p>
        </p:txBody>
      </p:sp>
      <p:sp>
        <p:nvSpPr>
          <p:cNvPr id="3" name="Text Placeholder 2"/>
          <p:cNvSpPr>
            <a:spLocks noGrp="1"/>
          </p:cNvSpPr>
          <p:nvPr>
            <p:ph type="body" idx="19"/>
          </p:nvPr>
        </p:nvSpPr>
        <p:spPr/>
        <p:txBody>
          <a:bodyPr/>
          <a:lstStyle/>
          <a:p>
            <a:r>
              <a:rPr lang="en-US" dirty="0"/>
              <a:t>Ownership Structure</a:t>
            </a:r>
          </a:p>
        </p:txBody>
      </p:sp>
      <p:sp>
        <p:nvSpPr>
          <p:cNvPr id="6" name="Slide Number Placeholder 5"/>
          <p:cNvSpPr>
            <a:spLocks noGrp="1"/>
          </p:cNvSpPr>
          <p:nvPr>
            <p:ph type="sldNum" sz="quarter" idx="22"/>
          </p:nvPr>
        </p:nvSpPr>
        <p:spPr/>
        <p:txBody>
          <a:bodyPr/>
          <a:lstStyle/>
          <a:p>
            <a:fld id="{856F0A94-AD2E-974D-AF6B-04AF335E854A}" type="slidenum">
              <a:rPr lang="en-US" altLang="en-US" smtClean="0"/>
              <a:pPr/>
              <a:t>8</a:t>
            </a:fld>
            <a:endParaRPr lang="en-US" altLang="en-US"/>
          </a:p>
        </p:txBody>
      </p:sp>
      <p:sp>
        <p:nvSpPr>
          <p:cNvPr id="8" name="Title 7"/>
          <p:cNvSpPr>
            <a:spLocks noGrp="1"/>
          </p:cNvSpPr>
          <p:nvPr>
            <p:ph type="title"/>
          </p:nvPr>
        </p:nvSpPr>
        <p:spPr/>
        <p:txBody>
          <a:bodyPr/>
          <a:lstStyle/>
          <a:p>
            <a:r>
              <a:rPr lang="en-US" dirty="0"/>
              <a:t>Substantially Disproportionate Redemptions and §302(b)(2)(D): Rev. Rul. 85-14</a:t>
            </a:r>
          </a:p>
        </p:txBody>
      </p:sp>
      <p:sp>
        <p:nvSpPr>
          <p:cNvPr id="21" name="Oval 7"/>
          <p:cNvSpPr>
            <a:spLocks noChangeArrowheads="1"/>
          </p:cNvSpPr>
          <p:nvPr/>
        </p:nvSpPr>
        <p:spPr bwMode="auto">
          <a:xfrm>
            <a:off x="7448212" y="1639830"/>
            <a:ext cx="533400" cy="533400"/>
          </a:xfrm>
          <a:prstGeom prst="ellipse">
            <a:avLst/>
          </a:prstGeom>
          <a:solidFill>
            <a:schemeClr val="accent3">
              <a:lumMod val="10000"/>
              <a:lumOff val="90000"/>
            </a:schemeClr>
          </a:solidFill>
          <a:ln w="9525">
            <a:solidFill>
              <a:schemeClr val="tx1"/>
            </a:solidFill>
            <a:round/>
            <a:headEnd/>
            <a:tailEnd/>
          </a:ln>
        </p:spPr>
        <p:txBody>
          <a:bodyPr wrap="none" anchor="ctr"/>
          <a:lstStyle>
            <a:lvl1pPr>
              <a:defRPr>
                <a:solidFill>
                  <a:schemeClr val="tx1"/>
                </a:solidFill>
                <a:latin typeface="Arial" charset="0"/>
                <a:ea typeface="ＭＳ Ｐゴシック" charset="-128"/>
              </a:defRPr>
            </a:lvl1pPr>
            <a:lvl2pPr marL="742950" indent="-285750">
              <a:defRPr>
                <a:solidFill>
                  <a:schemeClr val="tx1"/>
                </a:solidFill>
                <a:latin typeface="Arial" charset="0"/>
                <a:ea typeface="ＭＳ Ｐゴシック" charset="-128"/>
              </a:defRPr>
            </a:lvl2pPr>
            <a:lvl3pPr marL="1143000" indent="-228600">
              <a:defRPr>
                <a:solidFill>
                  <a:schemeClr val="tx1"/>
                </a:solidFill>
                <a:latin typeface="Arial" charset="0"/>
                <a:ea typeface="ＭＳ Ｐゴシック" charset="-128"/>
              </a:defRPr>
            </a:lvl3pPr>
            <a:lvl4pPr marL="1600200" indent="-228600">
              <a:defRPr>
                <a:solidFill>
                  <a:schemeClr val="tx1"/>
                </a:solidFill>
                <a:latin typeface="Arial" charset="0"/>
                <a:ea typeface="ＭＳ Ｐゴシック" charset="-128"/>
              </a:defRPr>
            </a:lvl4pPr>
            <a:lvl5pPr marL="2057400" indent="-228600">
              <a:defRPr>
                <a:solidFill>
                  <a:schemeClr val="tx1"/>
                </a:solidFill>
                <a:latin typeface="Arial" charset="0"/>
                <a:ea typeface="ＭＳ Ｐゴシック" charset="-128"/>
              </a:defRPr>
            </a:lvl5pPr>
            <a:lvl6pPr marL="2514600" indent="-228600" eaLnBrk="0" fontAlgn="base" hangingPunct="0">
              <a:spcBef>
                <a:spcPct val="0"/>
              </a:spcBef>
              <a:spcAft>
                <a:spcPct val="0"/>
              </a:spcAft>
              <a:defRPr>
                <a:solidFill>
                  <a:schemeClr val="tx1"/>
                </a:solidFill>
                <a:latin typeface="Arial" charset="0"/>
                <a:ea typeface="ＭＳ Ｐゴシック" charset="-128"/>
              </a:defRPr>
            </a:lvl6pPr>
            <a:lvl7pPr marL="2971800" indent="-228600" eaLnBrk="0" fontAlgn="base" hangingPunct="0">
              <a:spcBef>
                <a:spcPct val="0"/>
              </a:spcBef>
              <a:spcAft>
                <a:spcPct val="0"/>
              </a:spcAft>
              <a:defRPr>
                <a:solidFill>
                  <a:schemeClr val="tx1"/>
                </a:solidFill>
                <a:latin typeface="Arial" charset="0"/>
                <a:ea typeface="ＭＳ Ｐゴシック" charset="-128"/>
              </a:defRPr>
            </a:lvl7pPr>
            <a:lvl8pPr marL="3429000" indent="-228600" eaLnBrk="0" fontAlgn="base" hangingPunct="0">
              <a:spcBef>
                <a:spcPct val="0"/>
              </a:spcBef>
              <a:spcAft>
                <a:spcPct val="0"/>
              </a:spcAft>
              <a:defRPr>
                <a:solidFill>
                  <a:schemeClr val="tx1"/>
                </a:solidFill>
                <a:latin typeface="Arial" charset="0"/>
                <a:ea typeface="ＭＳ Ｐゴシック" charset="-128"/>
              </a:defRPr>
            </a:lvl8pPr>
            <a:lvl9pPr marL="3886200" indent="-228600" eaLnBrk="0" fontAlgn="base" hangingPunct="0">
              <a:spcBef>
                <a:spcPct val="0"/>
              </a:spcBef>
              <a:spcAft>
                <a:spcPct val="0"/>
              </a:spcAft>
              <a:defRPr>
                <a:solidFill>
                  <a:schemeClr val="tx1"/>
                </a:solidFill>
                <a:latin typeface="Arial" charset="0"/>
                <a:ea typeface="ＭＳ Ｐゴシック" charset="-128"/>
              </a:defRPr>
            </a:lvl9pPr>
          </a:lstStyle>
          <a:p>
            <a:pPr algn="ctr"/>
            <a:r>
              <a:rPr lang="en-US" altLang="en-US" b="1" dirty="0"/>
              <a:t>A</a:t>
            </a:r>
          </a:p>
        </p:txBody>
      </p:sp>
      <p:sp>
        <p:nvSpPr>
          <p:cNvPr id="23" name="Oval 9"/>
          <p:cNvSpPr>
            <a:spLocks noChangeArrowheads="1"/>
          </p:cNvSpPr>
          <p:nvPr/>
        </p:nvSpPr>
        <p:spPr bwMode="auto">
          <a:xfrm>
            <a:off x="8269538" y="1620467"/>
            <a:ext cx="533400" cy="533400"/>
          </a:xfrm>
          <a:prstGeom prst="ellipse">
            <a:avLst/>
          </a:prstGeom>
          <a:solidFill>
            <a:schemeClr val="accent3">
              <a:lumMod val="10000"/>
              <a:lumOff val="90000"/>
            </a:schemeClr>
          </a:solidFill>
          <a:ln w="9525">
            <a:solidFill>
              <a:schemeClr val="tx1"/>
            </a:solidFill>
            <a:round/>
            <a:headEnd/>
            <a:tailEnd/>
          </a:ln>
        </p:spPr>
        <p:txBody>
          <a:bodyPr wrap="none" anchor="ctr"/>
          <a:lstStyle>
            <a:lvl1pPr>
              <a:defRPr>
                <a:solidFill>
                  <a:schemeClr val="tx1"/>
                </a:solidFill>
                <a:latin typeface="Arial" charset="0"/>
                <a:ea typeface="ＭＳ Ｐゴシック" charset="-128"/>
              </a:defRPr>
            </a:lvl1pPr>
            <a:lvl2pPr marL="742950" indent="-285750">
              <a:defRPr>
                <a:solidFill>
                  <a:schemeClr val="tx1"/>
                </a:solidFill>
                <a:latin typeface="Arial" charset="0"/>
                <a:ea typeface="ＭＳ Ｐゴシック" charset="-128"/>
              </a:defRPr>
            </a:lvl2pPr>
            <a:lvl3pPr marL="1143000" indent="-228600">
              <a:defRPr>
                <a:solidFill>
                  <a:schemeClr val="tx1"/>
                </a:solidFill>
                <a:latin typeface="Arial" charset="0"/>
                <a:ea typeface="ＭＳ Ｐゴシック" charset="-128"/>
              </a:defRPr>
            </a:lvl3pPr>
            <a:lvl4pPr marL="1600200" indent="-228600">
              <a:defRPr>
                <a:solidFill>
                  <a:schemeClr val="tx1"/>
                </a:solidFill>
                <a:latin typeface="Arial" charset="0"/>
                <a:ea typeface="ＭＳ Ｐゴシック" charset="-128"/>
              </a:defRPr>
            </a:lvl4pPr>
            <a:lvl5pPr marL="2057400" indent="-228600">
              <a:defRPr>
                <a:solidFill>
                  <a:schemeClr val="tx1"/>
                </a:solidFill>
                <a:latin typeface="Arial" charset="0"/>
                <a:ea typeface="ＭＳ Ｐゴシック" charset="-128"/>
              </a:defRPr>
            </a:lvl5pPr>
            <a:lvl6pPr marL="2514600" indent="-228600" eaLnBrk="0" fontAlgn="base" hangingPunct="0">
              <a:spcBef>
                <a:spcPct val="0"/>
              </a:spcBef>
              <a:spcAft>
                <a:spcPct val="0"/>
              </a:spcAft>
              <a:defRPr>
                <a:solidFill>
                  <a:schemeClr val="tx1"/>
                </a:solidFill>
                <a:latin typeface="Arial" charset="0"/>
                <a:ea typeface="ＭＳ Ｐゴシック" charset="-128"/>
              </a:defRPr>
            </a:lvl6pPr>
            <a:lvl7pPr marL="2971800" indent="-228600" eaLnBrk="0" fontAlgn="base" hangingPunct="0">
              <a:spcBef>
                <a:spcPct val="0"/>
              </a:spcBef>
              <a:spcAft>
                <a:spcPct val="0"/>
              </a:spcAft>
              <a:defRPr>
                <a:solidFill>
                  <a:schemeClr val="tx1"/>
                </a:solidFill>
                <a:latin typeface="Arial" charset="0"/>
                <a:ea typeface="ＭＳ Ｐゴシック" charset="-128"/>
              </a:defRPr>
            </a:lvl7pPr>
            <a:lvl8pPr marL="3429000" indent="-228600" eaLnBrk="0" fontAlgn="base" hangingPunct="0">
              <a:spcBef>
                <a:spcPct val="0"/>
              </a:spcBef>
              <a:spcAft>
                <a:spcPct val="0"/>
              </a:spcAft>
              <a:defRPr>
                <a:solidFill>
                  <a:schemeClr val="tx1"/>
                </a:solidFill>
                <a:latin typeface="Arial" charset="0"/>
                <a:ea typeface="ＭＳ Ｐゴシック" charset="-128"/>
              </a:defRPr>
            </a:lvl8pPr>
            <a:lvl9pPr marL="3886200" indent="-228600" eaLnBrk="0" fontAlgn="base" hangingPunct="0">
              <a:spcBef>
                <a:spcPct val="0"/>
              </a:spcBef>
              <a:spcAft>
                <a:spcPct val="0"/>
              </a:spcAft>
              <a:defRPr>
                <a:solidFill>
                  <a:schemeClr val="tx1"/>
                </a:solidFill>
                <a:latin typeface="Arial" charset="0"/>
                <a:ea typeface="ＭＳ Ｐゴシック" charset="-128"/>
              </a:defRPr>
            </a:lvl9pPr>
          </a:lstStyle>
          <a:p>
            <a:pPr algn="ctr"/>
            <a:r>
              <a:rPr lang="en-US" altLang="en-US" b="1"/>
              <a:t>B</a:t>
            </a:r>
          </a:p>
        </p:txBody>
      </p:sp>
      <p:sp>
        <p:nvSpPr>
          <p:cNvPr id="24" name="Oval 10"/>
          <p:cNvSpPr>
            <a:spLocks noChangeArrowheads="1"/>
          </p:cNvSpPr>
          <p:nvPr/>
        </p:nvSpPr>
        <p:spPr bwMode="auto">
          <a:xfrm>
            <a:off x="9132646" y="1620467"/>
            <a:ext cx="533400" cy="533400"/>
          </a:xfrm>
          <a:prstGeom prst="ellipse">
            <a:avLst/>
          </a:prstGeom>
          <a:solidFill>
            <a:schemeClr val="accent3">
              <a:lumMod val="10000"/>
              <a:lumOff val="90000"/>
            </a:schemeClr>
          </a:solidFill>
          <a:ln w="9525">
            <a:solidFill>
              <a:schemeClr val="tx1"/>
            </a:solidFill>
            <a:round/>
            <a:headEnd/>
            <a:tailEnd/>
          </a:ln>
        </p:spPr>
        <p:txBody>
          <a:bodyPr wrap="none" anchor="ctr"/>
          <a:lstStyle>
            <a:lvl1pPr>
              <a:defRPr>
                <a:solidFill>
                  <a:schemeClr val="tx1"/>
                </a:solidFill>
                <a:latin typeface="Arial" charset="0"/>
                <a:ea typeface="ＭＳ Ｐゴシック" charset="-128"/>
              </a:defRPr>
            </a:lvl1pPr>
            <a:lvl2pPr marL="742950" indent="-285750">
              <a:defRPr>
                <a:solidFill>
                  <a:schemeClr val="tx1"/>
                </a:solidFill>
                <a:latin typeface="Arial" charset="0"/>
                <a:ea typeface="ＭＳ Ｐゴシック" charset="-128"/>
              </a:defRPr>
            </a:lvl2pPr>
            <a:lvl3pPr marL="1143000" indent="-228600">
              <a:defRPr>
                <a:solidFill>
                  <a:schemeClr val="tx1"/>
                </a:solidFill>
                <a:latin typeface="Arial" charset="0"/>
                <a:ea typeface="ＭＳ Ｐゴシック" charset="-128"/>
              </a:defRPr>
            </a:lvl3pPr>
            <a:lvl4pPr marL="1600200" indent="-228600">
              <a:defRPr>
                <a:solidFill>
                  <a:schemeClr val="tx1"/>
                </a:solidFill>
                <a:latin typeface="Arial" charset="0"/>
                <a:ea typeface="ＭＳ Ｐゴシック" charset="-128"/>
              </a:defRPr>
            </a:lvl4pPr>
            <a:lvl5pPr marL="2057400" indent="-228600">
              <a:defRPr>
                <a:solidFill>
                  <a:schemeClr val="tx1"/>
                </a:solidFill>
                <a:latin typeface="Arial" charset="0"/>
                <a:ea typeface="ＭＳ Ｐゴシック" charset="-128"/>
              </a:defRPr>
            </a:lvl5pPr>
            <a:lvl6pPr marL="2514600" indent="-228600" eaLnBrk="0" fontAlgn="base" hangingPunct="0">
              <a:spcBef>
                <a:spcPct val="0"/>
              </a:spcBef>
              <a:spcAft>
                <a:spcPct val="0"/>
              </a:spcAft>
              <a:defRPr>
                <a:solidFill>
                  <a:schemeClr val="tx1"/>
                </a:solidFill>
                <a:latin typeface="Arial" charset="0"/>
                <a:ea typeface="ＭＳ Ｐゴシック" charset="-128"/>
              </a:defRPr>
            </a:lvl6pPr>
            <a:lvl7pPr marL="2971800" indent="-228600" eaLnBrk="0" fontAlgn="base" hangingPunct="0">
              <a:spcBef>
                <a:spcPct val="0"/>
              </a:spcBef>
              <a:spcAft>
                <a:spcPct val="0"/>
              </a:spcAft>
              <a:defRPr>
                <a:solidFill>
                  <a:schemeClr val="tx1"/>
                </a:solidFill>
                <a:latin typeface="Arial" charset="0"/>
                <a:ea typeface="ＭＳ Ｐゴシック" charset="-128"/>
              </a:defRPr>
            </a:lvl7pPr>
            <a:lvl8pPr marL="3429000" indent="-228600" eaLnBrk="0" fontAlgn="base" hangingPunct="0">
              <a:spcBef>
                <a:spcPct val="0"/>
              </a:spcBef>
              <a:spcAft>
                <a:spcPct val="0"/>
              </a:spcAft>
              <a:defRPr>
                <a:solidFill>
                  <a:schemeClr val="tx1"/>
                </a:solidFill>
                <a:latin typeface="Arial" charset="0"/>
                <a:ea typeface="ＭＳ Ｐゴシック" charset="-128"/>
              </a:defRPr>
            </a:lvl8pPr>
            <a:lvl9pPr marL="3886200" indent="-228600" eaLnBrk="0" fontAlgn="base" hangingPunct="0">
              <a:spcBef>
                <a:spcPct val="0"/>
              </a:spcBef>
              <a:spcAft>
                <a:spcPct val="0"/>
              </a:spcAft>
              <a:defRPr>
                <a:solidFill>
                  <a:schemeClr val="tx1"/>
                </a:solidFill>
                <a:latin typeface="Arial" charset="0"/>
                <a:ea typeface="ＭＳ Ｐゴシック" charset="-128"/>
              </a:defRPr>
            </a:lvl9pPr>
          </a:lstStyle>
          <a:p>
            <a:pPr algn="ctr"/>
            <a:r>
              <a:rPr lang="en-US" altLang="en-US" b="1"/>
              <a:t>C</a:t>
            </a:r>
          </a:p>
        </p:txBody>
      </p:sp>
      <p:sp>
        <p:nvSpPr>
          <p:cNvPr id="25" name="Oval 11"/>
          <p:cNvSpPr>
            <a:spLocks noChangeArrowheads="1"/>
          </p:cNvSpPr>
          <p:nvPr/>
        </p:nvSpPr>
        <p:spPr bwMode="auto">
          <a:xfrm>
            <a:off x="9895161" y="1620467"/>
            <a:ext cx="534499" cy="533400"/>
          </a:xfrm>
          <a:prstGeom prst="ellipse">
            <a:avLst/>
          </a:prstGeom>
          <a:solidFill>
            <a:schemeClr val="accent3">
              <a:lumMod val="10000"/>
              <a:lumOff val="90000"/>
            </a:schemeClr>
          </a:solidFill>
          <a:ln w="9525">
            <a:solidFill>
              <a:schemeClr val="tx1"/>
            </a:solidFill>
            <a:round/>
            <a:headEnd/>
            <a:tailEnd/>
          </a:ln>
        </p:spPr>
        <p:txBody>
          <a:bodyPr wrap="none" anchor="ctr"/>
          <a:lstStyle>
            <a:lvl1pPr>
              <a:defRPr>
                <a:solidFill>
                  <a:schemeClr val="tx1"/>
                </a:solidFill>
                <a:latin typeface="Arial" charset="0"/>
                <a:ea typeface="ＭＳ Ｐゴシック" charset="-128"/>
              </a:defRPr>
            </a:lvl1pPr>
            <a:lvl2pPr marL="742950" indent="-285750">
              <a:defRPr>
                <a:solidFill>
                  <a:schemeClr val="tx1"/>
                </a:solidFill>
                <a:latin typeface="Arial" charset="0"/>
                <a:ea typeface="ＭＳ Ｐゴシック" charset="-128"/>
              </a:defRPr>
            </a:lvl2pPr>
            <a:lvl3pPr marL="1143000" indent="-228600">
              <a:defRPr>
                <a:solidFill>
                  <a:schemeClr val="tx1"/>
                </a:solidFill>
                <a:latin typeface="Arial" charset="0"/>
                <a:ea typeface="ＭＳ Ｐゴシック" charset="-128"/>
              </a:defRPr>
            </a:lvl3pPr>
            <a:lvl4pPr marL="1600200" indent="-228600">
              <a:defRPr>
                <a:solidFill>
                  <a:schemeClr val="tx1"/>
                </a:solidFill>
                <a:latin typeface="Arial" charset="0"/>
                <a:ea typeface="ＭＳ Ｐゴシック" charset="-128"/>
              </a:defRPr>
            </a:lvl4pPr>
            <a:lvl5pPr marL="2057400" indent="-228600">
              <a:defRPr>
                <a:solidFill>
                  <a:schemeClr val="tx1"/>
                </a:solidFill>
                <a:latin typeface="Arial" charset="0"/>
                <a:ea typeface="ＭＳ Ｐゴシック" charset="-128"/>
              </a:defRPr>
            </a:lvl5pPr>
            <a:lvl6pPr marL="2514600" indent="-228600" eaLnBrk="0" fontAlgn="base" hangingPunct="0">
              <a:spcBef>
                <a:spcPct val="0"/>
              </a:spcBef>
              <a:spcAft>
                <a:spcPct val="0"/>
              </a:spcAft>
              <a:defRPr>
                <a:solidFill>
                  <a:schemeClr val="tx1"/>
                </a:solidFill>
                <a:latin typeface="Arial" charset="0"/>
                <a:ea typeface="ＭＳ Ｐゴシック" charset="-128"/>
              </a:defRPr>
            </a:lvl6pPr>
            <a:lvl7pPr marL="2971800" indent="-228600" eaLnBrk="0" fontAlgn="base" hangingPunct="0">
              <a:spcBef>
                <a:spcPct val="0"/>
              </a:spcBef>
              <a:spcAft>
                <a:spcPct val="0"/>
              </a:spcAft>
              <a:defRPr>
                <a:solidFill>
                  <a:schemeClr val="tx1"/>
                </a:solidFill>
                <a:latin typeface="Arial" charset="0"/>
                <a:ea typeface="ＭＳ Ｐゴシック" charset="-128"/>
              </a:defRPr>
            </a:lvl7pPr>
            <a:lvl8pPr marL="3429000" indent="-228600" eaLnBrk="0" fontAlgn="base" hangingPunct="0">
              <a:spcBef>
                <a:spcPct val="0"/>
              </a:spcBef>
              <a:spcAft>
                <a:spcPct val="0"/>
              </a:spcAft>
              <a:defRPr>
                <a:solidFill>
                  <a:schemeClr val="tx1"/>
                </a:solidFill>
                <a:latin typeface="Arial" charset="0"/>
                <a:ea typeface="ＭＳ Ｐゴシック" charset="-128"/>
              </a:defRPr>
            </a:lvl8pPr>
            <a:lvl9pPr marL="3886200" indent="-228600" eaLnBrk="0" fontAlgn="base" hangingPunct="0">
              <a:spcBef>
                <a:spcPct val="0"/>
              </a:spcBef>
              <a:spcAft>
                <a:spcPct val="0"/>
              </a:spcAft>
              <a:defRPr>
                <a:solidFill>
                  <a:schemeClr val="tx1"/>
                </a:solidFill>
                <a:latin typeface="Arial" charset="0"/>
                <a:ea typeface="ＭＳ Ｐゴシック" charset="-128"/>
              </a:defRPr>
            </a:lvl9pPr>
          </a:lstStyle>
          <a:p>
            <a:pPr algn="ctr"/>
            <a:r>
              <a:rPr lang="en-US" altLang="en-US" b="1"/>
              <a:t>D</a:t>
            </a:r>
          </a:p>
        </p:txBody>
      </p:sp>
      <p:sp>
        <p:nvSpPr>
          <p:cNvPr id="5" name="Rectangle 4"/>
          <p:cNvSpPr/>
          <p:nvPr/>
        </p:nvSpPr>
        <p:spPr>
          <a:xfrm>
            <a:off x="8269538" y="2746525"/>
            <a:ext cx="1201929" cy="695216"/>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X</a:t>
            </a:r>
          </a:p>
        </p:txBody>
      </p:sp>
      <p:cxnSp>
        <p:nvCxnSpPr>
          <p:cNvPr id="10" name="Straight Connector 9"/>
          <p:cNvCxnSpPr>
            <a:stCxn id="24" idx="4"/>
            <a:endCxn id="5" idx="0"/>
          </p:cNvCxnSpPr>
          <p:nvPr/>
        </p:nvCxnSpPr>
        <p:spPr>
          <a:xfrm flipH="1">
            <a:off x="8870503" y="2153867"/>
            <a:ext cx="528843" cy="592658"/>
          </a:xfrm>
          <a:prstGeom prst="line">
            <a:avLst/>
          </a:prstGeom>
        </p:spPr>
        <p:style>
          <a:lnRef idx="1">
            <a:schemeClr val="accent1"/>
          </a:lnRef>
          <a:fillRef idx="0">
            <a:schemeClr val="accent1"/>
          </a:fillRef>
          <a:effectRef idx="0">
            <a:schemeClr val="accent1"/>
          </a:effectRef>
          <a:fontRef idx="minor">
            <a:schemeClr val="tx1"/>
          </a:fontRef>
        </p:style>
      </p:cxnSp>
      <p:cxnSp>
        <p:nvCxnSpPr>
          <p:cNvPr id="42" name="Straight Connector 41"/>
          <p:cNvCxnSpPr>
            <a:stCxn id="25" idx="4"/>
            <a:endCxn id="5" idx="0"/>
          </p:cNvCxnSpPr>
          <p:nvPr/>
        </p:nvCxnSpPr>
        <p:spPr>
          <a:xfrm flipH="1">
            <a:off x="8870503" y="2153867"/>
            <a:ext cx="1291908" cy="592658"/>
          </a:xfrm>
          <a:prstGeom prst="line">
            <a:avLst/>
          </a:prstGeom>
        </p:spPr>
        <p:style>
          <a:lnRef idx="1">
            <a:schemeClr val="accent1"/>
          </a:lnRef>
          <a:fillRef idx="0">
            <a:schemeClr val="accent1"/>
          </a:fillRef>
          <a:effectRef idx="0">
            <a:schemeClr val="accent1"/>
          </a:effectRef>
          <a:fontRef idx="minor">
            <a:schemeClr val="tx1"/>
          </a:fontRef>
        </p:style>
      </p:cxnSp>
      <p:cxnSp>
        <p:nvCxnSpPr>
          <p:cNvPr id="43" name="Straight Connector 42"/>
          <p:cNvCxnSpPr>
            <a:endCxn id="5" idx="0"/>
          </p:cNvCxnSpPr>
          <p:nvPr/>
        </p:nvCxnSpPr>
        <p:spPr>
          <a:xfrm>
            <a:off x="7909002" y="2137671"/>
            <a:ext cx="961501" cy="608854"/>
          </a:xfrm>
          <a:prstGeom prst="line">
            <a:avLst/>
          </a:prstGeom>
        </p:spPr>
        <p:style>
          <a:lnRef idx="1">
            <a:schemeClr val="accent1"/>
          </a:lnRef>
          <a:fillRef idx="0">
            <a:schemeClr val="accent1"/>
          </a:fillRef>
          <a:effectRef idx="0">
            <a:schemeClr val="accent1"/>
          </a:effectRef>
          <a:fontRef idx="minor">
            <a:schemeClr val="tx1"/>
          </a:fontRef>
        </p:style>
      </p:cxnSp>
      <p:cxnSp>
        <p:nvCxnSpPr>
          <p:cNvPr id="44" name="Straight Connector 43"/>
          <p:cNvCxnSpPr>
            <a:stCxn id="23" idx="4"/>
            <a:endCxn id="5" idx="0"/>
          </p:cNvCxnSpPr>
          <p:nvPr/>
        </p:nvCxnSpPr>
        <p:spPr>
          <a:xfrm>
            <a:off x="8536238" y="2153867"/>
            <a:ext cx="334265" cy="592658"/>
          </a:xfrm>
          <a:prstGeom prst="line">
            <a:avLst/>
          </a:prstGeom>
        </p:spPr>
        <p:style>
          <a:lnRef idx="1">
            <a:schemeClr val="accent1"/>
          </a:lnRef>
          <a:fillRef idx="0">
            <a:schemeClr val="accent1"/>
          </a:fillRef>
          <a:effectRef idx="0">
            <a:schemeClr val="accent1"/>
          </a:effectRef>
          <a:fontRef idx="minor">
            <a:schemeClr val="tx1"/>
          </a:fontRef>
        </p:style>
      </p:cxnSp>
      <p:graphicFrame>
        <p:nvGraphicFramePr>
          <p:cNvPr id="52" name="Table 51"/>
          <p:cNvGraphicFramePr>
            <a:graphicFrameLocks noGrp="1"/>
          </p:cNvGraphicFramePr>
          <p:nvPr>
            <p:extLst>
              <p:ext uri="{D42A27DB-BD31-4B8C-83A1-F6EECF244321}">
                <p14:modId xmlns:p14="http://schemas.microsoft.com/office/powerpoint/2010/main" val="429528546"/>
              </p:ext>
            </p:extLst>
          </p:nvPr>
        </p:nvGraphicFramePr>
        <p:xfrm>
          <a:off x="6707438" y="4034398"/>
          <a:ext cx="4606557" cy="1981200"/>
        </p:xfrm>
        <a:graphic>
          <a:graphicData uri="http://schemas.openxmlformats.org/drawingml/2006/table">
            <a:tbl>
              <a:tblPr firstRow="1" bandRow="1">
                <a:tableStyleId>{8799B23B-EC83-4686-B30A-512413B5E67A}</a:tableStyleId>
              </a:tblPr>
              <a:tblGrid>
                <a:gridCol w="1005067">
                  <a:extLst>
                    <a:ext uri="{9D8B030D-6E8A-4147-A177-3AD203B41FA5}">
                      <a16:colId xmlns:a16="http://schemas.microsoft.com/office/drawing/2014/main" val="20000"/>
                    </a:ext>
                  </a:extLst>
                </a:gridCol>
                <a:gridCol w="878039">
                  <a:extLst>
                    <a:ext uri="{9D8B030D-6E8A-4147-A177-3AD203B41FA5}">
                      <a16:colId xmlns:a16="http://schemas.microsoft.com/office/drawing/2014/main" val="20001"/>
                    </a:ext>
                  </a:extLst>
                </a:gridCol>
                <a:gridCol w="1299606">
                  <a:extLst>
                    <a:ext uri="{9D8B030D-6E8A-4147-A177-3AD203B41FA5}">
                      <a16:colId xmlns:a16="http://schemas.microsoft.com/office/drawing/2014/main" val="20002"/>
                    </a:ext>
                  </a:extLst>
                </a:gridCol>
                <a:gridCol w="1423845">
                  <a:extLst>
                    <a:ext uri="{9D8B030D-6E8A-4147-A177-3AD203B41FA5}">
                      <a16:colId xmlns:a16="http://schemas.microsoft.com/office/drawing/2014/main" val="20003"/>
                    </a:ext>
                  </a:extLst>
                </a:gridCol>
              </a:tblGrid>
              <a:tr h="360181">
                <a:tc>
                  <a:txBody>
                    <a:bodyPr/>
                    <a:lstStyle>
                      <a:lvl1pPr defTabSz="457200">
                        <a:spcBef>
                          <a:spcPct val="20000"/>
                        </a:spcBef>
                        <a:buSzPct val="75000"/>
                        <a:defRPr sz="2400">
                          <a:solidFill>
                            <a:schemeClr val="tx1"/>
                          </a:solidFill>
                          <a:latin typeface="Verdana" charset="0"/>
                          <a:ea typeface="ＭＳ Ｐゴシック" charset="-128"/>
                        </a:defRPr>
                      </a:lvl1pPr>
                      <a:lvl2pPr marL="742950" indent="-285750" defTabSz="457200">
                        <a:spcBef>
                          <a:spcPct val="20000"/>
                        </a:spcBef>
                        <a:buSzPct val="75000"/>
                        <a:buFont typeface="Wingdings" charset="2"/>
                        <a:defRPr sz="2000">
                          <a:solidFill>
                            <a:schemeClr val="tx1"/>
                          </a:solidFill>
                          <a:latin typeface="Verdana" charset="0"/>
                          <a:ea typeface="ＭＳ Ｐゴシック" charset="-128"/>
                        </a:defRPr>
                      </a:lvl2pPr>
                      <a:lvl3pPr marL="1143000" indent="-228600" defTabSz="457200">
                        <a:spcBef>
                          <a:spcPct val="20000"/>
                        </a:spcBef>
                        <a:buSzPct val="70000"/>
                        <a:buFont typeface="Symbol" charset="2"/>
                        <a:defRPr>
                          <a:solidFill>
                            <a:schemeClr val="tx1"/>
                          </a:solidFill>
                          <a:latin typeface="Verdana" charset="0"/>
                          <a:ea typeface="ＭＳ Ｐゴシック" charset="-128"/>
                        </a:defRPr>
                      </a:lvl3pPr>
                      <a:lvl4pPr marL="1600200" indent="-228600" defTabSz="457200">
                        <a:spcBef>
                          <a:spcPct val="20000"/>
                        </a:spcBef>
                        <a:defRPr>
                          <a:solidFill>
                            <a:schemeClr val="tx1"/>
                          </a:solidFill>
                          <a:latin typeface="Verdana" charset="0"/>
                          <a:ea typeface="ＭＳ Ｐゴシック" charset="-128"/>
                        </a:defRPr>
                      </a:lvl4pPr>
                      <a:lvl5pPr marL="2057400" indent="-228600" defTabSz="457200">
                        <a:spcBef>
                          <a:spcPct val="20000"/>
                        </a:spcBef>
                        <a:defRPr>
                          <a:solidFill>
                            <a:schemeClr val="tx1"/>
                          </a:solidFill>
                          <a:latin typeface="Verdana" charset="0"/>
                          <a:ea typeface="ＭＳ Ｐゴシック" charset="-128"/>
                        </a:defRPr>
                      </a:lvl5pPr>
                      <a:lvl6pPr marL="2514600" indent="-228600" defTabSz="457200" eaLnBrk="0" fontAlgn="base" hangingPunct="0">
                        <a:spcBef>
                          <a:spcPct val="20000"/>
                        </a:spcBef>
                        <a:spcAft>
                          <a:spcPct val="0"/>
                        </a:spcAft>
                        <a:defRPr>
                          <a:solidFill>
                            <a:schemeClr val="tx1"/>
                          </a:solidFill>
                          <a:latin typeface="Verdana" charset="0"/>
                          <a:ea typeface="ＭＳ Ｐゴシック" charset="-128"/>
                        </a:defRPr>
                      </a:lvl6pPr>
                      <a:lvl7pPr marL="2971800" indent="-228600" defTabSz="457200" eaLnBrk="0" fontAlgn="base" hangingPunct="0">
                        <a:spcBef>
                          <a:spcPct val="20000"/>
                        </a:spcBef>
                        <a:spcAft>
                          <a:spcPct val="0"/>
                        </a:spcAft>
                        <a:defRPr>
                          <a:solidFill>
                            <a:schemeClr val="tx1"/>
                          </a:solidFill>
                          <a:latin typeface="Verdana" charset="0"/>
                          <a:ea typeface="ＭＳ Ｐゴシック" charset="-128"/>
                        </a:defRPr>
                      </a:lvl7pPr>
                      <a:lvl8pPr marL="3429000" indent="-228600" defTabSz="457200" eaLnBrk="0" fontAlgn="base" hangingPunct="0">
                        <a:spcBef>
                          <a:spcPct val="20000"/>
                        </a:spcBef>
                        <a:spcAft>
                          <a:spcPct val="0"/>
                        </a:spcAft>
                        <a:defRPr>
                          <a:solidFill>
                            <a:schemeClr val="tx1"/>
                          </a:solidFill>
                          <a:latin typeface="Verdana" charset="0"/>
                          <a:ea typeface="ＭＳ Ｐゴシック" charset="-128"/>
                        </a:defRPr>
                      </a:lvl8pPr>
                      <a:lvl9pPr marL="3886200" indent="-228600" defTabSz="457200" eaLnBrk="0" fontAlgn="base" hangingPunct="0">
                        <a:spcBef>
                          <a:spcPct val="20000"/>
                        </a:spcBef>
                        <a:spcAft>
                          <a:spcPct val="0"/>
                        </a:spcAft>
                        <a:defRPr>
                          <a:solidFill>
                            <a:schemeClr val="tx1"/>
                          </a:solidFill>
                          <a:latin typeface="Verdana" charset="0"/>
                          <a:ea typeface="ＭＳ Ｐゴシック" charset="-128"/>
                        </a:defRPr>
                      </a:lvl9pPr>
                    </a:lstStyle>
                    <a:p>
                      <a:pPr marL="0" marR="0" lvl="0" indent="0" algn="ctr" defTabSz="457200" rtl="0" eaLnBrk="1" fontAlgn="base" latinLnBrk="0" hangingPunct="1">
                        <a:lnSpc>
                          <a:spcPct val="100000"/>
                        </a:lnSpc>
                        <a:spcBef>
                          <a:spcPct val="0"/>
                        </a:spcBef>
                        <a:spcAft>
                          <a:spcPct val="0"/>
                        </a:spcAft>
                        <a:buClrTx/>
                        <a:buSzTx/>
                        <a:buFontTx/>
                        <a:buNone/>
                        <a:tabLst/>
                      </a:pPr>
                      <a:r>
                        <a:rPr kumimoji="0" lang="en-US" altLang="en-US" sz="2000" u="none" strike="noStrike" cap="none" normalizeH="0" baseline="0" dirty="0" err="1">
                          <a:ln>
                            <a:noFill/>
                          </a:ln>
                          <a:effectLst/>
                          <a:latin typeface="+mn-lt"/>
                        </a:rPr>
                        <a:t>SHs</a:t>
                      </a:r>
                      <a:endParaRPr kumimoji="0" lang="en-US" altLang="en-US" sz="2000" b="1" i="0" u="none" strike="noStrike" cap="none" normalizeH="0" baseline="0" dirty="0">
                        <a:ln>
                          <a:noFill/>
                        </a:ln>
                        <a:solidFill>
                          <a:schemeClr val="tx1"/>
                        </a:solidFill>
                        <a:effectLst/>
                        <a:latin typeface="+mn-lt"/>
                        <a:ea typeface="ＭＳ Ｐゴシック" charset="-128"/>
                      </a:endParaRPr>
                    </a:p>
                  </a:txBody>
                  <a:tcPr horzOverflow="overflow"/>
                </a:tc>
                <a:tc>
                  <a:txBody>
                    <a:bodyPr/>
                    <a:lstStyle>
                      <a:lvl1pPr defTabSz="457200">
                        <a:spcBef>
                          <a:spcPct val="20000"/>
                        </a:spcBef>
                        <a:buSzPct val="75000"/>
                        <a:defRPr sz="2400">
                          <a:solidFill>
                            <a:schemeClr val="tx1"/>
                          </a:solidFill>
                          <a:latin typeface="Verdana" charset="0"/>
                          <a:ea typeface="ＭＳ Ｐゴシック" charset="-128"/>
                        </a:defRPr>
                      </a:lvl1pPr>
                      <a:lvl2pPr marL="742950" indent="-285750" defTabSz="457200">
                        <a:spcBef>
                          <a:spcPct val="20000"/>
                        </a:spcBef>
                        <a:buSzPct val="75000"/>
                        <a:buFont typeface="Wingdings" charset="2"/>
                        <a:defRPr sz="2000">
                          <a:solidFill>
                            <a:schemeClr val="tx1"/>
                          </a:solidFill>
                          <a:latin typeface="Verdana" charset="0"/>
                          <a:ea typeface="ＭＳ Ｐゴシック" charset="-128"/>
                        </a:defRPr>
                      </a:lvl2pPr>
                      <a:lvl3pPr marL="1143000" indent="-228600" defTabSz="457200">
                        <a:spcBef>
                          <a:spcPct val="20000"/>
                        </a:spcBef>
                        <a:buSzPct val="70000"/>
                        <a:buFont typeface="Symbol" charset="2"/>
                        <a:defRPr>
                          <a:solidFill>
                            <a:schemeClr val="tx1"/>
                          </a:solidFill>
                          <a:latin typeface="Verdana" charset="0"/>
                          <a:ea typeface="ＭＳ Ｐゴシック" charset="-128"/>
                        </a:defRPr>
                      </a:lvl3pPr>
                      <a:lvl4pPr marL="1600200" indent="-228600" defTabSz="457200">
                        <a:spcBef>
                          <a:spcPct val="20000"/>
                        </a:spcBef>
                        <a:defRPr>
                          <a:solidFill>
                            <a:schemeClr val="tx1"/>
                          </a:solidFill>
                          <a:latin typeface="Verdana" charset="0"/>
                          <a:ea typeface="ＭＳ Ｐゴシック" charset="-128"/>
                        </a:defRPr>
                      </a:lvl4pPr>
                      <a:lvl5pPr marL="2057400" indent="-228600" defTabSz="457200">
                        <a:spcBef>
                          <a:spcPct val="20000"/>
                        </a:spcBef>
                        <a:defRPr>
                          <a:solidFill>
                            <a:schemeClr val="tx1"/>
                          </a:solidFill>
                          <a:latin typeface="Verdana" charset="0"/>
                          <a:ea typeface="ＭＳ Ｐゴシック" charset="-128"/>
                        </a:defRPr>
                      </a:lvl5pPr>
                      <a:lvl6pPr marL="2514600" indent="-228600" defTabSz="457200" eaLnBrk="0" fontAlgn="base" hangingPunct="0">
                        <a:spcBef>
                          <a:spcPct val="20000"/>
                        </a:spcBef>
                        <a:spcAft>
                          <a:spcPct val="0"/>
                        </a:spcAft>
                        <a:defRPr>
                          <a:solidFill>
                            <a:schemeClr val="tx1"/>
                          </a:solidFill>
                          <a:latin typeface="Verdana" charset="0"/>
                          <a:ea typeface="ＭＳ Ｐゴシック" charset="-128"/>
                        </a:defRPr>
                      </a:lvl6pPr>
                      <a:lvl7pPr marL="2971800" indent="-228600" defTabSz="457200" eaLnBrk="0" fontAlgn="base" hangingPunct="0">
                        <a:spcBef>
                          <a:spcPct val="20000"/>
                        </a:spcBef>
                        <a:spcAft>
                          <a:spcPct val="0"/>
                        </a:spcAft>
                        <a:defRPr>
                          <a:solidFill>
                            <a:schemeClr val="tx1"/>
                          </a:solidFill>
                          <a:latin typeface="Verdana" charset="0"/>
                          <a:ea typeface="ＭＳ Ｐゴシック" charset="-128"/>
                        </a:defRPr>
                      </a:lvl7pPr>
                      <a:lvl8pPr marL="3429000" indent="-228600" defTabSz="457200" eaLnBrk="0" fontAlgn="base" hangingPunct="0">
                        <a:spcBef>
                          <a:spcPct val="20000"/>
                        </a:spcBef>
                        <a:spcAft>
                          <a:spcPct val="0"/>
                        </a:spcAft>
                        <a:defRPr>
                          <a:solidFill>
                            <a:schemeClr val="tx1"/>
                          </a:solidFill>
                          <a:latin typeface="Verdana" charset="0"/>
                          <a:ea typeface="ＭＳ Ｐゴシック" charset="-128"/>
                        </a:defRPr>
                      </a:lvl8pPr>
                      <a:lvl9pPr marL="3886200" indent="-228600" defTabSz="457200" eaLnBrk="0" fontAlgn="base" hangingPunct="0">
                        <a:spcBef>
                          <a:spcPct val="20000"/>
                        </a:spcBef>
                        <a:spcAft>
                          <a:spcPct val="0"/>
                        </a:spcAft>
                        <a:defRPr>
                          <a:solidFill>
                            <a:schemeClr val="tx1"/>
                          </a:solidFill>
                          <a:latin typeface="Verdana" charset="0"/>
                          <a:ea typeface="ＭＳ Ｐゴシック" charset="-128"/>
                        </a:defRPr>
                      </a:lvl9pPr>
                    </a:lstStyle>
                    <a:p>
                      <a:pPr marL="0" marR="0" lvl="0" indent="0" algn="ctr" defTabSz="457200" rtl="0" eaLnBrk="1" fontAlgn="base" latinLnBrk="0" hangingPunct="1">
                        <a:lnSpc>
                          <a:spcPct val="100000"/>
                        </a:lnSpc>
                        <a:spcBef>
                          <a:spcPct val="0"/>
                        </a:spcBef>
                        <a:spcAft>
                          <a:spcPct val="0"/>
                        </a:spcAft>
                        <a:buClrTx/>
                        <a:buSzTx/>
                        <a:buFontTx/>
                        <a:buNone/>
                        <a:tabLst/>
                      </a:pPr>
                      <a:r>
                        <a:rPr kumimoji="0" lang="en-US" altLang="en-US" sz="2000" u="none" strike="noStrike" cap="none" normalizeH="0" baseline="0" dirty="0">
                          <a:ln>
                            <a:noFill/>
                          </a:ln>
                          <a:effectLst/>
                          <a:latin typeface="+mn-lt"/>
                        </a:rPr>
                        <a:t>Jan 1</a:t>
                      </a:r>
                      <a:endParaRPr kumimoji="0" lang="en-US" altLang="en-US" sz="2000" b="1" i="0" u="none" strike="noStrike" cap="none" normalizeH="0" baseline="0" dirty="0">
                        <a:ln>
                          <a:noFill/>
                        </a:ln>
                        <a:solidFill>
                          <a:schemeClr val="tx1"/>
                        </a:solidFill>
                        <a:effectLst/>
                        <a:latin typeface="+mn-lt"/>
                        <a:ea typeface="ＭＳ Ｐゴシック" charset="-128"/>
                      </a:endParaRPr>
                    </a:p>
                  </a:txBody>
                  <a:tcPr horzOverflow="overflow"/>
                </a:tc>
                <a:tc>
                  <a:txBody>
                    <a:bodyPr/>
                    <a:lstStyle>
                      <a:lvl1pPr defTabSz="457200">
                        <a:spcBef>
                          <a:spcPct val="20000"/>
                        </a:spcBef>
                        <a:buSzPct val="75000"/>
                        <a:defRPr sz="2400">
                          <a:solidFill>
                            <a:schemeClr val="tx1"/>
                          </a:solidFill>
                          <a:latin typeface="Verdana" charset="0"/>
                          <a:ea typeface="ＭＳ Ｐゴシック" charset="-128"/>
                        </a:defRPr>
                      </a:lvl1pPr>
                      <a:lvl2pPr marL="742950" indent="-285750" defTabSz="457200">
                        <a:spcBef>
                          <a:spcPct val="20000"/>
                        </a:spcBef>
                        <a:buSzPct val="75000"/>
                        <a:buFont typeface="Wingdings" charset="2"/>
                        <a:defRPr sz="2000">
                          <a:solidFill>
                            <a:schemeClr val="tx1"/>
                          </a:solidFill>
                          <a:latin typeface="Verdana" charset="0"/>
                          <a:ea typeface="ＭＳ Ｐゴシック" charset="-128"/>
                        </a:defRPr>
                      </a:lvl2pPr>
                      <a:lvl3pPr marL="1143000" indent="-228600" defTabSz="457200">
                        <a:spcBef>
                          <a:spcPct val="20000"/>
                        </a:spcBef>
                        <a:buSzPct val="70000"/>
                        <a:buFont typeface="Symbol" charset="2"/>
                        <a:defRPr>
                          <a:solidFill>
                            <a:schemeClr val="tx1"/>
                          </a:solidFill>
                          <a:latin typeface="Verdana" charset="0"/>
                          <a:ea typeface="ＭＳ Ｐゴシック" charset="-128"/>
                        </a:defRPr>
                      </a:lvl3pPr>
                      <a:lvl4pPr marL="1600200" indent="-228600" defTabSz="457200">
                        <a:spcBef>
                          <a:spcPct val="20000"/>
                        </a:spcBef>
                        <a:defRPr>
                          <a:solidFill>
                            <a:schemeClr val="tx1"/>
                          </a:solidFill>
                          <a:latin typeface="Verdana" charset="0"/>
                          <a:ea typeface="ＭＳ Ｐゴシック" charset="-128"/>
                        </a:defRPr>
                      </a:lvl4pPr>
                      <a:lvl5pPr marL="2057400" indent="-228600" defTabSz="457200">
                        <a:spcBef>
                          <a:spcPct val="20000"/>
                        </a:spcBef>
                        <a:defRPr>
                          <a:solidFill>
                            <a:schemeClr val="tx1"/>
                          </a:solidFill>
                          <a:latin typeface="Verdana" charset="0"/>
                          <a:ea typeface="ＭＳ Ｐゴシック" charset="-128"/>
                        </a:defRPr>
                      </a:lvl5pPr>
                      <a:lvl6pPr marL="2514600" indent="-228600" defTabSz="457200" eaLnBrk="0" fontAlgn="base" hangingPunct="0">
                        <a:spcBef>
                          <a:spcPct val="20000"/>
                        </a:spcBef>
                        <a:spcAft>
                          <a:spcPct val="0"/>
                        </a:spcAft>
                        <a:defRPr>
                          <a:solidFill>
                            <a:schemeClr val="tx1"/>
                          </a:solidFill>
                          <a:latin typeface="Verdana" charset="0"/>
                          <a:ea typeface="ＭＳ Ｐゴシック" charset="-128"/>
                        </a:defRPr>
                      </a:lvl6pPr>
                      <a:lvl7pPr marL="2971800" indent="-228600" defTabSz="457200" eaLnBrk="0" fontAlgn="base" hangingPunct="0">
                        <a:spcBef>
                          <a:spcPct val="20000"/>
                        </a:spcBef>
                        <a:spcAft>
                          <a:spcPct val="0"/>
                        </a:spcAft>
                        <a:defRPr>
                          <a:solidFill>
                            <a:schemeClr val="tx1"/>
                          </a:solidFill>
                          <a:latin typeface="Verdana" charset="0"/>
                          <a:ea typeface="ＭＳ Ｐゴシック" charset="-128"/>
                        </a:defRPr>
                      </a:lvl7pPr>
                      <a:lvl8pPr marL="3429000" indent="-228600" defTabSz="457200" eaLnBrk="0" fontAlgn="base" hangingPunct="0">
                        <a:spcBef>
                          <a:spcPct val="20000"/>
                        </a:spcBef>
                        <a:spcAft>
                          <a:spcPct val="0"/>
                        </a:spcAft>
                        <a:defRPr>
                          <a:solidFill>
                            <a:schemeClr val="tx1"/>
                          </a:solidFill>
                          <a:latin typeface="Verdana" charset="0"/>
                          <a:ea typeface="ＭＳ Ｐゴシック" charset="-128"/>
                        </a:defRPr>
                      </a:lvl8pPr>
                      <a:lvl9pPr marL="3886200" indent="-228600" defTabSz="457200" eaLnBrk="0" fontAlgn="base" hangingPunct="0">
                        <a:spcBef>
                          <a:spcPct val="20000"/>
                        </a:spcBef>
                        <a:spcAft>
                          <a:spcPct val="0"/>
                        </a:spcAft>
                        <a:defRPr>
                          <a:solidFill>
                            <a:schemeClr val="tx1"/>
                          </a:solidFill>
                          <a:latin typeface="Verdana" charset="0"/>
                          <a:ea typeface="ＭＳ Ｐゴシック" charset="-128"/>
                        </a:defRPr>
                      </a:lvl9pPr>
                    </a:lstStyle>
                    <a:p>
                      <a:pPr marL="0" marR="0" lvl="0" indent="0" algn="ctr" defTabSz="457200" rtl="0" eaLnBrk="1" fontAlgn="base" latinLnBrk="0" hangingPunct="1">
                        <a:lnSpc>
                          <a:spcPct val="100000"/>
                        </a:lnSpc>
                        <a:spcBef>
                          <a:spcPct val="0"/>
                        </a:spcBef>
                        <a:spcAft>
                          <a:spcPct val="0"/>
                        </a:spcAft>
                        <a:buClrTx/>
                        <a:buSzTx/>
                        <a:buFontTx/>
                        <a:buNone/>
                        <a:tabLst/>
                      </a:pPr>
                      <a:r>
                        <a:rPr kumimoji="0" lang="en-US" altLang="en-US" sz="2000" u="none" strike="noStrike" cap="none" normalizeH="0" baseline="0" dirty="0">
                          <a:ln>
                            <a:noFill/>
                          </a:ln>
                          <a:effectLst/>
                          <a:latin typeface="+mn-lt"/>
                        </a:rPr>
                        <a:t>Mar 15</a:t>
                      </a:r>
                      <a:endParaRPr kumimoji="0" lang="en-US" altLang="en-US" sz="2000" b="1" i="0" u="none" strike="noStrike" cap="none" normalizeH="0" baseline="0" dirty="0">
                        <a:ln>
                          <a:noFill/>
                        </a:ln>
                        <a:solidFill>
                          <a:schemeClr val="tx1"/>
                        </a:solidFill>
                        <a:effectLst/>
                        <a:latin typeface="+mn-lt"/>
                        <a:ea typeface="ＭＳ Ｐゴシック" charset="-128"/>
                      </a:endParaRPr>
                    </a:p>
                  </a:txBody>
                  <a:tcPr horzOverflow="overflow"/>
                </a:tc>
                <a:tc>
                  <a:txBody>
                    <a:bodyPr/>
                    <a:lstStyle>
                      <a:lvl1pPr defTabSz="457200">
                        <a:spcBef>
                          <a:spcPct val="20000"/>
                        </a:spcBef>
                        <a:buSzPct val="75000"/>
                        <a:defRPr sz="2400">
                          <a:solidFill>
                            <a:schemeClr val="tx1"/>
                          </a:solidFill>
                          <a:latin typeface="Verdana" charset="0"/>
                          <a:ea typeface="ＭＳ Ｐゴシック" charset="-128"/>
                        </a:defRPr>
                      </a:lvl1pPr>
                      <a:lvl2pPr marL="742950" indent="-285750" defTabSz="457200">
                        <a:spcBef>
                          <a:spcPct val="20000"/>
                        </a:spcBef>
                        <a:buSzPct val="75000"/>
                        <a:buFont typeface="Wingdings" charset="2"/>
                        <a:defRPr sz="2000">
                          <a:solidFill>
                            <a:schemeClr val="tx1"/>
                          </a:solidFill>
                          <a:latin typeface="Verdana" charset="0"/>
                          <a:ea typeface="ＭＳ Ｐゴシック" charset="-128"/>
                        </a:defRPr>
                      </a:lvl2pPr>
                      <a:lvl3pPr marL="1143000" indent="-228600" defTabSz="457200">
                        <a:spcBef>
                          <a:spcPct val="20000"/>
                        </a:spcBef>
                        <a:buSzPct val="70000"/>
                        <a:buFont typeface="Symbol" charset="2"/>
                        <a:defRPr>
                          <a:solidFill>
                            <a:schemeClr val="tx1"/>
                          </a:solidFill>
                          <a:latin typeface="Verdana" charset="0"/>
                          <a:ea typeface="ＭＳ Ｐゴシック" charset="-128"/>
                        </a:defRPr>
                      </a:lvl3pPr>
                      <a:lvl4pPr marL="1600200" indent="-228600" defTabSz="457200">
                        <a:spcBef>
                          <a:spcPct val="20000"/>
                        </a:spcBef>
                        <a:defRPr>
                          <a:solidFill>
                            <a:schemeClr val="tx1"/>
                          </a:solidFill>
                          <a:latin typeface="Verdana" charset="0"/>
                          <a:ea typeface="ＭＳ Ｐゴシック" charset="-128"/>
                        </a:defRPr>
                      </a:lvl4pPr>
                      <a:lvl5pPr marL="2057400" indent="-228600" defTabSz="457200">
                        <a:spcBef>
                          <a:spcPct val="20000"/>
                        </a:spcBef>
                        <a:defRPr>
                          <a:solidFill>
                            <a:schemeClr val="tx1"/>
                          </a:solidFill>
                          <a:latin typeface="Verdana" charset="0"/>
                          <a:ea typeface="ＭＳ Ｐゴシック" charset="-128"/>
                        </a:defRPr>
                      </a:lvl5pPr>
                      <a:lvl6pPr marL="2514600" indent="-228600" defTabSz="457200" eaLnBrk="0" fontAlgn="base" hangingPunct="0">
                        <a:spcBef>
                          <a:spcPct val="20000"/>
                        </a:spcBef>
                        <a:spcAft>
                          <a:spcPct val="0"/>
                        </a:spcAft>
                        <a:defRPr>
                          <a:solidFill>
                            <a:schemeClr val="tx1"/>
                          </a:solidFill>
                          <a:latin typeface="Verdana" charset="0"/>
                          <a:ea typeface="ＭＳ Ｐゴシック" charset="-128"/>
                        </a:defRPr>
                      </a:lvl6pPr>
                      <a:lvl7pPr marL="2971800" indent="-228600" defTabSz="457200" eaLnBrk="0" fontAlgn="base" hangingPunct="0">
                        <a:spcBef>
                          <a:spcPct val="20000"/>
                        </a:spcBef>
                        <a:spcAft>
                          <a:spcPct val="0"/>
                        </a:spcAft>
                        <a:defRPr>
                          <a:solidFill>
                            <a:schemeClr val="tx1"/>
                          </a:solidFill>
                          <a:latin typeface="Verdana" charset="0"/>
                          <a:ea typeface="ＭＳ Ｐゴシック" charset="-128"/>
                        </a:defRPr>
                      </a:lvl7pPr>
                      <a:lvl8pPr marL="3429000" indent="-228600" defTabSz="457200" eaLnBrk="0" fontAlgn="base" hangingPunct="0">
                        <a:spcBef>
                          <a:spcPct val="20000"/>
                        </a:spcBef>
                        <a:spcAft>
                          <a:spcPct val="0"/>
                        </a:spcAft>
                        <a:defRPr>
                          <a:solidFill>
                            <a:schemeClr val="tx1"/>
                          </a:solidFill>
                          <a:latin typeface="Verdana" charset="0"/>
                          <a:ea typeface="ＭＳ Ｐゴシック" charset="-128"/>
                        </a:defRPr>
                      </a:lvl8pPr>
                      <a:lvl9pPr marL="3886200" indent="-228600" defTabSz="457200" eaLnBrk="0" fontAlgn="base" hangingPunct="0">
                        <a:spcBef>
                          <a:spcPct val="20000"/>
                        </a:spcBef>
                        <a:spcAft>
                          <a:spcPct val="0"/>
                        </a:spcAft>
                        <a:defRPr>
                          <a:solidFill>
                            <a:schemeClr val="tx1"/>
                          </a:solidFill>
                          <a:latin typeface="Verdana" charset="0"/>
                          <a:ea typeface="ＭＳ Ｐゴシック" charset="-128"/>
                        </a:defRPr>
                      </a:lvl9pPr>
                    </a:lstStyle>
                    <a:p>
                      <a:pPr marL="0" marR="0" lvl="0" indent="0" algn="ctr" defTabSz="457200" rtl="0" eaLnBrk="1" fontAlgn="base" latinLnBrk="0" hangingPunct="1">
                        <a:lnSpc>
                          <a:spcPct val="100000"/>
                        </a:lnSpc>
                        <a:spcBef>
                          <a:spcPct val="0"/>
                        </a:spcBef>
                        <a:spcAft>
                          <a:spcPct val="0"/>
                        </a:spcAft>
                        <a:buClrTx/>
                        <a:buSzTx/>
                        <a:buFontTx/>
                        <a:buNone/>
                        <a:tabLst/>
                      </a:pPr>
                      <a:r>
                        <a:rPr kumimoji="0" lang="en-US" altLang="en-US" sz="2000" u="none" strike="noStrike" cap="none" normalizeH="0" baseline="0" dirty="0">
                          <a:ln>
                            <a:noFill/>
                          </a:ln>
                          <a:effectLst/>
                          <a:latin typeface="+mn-lt"/>
                        </a:rPr>
                        <a:t>Sept 22</a:t>
                      </a:r>
                      <a:endParaRPr kumimoji="0" lang="en-US" altLang="en-US" sz="2000" b="1" i="0" u="none" strike="noStrike" cap="none" normalizeH="0" baseline="0" dirty="0">
                        <a:ln>
                          <a:noFill/>
                        </a:ln>
                        <a:solidFill>
                          <a:schemeClr val="tx1"/>
                        </a:solidFill>
                        <a:effectLst/>
                        <a:latin typeface="+mn-lt"/>
                        <a:ea typeface="ＭＳ Ｐゴシック" charset="-128"/>
                      </a:endParaRPr>
                    </a:p>
                  </a:txBody>
                  <a:tcPr horzOverflow="overflow"/>
                </a:tc>
                <a:extLst>
                  <a:ext uri="{0D108BD9-81ED-4DB2-BD59-A6C34878D82A}">
                    <a16:rowId xmlns:a16="http://schemas.microsoft.com/office/drawing/2014/main" val="10000"/>
                  </a:ext>
                </a:extLst>
              </a:tr>
              <a:tr h="351901">
                <a:tc>
                  <a:txBody>
                    <a:bodyPr/>
                    <a:lstStyle>
                      <a:lvl1pPr defTabSz="457200">
                        <a:spcBef>
                          <a:spcPct val="20000"/>
                        </a:spcBef>
                        <a:buSzPct val="75000"/>
                        <a:defRPr sz="2400">
                          <a:solidFill>
                            <a:schemeClr val="tx1"/>
                          </a:solidFill>
                          <a:latin typeface="Verdana" charset="0"/>
                          <a:ea typeface="ＭＳ Ｐゴシック" charset="-128"/>
                        </a:defRPr>
                      </a:lvl1pPr>
                      <a:lvl2pPr marL="742950" indent="-285750" defTabSz="457200">
                        <a:spcBef>
                          <a:spcPct val="20000"/>
                        </a:spcBef>
                        <a:buSzPct val="75000"/>
                        <a:buFont typeface="Wingdings" charset="2"/>
                        <a:defRPr sz="2000">
                          <a:solidFill>
                            <a:schemeClr val="tx1"/>
                          </a:solidFill>
                          <a:latin typeface="Verdana" charset="0"/>
                          <a:ea typeface="ＭＳ Ｐゴシック" charset="-128"/>
                        </a:defRPr>
                      </a:lvl2pPr>
                      <a:lvl3pPr marL="1143000" indent="-228600" defTabSz="457200">
                        <a:spcBef>
                          <a:spcPct val="20000"/>
                        </a:spcBef>
                        <a:buSzPct val="70000"/>
                        <a:buFont typeface="Symbol" charset="2"/>
                        <a:defRPr>
                          <a:solidFill>
                            <a:schemeClr val="tx1"/>
                          </a:solidFill>
                          <a:latin typeface="Verdana" charset="0"/>
                          <a:ea typeface="ＭＳ Ｐゴシック" charset="-128"/>
                        </a:defRPr>
                      </a:lvl3pPr>
                      <a:lvl4pPr marL="1600200" indent="-228600" defTabSz="457200">
                        <a:spcBef>
                          <a:spcPct val="20000"/>
                        </a:spcBef>
                        <a:defRPr>
                          <a:solidFill>
                            <a:schemeClr val="tx1"/>
                          </a:solidFill>
                          <a:latin typeface="Verdana" charset="0"/>
                          <a:ea typeface="ＭＳ Ｐゴシック" charset="-128"/>
                        </a:defRPr>
                      </a:lvl4pPr>
                      <a:lvl5pPr marL="2057400" indent="-228600" defTabSz="457200">
                        <a:spcBef>
                          <a:spcPct val="20000"/>
                        </a:spcBef>
                        <a:defRPr>
                          <a:solidFill>
                            <a:schemeClr val="tx1"/>
                          </a:solidFill>
                          <a:latin typeface="Verdana" charset="0"/>
                          <a:ea typeface="ＭＳ Ｐゴシック" charset="-128"/>
                        </a:defRPr>
                      </a:lvl5pPr>
                      <a:lvl6pPr marL="2514600" indent="-228600" defTabSz="457200" eaLnBrk="0" fontAlgn="base" hangingPunct="0">
                        <a:spcBef>
                          <a:spcPct val="20000"/>
                        </a:spcBef>
                        <a:spcAft>
                          <a:spcPct val="0"/>
                        </a:spcAft>
                        <a:defRPr>
                          <a:solidFill>
                            <a:schemeClr val="tx1"/>
                          </a:solidFill>
                          <a:latin typeface="Verdana" charset="0"/>
                          <a:ea typeface="ＭＳ Ｐゴシック" charset="-128"/>
                        </a:defRPr>
                      </a:lvl6pPr>
                      <a:lvl7pPr marL="2971800" indent="-228600" defTabSz="457200" eaLnBrk="0" fontAlgn="base" hangingPunct="0">
                        <a:spcBef>
                          <a:spcPct val="20000"/>
                        </a:spcBef>
                        <a:spcAft>
                          <a:spcPct val="0"/>
                        </a:spcAft>
                        <a:defRPr>
                          <a:solidFill>
                            <a:schemeClr val="tx1"/>
                          </a:solidFill>
                          <a:latin typeface="Verdana" charset="0"/>
                          <a:ea typeface="ＭＳ Ｐゴシック" charset="-128"/>
                        </a:defRPr>
                      </a:lvl7pPr>
                      <a:lvl8pPr marL="3429000" indent="-228600" defTabSz="457200" eaLnBrk="0" fontAlgn="base" hangingPunct="0">
                        <a:spcBef>
                          <a:spcPct val="20000"/>
                        </a:spcBef>
                        <a:spcAft>
                          <a:spcPct val="0"/>
                        </a:spcAft>
                        <a:defRPr>
                          <a:solidFill>
                            <a:schemeClr val="tx1"/>
                          </a:solidFill>
                          <a:latin typeface="Verdana" charset="0"/>
                          <a:ea typeface="ＭＳ Ｐゴシック" charset="-128"/>
                        </a:defRPr>
                      </a:lvl8pPr>
                      <a:lvl9pPr marL="3886200" indent="-228600" defTabSz="457200" eaLnBrk="0" fontAlgn="base" hangingPunct="0">
                        <a:spcBef>
                          <a:spcPct val="20000"/>
                        </a:spcBef>
                        <a:spcAft>
                          <a:spcPct val="0"/>
                        </a:spcAft>
                        <a:defRPr>
                          <a:solidFill>
                            <a:schemeClr val="tx1"/>
                          </a:solidFill>
                          <a:latin typeface="Verdana" charset="0"/>
                          <a:ea typeface="ＭＳ Ｐゴシック" charset="-128"/>
                        </a:defRPr>
                      </a:lvl9pPr>
                    </a:lstStyle>
                    <a:p>
                      <a:pPr marL="0" marR="0" lvl="0" indent="0" algn="ctr" defTabSz="457200" rtl="0" eaLnBrk="1" fontAlgn="base" latinLnBrk="0" hangingPunct="1">
                        <a:lnSpc>
                          <a:spcPct val="100000"/>
                        </a:lnSpc>
                        <a:spcBef>
                          <a:spcPct val="0"/>
                        </a:spcBef>
                        <a:spcAft>
                          <a:spcPct val="0"/>
                        </a:spcAft>
                        <a:buClrTx/>
                        <a:buSzTx/>
                        <a:buFontTx/>
                        <a:buNone/>
                        <a:tabLst/>
                      </a:pPr>
                      <a:r>
                        <a:rPr kumimoji="0" lang="en-US" altLang="en-US" sz="2000" u="none" strike="noStrike" cap="none" normalizeH="0" baseline="0" dirty="0">
                          <a:ln>
                            <a:noFill/>
                          </a:ln>
                          <a:effectLst/>
                          <a:latin typeface="+mn-lt"/>
                        </a:rPr>
                        <a:t>A</a:t>
                      </a:r>
                      <a:endParaRPr kumimoji="0" lang="en-US" altLang="en-US" sz="2000" b="0" i="0" u="none" strike="noStrike" cap="none" normalizeH="0" baseline="0" dirty="0">
                        <a:ln>
                          <a:noFill/>
                        </a:ln>
                        <a:solidFill>
                          <a:srgbClr val="000000"/>
                        </a:solidFill>
                        <a:effectLst/>
                        <a:latin typeface="+mn-lt"/>
                        <a:ea typeface="ＭＳ Ｐゴシック" charset="-128"/>
                      </a:endParaRPr>
                    </a:p>
                  </a:txBody>
                  <a:tcPr horzOverflow="overflow"/>
                </a:tc>
                <a:tc>
                  <a:txBody>
                    <a:bodyPr/>
                    <a:lstStyle>
                      <a:lvl1pPr defTabSz="457200">
                        <a:spcBef>
                          <a:spcPct val="20000"/>
                        </a:spcBef>
                        <a:buSzPct val="75000"/>
                        <a:defRPr sz="2400">
                          <a:solidFill>
                            <a:schemeClr val="tx1"/>
                          </a:solidFill>
                          <a:latin typeface="Verdana" charset="0"/>
                          <a:ea typeface="ＭＳ Ｐゴシック" charset="-128"/>
                        </a:defRPr>
                      </a:lvl1pPr>
                      <a:lvl2pPr marL="742950" indent="-285750" defTabSz="457200">
                        <a:spcBef>
                          <a:spcPct val="20000"/>
                        </a:spcBef>
                        <a:buSzPct val="75000"/>
                        <a:buFont typeface="Wingdings" charset="2"/>
                        <a:defRPr sz="2000">
                          <a:solidFill>
                            <a:schemeClr val="tx1"/>
                          </a:solidFill>
                          <a:latin typeface="Verdana" charset="0"/>
                          <a:ea typeface="ＭＳ Ｐゴシック" charset="-128"/>
                        </a:defRPr>
                      </a:lvl2pPr>
                      <a:lvl3pPr marL="1143000" indent="-228600" defTabSz="457200">
                        <a:spcBef>
                          <a:spcPct val="20000"/>
                        </a:spcBef>
                        <a:buSzPct val="70000"/>
                        <a:buFont typeface="Symbol" charset="2"/>
                        <a:defRPr>
                          <a:solidFill>
                            <a:schemeClr val="tx1"/>
                          </a:solidFill>
                          <a:latin typeface="Verdana" charset="0"/>
                          <a:ea typeface="ＭＳ Ｐゴシック" charset="-128"/>
                        </a:defRPr>
                      </a:lvl3pPr>
                      <a:lvl4pPr marL="1600200" indent="-228600" defTabSz="457200">
                        <a:spcBef>
                          <a:spcPct val="20000"/>
                        </a:spcBef>
                        <a:defRPr>
                          <a:solidFill>
                            <a:schemeClr val="tx1"/>
                          </a:solidFill>
                          <a:latin typeface="Verdana" charset="0"/>
                          <a:ea typeface="ＭＳ Ｐゴシック" charset="-128"/>
                        </a:defRPr>
                      </a:lvl4pPr>
                      <a:lvl5pPr marL="2057400" indent="-228600" defTabSz="457200">
                        <a:spcBef>
                          <a:spcPct val="20000"/>
                        </a:spcBef>
                        <a:defRPr>
                          <a:solidFill>
                            <a:schemeClr val="tx1"/>
                          </a:solidFill>
                          <a:latin typeface="Verdana" charset="0"/>
                          <a:ea typeface="ＭＳ Ｐゴシック" charset="-128"/>
                        </a:defRPr>
                      </a:lvl5pPr>
                      <a:lvl6pPr marL="2514600" indent="-228600" defTabSz="457200" eaLnBrk="0" fontAlgn="base" hangingPunct="0">
                        <a:spcBef>
                          <a:spcPct val="20000"/>
                        </a:spcBef>
                        <a:spcAft>
                          <a:spcPct val="0"/>
                        </a:spcAft>
                        <a:defRPr>
                          <a:solidFill>
                            <a:schemeClr val="tx1"/>
                          </a:solidFill>
                          <a:latin typeface="Verdana" charset="0"/>
                          <a:ea typeface="ＭＳ Ｐゴシック" charset="-128"/>
                        </a:defRPr>
                      </a:lvl6pPr>
                      <a:lvl7pPr marL="2971800" indent="-228600" defTabSz="457200" eaLnBrk="0" fontAlgn="base" hangingPunct="0">
                        <a:spcBef>
                          <a:spcPct val="20000"/>
                        </a:spcBef>
                        <a:spcAft>
                          <a:spcPct val="0"/>
                        </a:spcAft>
                        <a:defRPr>
                          <a:solidFill>
                            <a:schemeClr val="tx1"/>
                          </a:solidFill>
                          <a:latin typeface="Verdana" charset="0"/>
                          <a:ea typeface="ＭＳ Ｐゴシック" charset="-128"/>
                        </a:defRPr>
                      </a:lvl7pPr>
                      <a:lvl8pPr marL="3429000" indent="-228600" defTabSz="457200" eaLnBrk="0" fontAlgn="base" hangingPunct="0">
                        <a:spcBef>
                          <a:spcPct val="20000"/>
                        </a:spcBef>
                        <a:spcAft>
                          <a:spcPct val="0"/>
                        </a:spcAft>
                        <a:defRPr>
                          <a:solidFill>
                            <a:schemeClr val="tx1"/>
                          </a:solidFill>
                          <a:latin typeface="Verdana" charset="0"/>
                          <a:ea typeface="ＭＳ Ｐゴシック" charset="-128"/>
                        </a:defRPr>
                      </a:lvl8pPr>
                      <a:lvl9pPr marL="3886200" indent="-228600" defTabSz="457200" eaLnBrk="0" fontAlgn="base" hangingPunct="0">
                        <a:spcBef>
                          <a:spcPct val="20000"/>
                        </a:spcBef>
                        <a:spcAft>
                          <a:spcPct val="0"/>
                        </a:spcAft>
                        <a:defRPr>
                          <a:solidFill>
                            <a:schemeClr val="tx1"/>
                          </a:solidFill>
                          <a:latin typeface="Verdana" charset="0"/>
                          <a:ea typeface="ＭＳ Ｐゴシック" charset="-128"/>
                        </a:defRPr>
                      </a:lvl9pPr>
                    </a:lstStyle>
                    <a:p>
                      <a:pPr marL="0" marR="0" lvl="0" indent="0" algn="ctr" defTabSz="457200" rtl="0" eaLnBrk="1" fontAlgn="base" latinLnBrk="0" hangingPunct="1">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000000"/>
                          </a:solidFill>
                          <a:effectLst/>
                          <a:latin typeface="+mn-lt"/>
                          <a:ea typeface="ＭＳ Ｐゴシック" charset="-128"/>
                        </a:rPr>
                        <a:t>1466</a:t>
                      </a:r>
                    </a:p>
                  </a:txBody>
                  <a:tcPr horzOverflow="overflow"/>
                </a:tc>
                <a:tc>
                  <a:txBody>
                    <a:bodyPr/>
                    <a:lstStyle>
                      <a:lvl1pPr defTabSz="457200">
                        <a:spcBef>
                          <a:spcPct val="20000"/>
                        </a:spcBef>
                        <a:buSzPct val="75000"/>
                        <a:defRPr sz="2400">
                          <a:solidFill>
                            <a:schemeClr val="tx1"/>
                          </a:solidFill>
                          <a:latin typeface="Verdana" charset="0"/>
                          <a:ea typeface="ＭＳ Ｐゴシック" charset="-128"/>
                        </a:defRPr>
                      </a:lvl1pPr>
                      <a:lvl2pPr marL="742950" indent="-285750" defTabSz="457200">
                        <a:spcBef>
                          <a:spcPct val="20000"/>
                        </a:spcBef>
                        <a:buSzPct val="75000"/>
                        <a:buFont typeface="Wingdings" charset="2"/>
                        <a:defRPr sz="2000">
                          <a:solidFill>
                            <a:schemeClr val="tx1"/>
                          </a:solidFill>
                          <a:latin typeface="Verdana" charset="0"/>
                          <a:ea typeface="ＭＳ Ｐゴシック" charset="-128"/>
                        </a:defRPr>
                      </a:lvl2pPr>
                      <a:lvl3pPr marL="1143000" indent="-228600" defTabSz="457200">
                        <a:spcBef>
                          <a:spcPct val="20000"/>
                        </a:spcBef>
                        <a:buSzPct val="70000"/>
                        <a:buFont typeface="Symbol" charset="2"/>
                        <a:defRPr>
                          <a:solidFill>
                            <a:schemeClr val="tx1"/>
                          </a:solidFill>
                          <a:latin typeface="Verdana" charset="0"/>
                          <a:ea typeface="ＭＳ Ｐゴシック" charset="-128"/>
                        </a:defRPr>
                      </a:lvl3pPr>
                      <a:lvl4pPr marL="1600200" indent="-228600" defTabSz="457200">
                        <a:spcBef>
                          <a:spcPct val="20000"/>
                        </a:spcBef>
                        <a:defRPr>
                          <a:solidFill>
                            <a:schemeClr val="tx1"/>
                          </a:solidFill>
                          <a:latin typeface="Verdana" charset="0"/>
                          <a:ea typeface="ＭＳ Ｐゴシック" charset="-128"/>
                        </a:defRPr>
                      </a:lvl4pPr>
                      <a:lvl5pPr marL="2057400" indent="-228600" defTabSz="457200">
                        <a:spcBef>
                          <a:spcPct val="20000"/>
                        </a:spcBef>
                        <a:defRPr>
                          <a:solidFill>
                            <a:schemeClr val="tx1"/>
                          </a:solidFill>
                          <a:latin typeface="Verdana" charset="0"/>
                          <a:ea typeface="ＭＳ Ｐゴシック" charset="-128"/>
                        </a:defRPr>
                      </a:lvl5pPr>
                      <a:lvl6pPr marL="2514600" indent="-228600" defTabSz="457200" eaLnBrk="0" fontAlgn="base" hangingPunct="0">
                        <a:spcBef>
                          <a:spcPct val="20000"/>
                        </a:spcBef>
                        <a:spcAft>
                          <a:spcPct val="0"/>
                        </a:spcAft>
                        <a:defRPr>
                          <a:solidFill>
                            <a:schemeClr val="tx1"/>
                          </a:solidFill>
                          <a:latin typeface="Verdana" charset="0"/>
                          <a:ea typeface="ＭＳ Ｐゴシック" charset="-128"/>
                        </a:defRPr>
                      </a:lvl6pPr>
                      <a:lvl7pPr marL="2971800" indent="-228600" defTabSz="457200" eaLnBrk="0" fontAlgn="base" hangingPunct="0">
                        <a:spcBef>
                          <a:spcPct val="20000"/>
                        </a:spcBef>
                        <a:spcAft>
                          <a:spcPct val="0"/>
                        </a:spcAft>
                        <a:defRPr>
                          <a:solidFill>
                            <a:schemeClr val="tx1"/>
                          </a:solidFill>
                          <a:latin typeface="Verdana" charset="0"/>
                          <a:ea typeface="ＭＳ Ｐゴシック" charset="-128"/>
                        </a:defRPr>
                      </a:lvl7pPr>
                      <a:lvl8pPr marL="3429000" indent="-228600" defTabSz="457200" eaLnBrk="0" fontAlgn="base" hangingPunct="0">
                        <a:spcBef>
                          <a:spcPct val="20000"/>
                        </a:spcBef>
                        <a:spcAft>
                          <a:spcPct val="0"/>
                        </a:spcAft>
                        <a:defRPr>
                          <a:solidFill>
                            <a:schemeClr val="tx1"/>
                          </a:solidFill>
                          <a:latin typeface="Verdana" charset="0"/>
                          <a:ea typeface="ＭＳ Ｐゴシック" charset="-128"/>
                        </a:defRPr>
                      </a:lvl8pPr>
                      <a:lvl9pPr marL="3886200" indent="-228600" defTabSz="457200" eaLnBrk="0" fontAlgn="base" hangingPunct="0">
                        <a:spcBef>
                          <a:spcPct val="20000"/>
                        </a:spcBef>
                        <a:spcAft>
                          <a:spcPct val="0"/>
                        </a:spcAft>
                        <a:defRPr>
                          <a:solidFill>
                            <a:schemeClr val="tx1"/>
                          </a:solidFill>
                          <a:latin typeface="Verdana" charset="0"/>
                          <a:ea typeface="ＭＳ Ｐゴシック" charset="-128"/>
                        </a:defRPr>
                      </a:lvl9pPr>
                    </a:lstStyle>
                    <a:p>
                      <a:pPr marL="0" marR="0" lvl="0" indent="0" algn="ctr" defTabSz="457200" rtl="0" eaLnBrk="1" fontAlgn="base" latinLnBrk="0" hangingPunct="1">
                        <a:lnSpc>
                          <a:spcPct val="100000"/>
                        </a:lnSpc>
                        <a:spcBef>
                          <a:spcPct val="0"/>
                        </a:spcBef>
                        <a:spcAft>
                          <a:spcPct val="0"/>
                        </a:spcAft>
                        <a:buClrTx/>
                        <a:buSzTx/>
                        <a:buFontTx/>
                        <a:buNone/>
                        <a:tabLst/>
                      </a:pPr>
                      <a:r>
                        <a:rPr kumimoji="0" lang="en-US" altLang="en-US" sz="2000" u="none" strike="noStrike" cap="none" normalizeH="0" baseline="0" dirty="0">
                          <a:ln>
                            <a:noFill/>
                          </a:ln>
                          <a:effectLst/>
                          <a:latin typeface="+mn-lt"/>
                        </a:rPr>
                        <a:t>564</a:t>
                      </a:r>
                      <a:endParaRPr kumimoji="0" lang="en-US" altLang="en-US" sz="2000" b="0" i="0" u="none" strike="noStrike" cap="none" normalizeH="0" baseline="0" dirty="0">
                        <a:ln>
                          <a:noFill/>
                        </a:ln>
                        <a:solidFill>
                          <a:srgbClr val="000000"/>
                        </a:solidFill>
                        <a:effectLst/>
                        <a:latin typeface="+mn-lt"/>
                        <a:ea typeface="ＭＳ Ｐゴシック" charset="-128"/>
                      </a:endParaRPr>
                    </a:p>
                  </a:txBody>
                  <a:tcPr horzOverflow="overflow">
                    <a:solidFill>
                      <a:schemeClr val="accent1">
                        <a:lumMod val="20000"/>
                        <a:lumOff val="80000"/>
                        <a:alpha val="20000"/>
                      </a:schemeClr>
                    </a:solidFill>
                  </a:tcPr>
                </a:tc>
                <a:tc>
                  <a:txBody>
                    <a:bodyPr/>
                    <a:lstStyle>
                      <a:lvl1pPr defTabSz="457200">
                        <a:spcBef>
                          <a:spcPct val="20000"/>
                        </a:spcBef>
                        <a:buSzPct val="75000"/>
                        <a:defRPr sz="2400">
                          <a:solidFill>
                            <a:schemeClr val="tx1"/>
                          </a:solidFill>
                          <a:latin typeface="Verdana" charset="0"/>
                          <a:ea typeface="ＭＳ Ｐゴシック" charset="-128"/>
                        </a:defRPr>
                      </a:lvl1pPr>
                      <a:lvl2pPr marL="742950" indent="-285750" defTabSz="457200">
                        <a:spcBef>
                          <a:spcPct val="20000"/>
                        </a:spcBef>
                        <a:buSzPct val="75000"/>
                        <a:buFont typeface="Wingdings" charset="2"/>
                        <a:defRPr sz="2000">
                          <a:solidFill>
                            <a:schemeClr val="tx1"/>
                          </a:solidFill>
                          <a:latin typeface="Verdana" charset="0"/>
                          <a:ea typeface="ＭＳ Ｐゴシック" charset="-128"/>
                        </a:defRPr>
                      </a:lvl2pPr>
                      <a:lvl3pPr marL="1143000" indent="-228600" defTabSz="457200">
                        <a:spcBef>
                          <a:spcPct val="20000"/>
                        </a:spcBef>
                        <a:buSzPct val="70000"/>
                        <a:buFont typeface="Symbol" charset="2"/>
                        <a:defRPr>
                          <a:solidFill>
                            <a:schemeClr val="tx1"/>
                          </a:solidFill>
                          <a:latin typeface="Verdana" charset="0"/>
                          <a:ea typeface="ＭＳ Ｐゴシック" charset="-128"/>
                        </a:defRPr>
                      </a:lvl3pPr>
                      <a:lvl4pPr marL="1600200" indent="-228600" defTabSz="457200">
                        <a:spcBef>
                          <a:spcPct val="20000"/>
                        </a:spcBef>
                        <a:defRPr>
                          <a:solidFill>
                            <a:schemeClr val="tx1"/>
                          </a:solidFill>
                          <a:latin typeface="Verdana" charset="0"/>
                          <a:ea typeface="ＭＳ Ｐゴシック" charset="-128"/>
                        </a:defRPr>
                      </a:lvl4pPr>
                      <a:lvl5pPr marL="2057400" indent="-228600" defTabSz="457200">
                        <a:spcBef>
                          <a:spcPct val="20000"/>
                        </a:spcBef>
                        <a:defRPr>
                          <a:solidFill>
                            <a:schemeClr val="tx1"/>
                          </a:solidFill>
                          <a:latin typeface="Verdana" charset="0"/>
                          <a:ea typeface="ＭＳ Ｐゴシック" charset="-128"/>
                        </a:defRPr>
                      </a:lvl5pPr>
                      <a:lvl6pPr marL="2514600" indent="-228600" defTabSz="457200" eaLnBrk="0" fontAlgn="base" hangingPunct="0">
                        <a:spcBef>
                          <a:spcPct val="20000"/>
                        </a:spcBef>
                        <a:spcAft>
                          <a:spcPct val="0"/>
                        </a:spcAft>
                        <a:defRPr>
                          <a:solidFill>
                            <a:schemeClr val="tx1"/>
                          </a:solidFill>
                          <a:latin typeface="Verdana" charset="0"/>
                          <a:ea typeface="ＭＳ Ｐゴシック" charset="-128"/>
                        </a:defRPr>
                      </a:lvl6pPr>
                      <a:lvl7pPr marL="2971800" indent="-228600" defTabSz="457200" eaLnBrk="0" fontAlgn="base" hangingPunct="0">
                        <a:spcBef>
                          <a:spcPct val="20000"/>
                        </a:spcBef>
                        <a:spcAft>
                          <a:spcPct val="0"/>
                        </a:spcAft>
                        <a:defRPr>
                          <a:solidFill>
                            <a:schemeClr val="tx1"/>
                          </a:solidFill>
                          <a:latin typeface="Verdana" charset="0"/>
                          <a:ea typeface="ＭＳ Ｐゴシック" charset="-128"/>
                        </a:defRPr>
                      </a:lvl7pPr>
                      <a:lvl8pPr marL="3429000" indent="-228600" defTabSz="457200" eaLnBrk="0" fontAlgn="base" hangingPunct="0">
                        <a:spcBef>
                          <a:spcPct val="20000"/>
                        </a:spcBef>
                        <a:spcAft>
                          <a:spcPct val="0"/>
                        </a:spcAft>
                        <a:defRPr>
                          <a:solidFill>
                            <a:schemeClr val="tx1"/>
                          </a:solidFill>
                          <a:latin typeface="Verdana" charset="0"/>
                          <a:ea typeface="ＭＳ Ｐゴシック" charset="-128"/>
                        </a:defRPr>
                      </a:lvl8pPr>
                      <a:lvl9pPr marL="3886200" indent="-228600" defTabSz="457200" eaLnBrk="0" fontAlgn="base" hangingPunct="0">
                        <a:spcBef>
                          <a:spcPct val="20000"/>
                        </a:spcBef>
                        <a:spcAft>
                          <a:spcPct val="0"/>
                        </a:spcAft>
                        <a:defRPr>
                          <a:solidFill>
                            <a:schemeClr val="tx1"/>
                          </a:solidFill>
                          <a:latin typeface="Verdana" charset="0"/>
                          <a:ea typeface="ＭＳ Ｐゴシック" charset="-128"/>
                        </a:defRPr>
                      </a:lvl9pPr>
                    </a:lstStyle>
                    <a:p>
                      <a:pPr marL="0" marR="0" lvl="0" indent="0" algn="ctr" defTabSz="457200" rtl="0" eaLnBrk="1" fontAlgn="base" latinLnBrk="0" hangingPunct="1">
                        <a:lnSpc>
                          <a:spcPct val="100000"/>
                        </a:lnSpc>
                        <a:spcBef>
                          <a:spcPct val="0"/>
                        </a:spcBef>
                        <a:spcAft>
                          <a:spcPct val="0"/>
                        </a:spcAft>
                        <a:buClrTx/>
                        <a:buSzTx/>
                        <a:buFontTx/>
                        <a:buNone/>
                        <a:tabLst/>
                      </a:pPr>
                      <a:r>
                        <a:rPr kumimoji="0" lang="en-US" altLang="en-US" sz="2000" u="none" strike="noStrike" cap="none" normalizeH="0" baseline="0" dirty="0">
                          <a:ln>
                            <a:noFill/>
                          </a:ln>
                          <a:effectLst/>
                          <a:latin typeface="+mn-lt"/>
                        </a:rPr>
                        <a:t>564</a:t>
                      </a:r>
                      <a:endParaRPr kumimoji="0" lang="en-US" altLang="en-US" sz="2000" b="0" i="0" u="none" strike="noStrike" cap="none" normalizeH="0" baseline="0" dirty="0">
                        <a:ln>
                          <a:noFill/>
                        </a:ln>
                        <a:solidFill>
                          <a:srgbClr val="000000"/>
                        </a:solidFill>
                        <a:effectLst/>
                        <a:latin typeface="+mn-lt"/>
                        <a:ea typeface="ＭＳ Ｐゴシック" charset="-128"/>
                      </a:endParaRPr>
                    </a:p>
                  </a:txBody>
                  <a:tcPr horzOverflow="overflow"/>
                </a:tc>
                <a:extLst>
                  <a:ext uri="{0D108BD9-81ED-4DB2-BD59-A6C34878D82A}">
                    <a16:rowId xmlns:a16="http://schemas.microsoft.com/office/drawing/2014/main" val="10001"/>
                  </a:ext>
                </a:extLst>
              </a:tr>
              <a:tr h="351901">
                <a:tc>
                  <a:txBody>
                    <a:bodyPr/>
                    <a:lstStyle>
                      <a:lvl1pPr defTabSz="457200">
                        <a:spcBef>
                          <a:spcPct val="20000"/>
                        </a:spcBef>
                        <a:buSzPct val="75000"/>
                        <a:defRPr sz="2400">
                          <a:solidFill>
                            <a:schemeClr val="tx1"/>
                          </a:solidFill>
                          <a:latin typeface="Verdana" charset="0"/>
                          <a:ea typeface="ＭＳ Ｐゴシック" charset="-128"/>
                        </a:defRPr>
                      </a:lvl1pPr>
                      <a:lvl2pPr marL="742950" indent="-285750" defTabSz="457200">
                        <a:spcBef>
                          <a:spcPct val="20000"/>
                        </a:spcBef>
                        <a:buSzPct val="75000"/>
                        <a:buFont typeface="Wingdings" charset="2"/>
                        <a:defRPr sz="2000">
                          <a:solidFill>
                            <a:schemeClr val="tx1"/>
                          </a:solidFill>
                          <a:latin typeface="Verdana" charset="0"/>
                          <a:ea typeface="ＭＳ Ｐゴシック" charset="-128"/>
                        </a:defRPr>
                      </a:lvl2pPr>
                      <a:lvl3pPr marL="1143000" indent="-228600" defTabSz="457200">
                        <a:spcBef>
                          <a:spcPct val="20000"/>
                        </a:spcBef>
                        <a:buSzPct val="70000"/>
                        <a:buFont typeface="Symbol" charset="2"/>
                        <a:defRPr>
                          <a:solidFill>
                            <a:schemeClr val="tx1"/>
                          </a:solidFill>
                          <a:latin typeface="Verdana" charset="0"/>
                          <a:ea typeface="ＭＳ Ｐゴシック" charset="-128"/>
                        </a:defRPr>
                      </a:lvl3pPr>
                      <a:lvl4pPr marL="1600200" indent="-228600" defTabSz="457200">
                        <a:spcBef>
                          <a:spcPct val="20000"/>
                        </a:spcBef>
                        <a:defRPr>
                          <a:solidFill>
                            <a:schemeClr val="tx1"/>
                          </a:solidFill>
                          <a:latin typeface="Verdana" charset="0"/>
                          <a:ea typeface="ＭＳ Ｐゴシック" charset="-128"/>
                        </a:defRPr>
                      </a:lvl4pPr>
                      <a:lvl5pPr marL="2057400" indent="-228600" defTabSz="457200">
                        <a:spcBef>
                          <a:spcPct val="20000"/>
                        </a:spcBef>
                        <a:defRPr>
                          <a:solidFill>
                            <a:schemeClr val="tx1"/>
                          </a:solidFill>
                          <a:latin typeface="Verdana" charset="0"/>
                          <a:ea typeface="ＭＳ Ｐゴシック" charset="-128"/>
                        </a:defRPr>
                      </a:lvl5pPr>
                      <a:lvl6pPr marL="2514600" indent="-228600" defTabSz="457200" eaLnBrk="0" fontAlgn="base" hangingPunct="0">
                        <a:spcBef>
                          <a:spcPct val="20000"/>
                        </a:spcBef>
                        <a:spcAft>
                          <a:spcPct val="0"/>
                        </a:spcAft>
                        <a:defRPr>
                          <a:solidFill>
                            <a:schemeClr val="tx1"/>
                          </a:solidFill>
                          <a:latin typeface="Verdana" charset="0"/>
                          <a:ea typeface="ＭＳ Ｐゴシック" charset="-128"/>
                        </a:defRPr>
                      </a:lvl6pPr>
                      <a:lvl7pPr marL="2971800" indent="-228600" defTabSz="457200" eaLnBrk="0" fontAlgn="base" hangingPunct="0">
                        <a:spcBef>
                          <a:spcPct val="20000"/>
                        </a:spcBef>
                        <a:spcAft>
                          <a:spcPct val="0"/>
                        </a:spcAft>
                        <a:defRPr>
                          <a:solidFill>
                            <a:schemeClr val="tx1"/>
                          </a:solidFill>
                          <a:latin typeface="Verdana" charset="0"/>
                          <a:ea typeface="ＭＳ Ｐゴシック" charset="-128"/>
                        </a:defRPr>
                      </a:lvl7pPr>
                      <a:lvl8pPr marL="3429000" indent="-228600" defTabSz="457200" eaLnBrk="0" fontAlgn="base" hangingPunct="0">
                        <a:spcBef>
                          <a:spcPct val="20000"/>
                        </a:spcBef>
                        <a:spcAft>
                          <a:spcPct val="0"/>
                        </a:spcAft>
                        <a:defRPr>
                          <a:solidFill>
                            <a:schemeClr val="tx1"/>
                          </a:solidFill>
                          <a:latin typeface="Verdana" charset="0"/>
                          <a:ea typeface="ＭＳ Ｐゴシック" charset="-128"/>
                        </a:defRPr>
                      </a:lvl8pPr>
                      <a:lvl9pPr marL="3886200" indent="-228600" defTabSz="457200" eaLnBrk="0" fontAlgn="base" hangingPunct="0">
                        <a:spcBef>
                          <a:spcPct val="20000"/>
                        </a:spcBef>
                        <a:spcAft>
                          <a:spcPct val="0"/>
                        </a:spcAft>
                        <a:defRPr>
                          <a:solidFill>
                            <a:schemeClr val="tx1"/>
                          </a:solidFill>
                          <a:latin typeface="Verdana" charset="0"/>
                          <a:ea typeface="ＭＳ Ｐゴシック" charset="-128"/>
                        </a:defRPr>
                      </a:lvl9pPr>
                    </a:lstStyle>
                    <a:p>
                      <a:pPr marL="0" marR="0" lvl="0" indent="0" algn="ctr" defTabSz="457200" rtl="0" eaLnBrk="1" fontAlgn="base" latinLnBrk="0" hangingPunct="1">
                        <a:lnSpc>
                          <a:spcPct val="100000"/>
                        </a:lnSpc>
                        <a:spcBef>
                          <a:spcPct val="0"/>
                        </a:spcBef>
                        <a:spcAft>
                          <a:spcPct val="0"/>
                        </a:spcAft>
                        <a:buClrTx/>
                        <a:buSzTx/>
                        <a:buFontTx/>
                        <a:buNone/>
                        <a:tabLst/>
                      </a:pPr>
                      <a:r>
                        <a:rPr kumimoji="0" lang="en-US" altLang="en-US" sz="2000" u="none" strike="noStrike" cap="none" normalizeH="0" baseline="0">
                          <a:ln>
                            <a:noFill/>
                          </a:ln>
                          <a:effectLst/>
                          <a:latin typeface="+mn-lt"/>
                        </a:rPr>
                        <a:t>B</a:t>
                      </a:r>
                      <a:endParaRPr kumimoji="0" lang="en-US" altLang="en-US" sz="2000" b="0" i="0" u="none" strike="noStrike" cap="none" normalizeH="0" baseline="0">
                        <a:ln>
                          <a:noFill/>
                        </a:ln>
                        <a:solidFill>
                          <a:srgbClr val="000000"/>
                        </a:solidFill>
                        <a:effectLst/>
                        <a:latin typeface="+mn-lt"/>
                        <a:ea typeface="ＭＳ Ｐゴシック" charset="-128"/>
                      </a:endParaRPr>
                    </a:p>
                  </a:txBody>
                  <a:tcPr horzOverflow="overflow"/>
                </a:tc>
                <a:tc>
                  <a:txBody>
                    <a:bodyPr/>
                    <a:lstStyle>
                      <a:lvl1pPr defTabSz="457200">
                        <a:spcBef>
                          <a:spcPct val="20000"/>
                        </a:spcBef>
                        <a:buSzPct val="75000"/>
                        <a:defRPr sz="2400">
                          <a:solidFill>
                            <a:schemeClr val="tx1"/>
                          </a:solidFill>
                          <a:latin typeface="Verdana" charset="0"/>
                          <a:ea typeface="ＭＳ Ｐゴシック" charset="-128"/>
                        </a:defRPr>
                      </a:lvl1pPr>
                      <a:lvl2pPr marL="742950" indent="-285750" defTabSz="457200">
                        <a:spcBef>
                          <a:spcPct val="20000"/>
                        </a:spcBef>
                        <a:buSzPct val="75000"/>
                        <a:buFont typeface="Wingdings" charset="2"/>
                        <a:defRPr sz="2000">
                          <a:solidFill>
                            <a:schemeClr val="tx1"/>
                          </a:solidFill>
                          <a:latin typeface="Verdana" charset="0"/>
                          <a:ea typeface="ＭＳ Ｐゴシック" charset="-128"/>
                        </a:defRPr>
                      </a:lvl2pPr>
                      <a:lvl3pPr marL="1143000" indent="-228600" defTabSz="457200">
                        <a:spcBef>
                          <a:spcPct val="20000"/>
                        </a:spcBef>
                        <a:buSzPct val="70000"/>
                        <a:buFont typeface="Symbol" charset="2"/>
                        <a:defRPr>
                          <a:solidFill>
                            <a:schemeClr val="tx1"/>
                          </a:solidFill>
                          <a:latin typeface="Verdana" charset="0"/>
                          <a:ea typeface="ＭＳ Ｐゴシック" charset="-128"/>
                        </a:defRPr>
                      </a:lvl3pPr>
                      <a:lvl4pPr marL="1600200" indent="-228600" defTabSz="457200">
                        <a:spcBef>
                          <a:spcPct val="20000"/>
                        </a:spcBef>
                        <a:defRPr>
                          <a:solidFill>
                            <a:schemeClr val="tx1"/>
                          </a:solidFill>
                          <a:latin typeface="Verdana" charset="0"/>
                          <a:ea typeface="ＭＳ Ｐゴシック" charset="-128"/>
                        </a:defRPr>
                      </a:lvl4pPr>
                      <a:lvl5pPr marL="2057400" indent="-228600" defTabSz="457200">
                        <a:spcBef>
                          <a:spcPct val="20000"/>
                        </a:spcBef>
                        <a:defRPr>
                          <a:solidFill>
                            <a:schemeClr val="tx1"/>
                          </a:solidFill>
                          <a:latin typeface="Verdana" charset="0"/>
                          <a:ea typeface="ＭＳ Ｐゴシック" charset="-128"/>
                        </a:defRPr>
                      </a:lvl5pPr>
                      <a:lvl6pPr marL="2514600" indent="-228600" defTabSz="457200" eaLnBrk="0" fontAlgn="base" hangingPunct="0">
                        <a:spcBef>
                          <a:spcPct val="20000"/>
                        </a:spcBef>
                        <a:spcAft>
                          <a:spcPct val="0"/>
                        </a:spcAft>
                        <a:defRPr>
                          <a:solidFill>
                            <a:schemeClr val="tx1"/>
                          </a:solidFill>
                          <a:latin typeface="Verdana" charset="0"/>
                          <a:ea typeface="ＭＳ Ｐゴシック" charset="-128"/>
                        </a:defRPr>
                      </a:lvl6pPr>
                      <a:lvl7pPr marL="2971800" indent="-228600" defTabSz="457200" eaLnBrk="0" fontAlgn="base" hangingPunct="0">
                        <a:spcBef>
                          <a:spcPct val="20000"/>
                        </a:spcBef>
                        <a:spcAft>
                          <a:spcPct val="0"/>
                        </a:spcAft>
                        <a:defRPr>
                          <a:solidFill>
                            <a:schemeClr val="tx1"/>
                          </a:solidFill>
                          <a:latin typeface="Verdana" charset="0"/>
                          <a:ea typeface="ＭＳ Ｐゴシック" charset="-128"/>
                        </a:defRPr>
                      </a:lvl7pPr>
                      <a:lvl8pPr marL="3429000" indent="-228600" defTabSz="457200" eaLnBrk="0" fontAlgn="base" hangingPunct="0">
                        <a:spcBef>
                          <a:spcPct val="20000"/>
                        </a:spcBef>
                        <a:spcAft>
                          <a:spcPct val="0"/>
                        </a:spcAft>
                        <a:defRPr>
                          <a:solidFill>
                            <a:schemeClr val="tx1"/>
                          </a:solidFill>
                          <a:latin typeface="Verdana" charset="0"/>
                          <a:ea typeface="ＭＳ Ｐゴシック" charset="-128"/>
                        </a:defRPr>
                      </a:lvl8pPr>
                      <a:lvl9pPr marL="3886200" indent="-228600" defTabSz="457200" eaLnBrk="0" fontAlgn="base" hangingPunct="0">
                        <a:spcBef>
                          <a:spcPct val="20000"/>
                        </a:spcBef>
                        <a:spcAft>
                          <a:spcPct val="0"/>
                        </a:spcAft>
                        <a:defRPr>
                          <a:solidFill>
                            <a:schemeClr val="tx1"/>
                          </a:solidFill>
                          <a:latin typeface="Verdana" charset="0"/>
                          <a:ea typeface="ＭＳ Ｐゴシック" charset="-128"/>
                        </a:defRPr>
                      </a:lvl9pPr>
                    </a:lstStyle>
                    <a:p>
                      <a:pPr marL="0" marR="0" lvl="0" indent="0" algn="ctr" defTabSz="457200" rtl="0" eaLnBrk="1" fontAlgn="base" latinLnBrk="0" hangingPunct="1">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000000"/>
                          </a:solidFill>
                          <a:effectLst/>
                          <a:latin typeface="+mn-lt"/>
                          <a:ea typeface="ＭＳ Ｐゴシック" charset="-128"/>
                        </a:rPr>
                        <a:t>210</a:t>
                      </a:r>
                    </a:p>
                  </a:txBody>
                  <a:tcPr horzOverflow="overflow"/>
                </a:tc>
                <a:tc>
                  <a:txBody>
                    <a:bodyPr/>
                    <a:lstStyle>
                      <a:lvl1pPr defTabSz="457200">
                        <a:spcBef>
                          <a:spcPct val="20000"/>
                        </a:spcBef>
                        <a:buSzPct val="75000"/>
                        <a:defRPr sz="2400">
                          <a:solidFill>
                            <a:schemeClr val="tx1"/>
                          </a:solidFill>
                          <a:latin typeface="Verdana" charset="0"/>
                          <a:ea typeface="ＭＳ Ｐゴシック" charset="-128"/>
                        </a:defRPr>
                      </a:lvl1pPr>
                      <a:lvl2pPr marL="742950" indent="-285750" defTabSz="457200">
                        <a:spcBef>
                          <a:spcPct val="20000"/>
                        </a:spcBef>
                        <a:buSzPct val="75000"/>
                        <a:buFont typeface="Wingdings" charset="2"/>
                        <a:defRPr sz="2000">
                          <a:solidFill>
                            <a:schemeClr val="tx1"/>
                          </a:solidFill>
                          <a:latin typeface="Verdana" charset="0"/>
                          <a:ea typeface="ＭＳ Ｐゴシック" charset="-128"/>
                        </a:defRPr>
                      </a:lvl2pPr>
                      <a:lvl3pPr marL="1143000" indent="-228600" defTabSz="457200">
                        <a:spcBef>
                          <a:spcPct val="20000"/>
                        </a:spcBef>
                        <a:buSzPct val="70000"/>
                        <a:buFont typeface="Symbol" charset="2"/>
                        <a:defRPr>
                          <a:solidFill>
                            <a:schemeClr val="tx1"/>
                          </a:solidFill>
                          <a:latin typeface="Verdana" charset="0"/>
                          <a:ea typeface="ＭＳ Ｐゴシック" charset="-128"/>
                        </a:defRPr>
                      </a:lvl3pPr>
                      <a:lvl4pPr marL="1600200" indent="-228600" defTabSz="457200">
                        <a:spcBef>
                          <a:spcPct val="20000"/>
                        </a:spcBef>
                        <a:defRPr>
                          <a:solidFill>
                            <a:schemeClr val="tx1"/>
                          </a:solidFill>
                          <a:latin typeface="Verdana" charset="0"/>
                          <a:ea typeface="ＭＳ Ｐゴシック" charset="-128"/>
                        </a:defRPr>
                      </a:lvl4pPr>
                      <a:lvl5pPr marL="2057400" indent="-228600" defTabSz="457200">
                        <a:spcBef>
                          <a:spcPct val="20000"/>
                        </a:spcBef>
                        <a:defRPr>
                          <a:solidFill>
                            <a:schemeClr val="tx1"/>
                          </a:solidFill>
                          <a:latin typeface="Verdana" charset="0"/>
                          <a:ea typeface="ＭＳ Ｐゴシック" charset="-128"/>
                        </a:defRPr>
                      </a:lvl5pPr>
                      <a:lvl6pPr marL="2514600" indent="-228600" defTabSz="457200" eaLnBrk="0" fontAlgn="base" hangingPunct="0">
                        <a:spcBef>
                          <a:spcPct val="20000"/>
                        </a:spcBef>
                        <a:spcAft>
                          <a:spcPct val="0"/>
                        </a:spcAft>
                        <a:defRPr>
                          <a:solidFill>
                            <a:schemeClr val="tx1"/>
                          </a:solidFill>
                          <a:latin typeface="Verdana" charset="0"/>
                          <a:ea typeface="ＭＳ Ｐゴシック" charset="-128"/>
                        </a:defRPr>
                      </a:lvl6pPr>
                      <a:lvl7pPr marL="2971800" indent="-228600" defTabSz="457200" eaLnBrk="0" fontAlgn="base" hangingPunct="0">
                        <a:spcBef>
                          <a:spcPct val="20000"/>
                        </a:spcBef>
                        <a:spcAft>
                          <a:spcPct val="0"/>
                        </a:spcAft>
                        <a:defRPr>
                          <a:solidFill>
                            <a:schemeClr val="tx1"/>
                          </a:solidFill>
                          <a:latin typeface="Verdana" charset="0"/>
                          <a:ea typeface="ＭＳ Ｐゴシック" charset="-128"/>
                        </a:defRPr>
                      </a:lvl7pPr>
                      <a:lvl8pPr marL="3429000" indent="-228600" defTabSz="457200" eaLnBrk="0" fontAlgn="base" hangingPunct="0">
                        <a:spcBef>
                          <a:spcPct val="20000"/>
                        </a:spcBef>
                        <a:spcAft>
                          <a:spcPct val="0"/>
                        </a:spcAft>
                        <a:defRPr>
                          <a:solidFill>
                            <a:schemeClr val="tx1"/>
                          </a:solidFill>
                          <a:latin typeface="Verdana" charset="0"/>
                          <a:ea typeface="ＭＳ Ｐゴシック" charset="-128"/>
                        </a:defRPr>
                      </a:lvl8pPr>
                      <a:lvl9pPr marL="3886200" indent="-228600" defTabSz="457200" eaLnBrk="0" fontAlgn="base" hangingPunct="0">
                        <a:spcBef>
                          <a:spcPct val="20000"/>
                        </a:spcBef>
                        <a:spcAft>
                          <a:spcPct val="0"/>
                        </a:spcAft>
                        <a:defRPr>
                          <a:solidFill>
                            <a:schemeClr val="tx1"/>
                          </a:solidFill>
                          <a:latin typeface="Verdana" charset="0"/>
                          <a:ea typeface="ＭＳ Ｐゴシック" charset="-128"/>
                        </a:defRPr>
                      </a:lvl9pPr>
                    </a:lstStyle>
                    <a:p>
                      <a:pPr marL="0" marR="0" lvl="0" indent="0" algn="ctr" defTabSz="457200" rtl="0" eaLnBrk="1" fontAlgn="base" latinLnBrk="0" hangingPunct="1">
                        <a:lnSpc>
                          <a:spcPct val="100000"/>
                        </a:lnSpc>
                        <a:spcBef>
                          <a:spcPct val="0"/>
                        </a:spcBef>
                        <a:spcAft>
                          <a:spcPct val="0"/>
                        </a:spcAft>
                        <a:buClrTx/>
                        <a:buSzTx/>
                        <a:buFontTx/>
                        <a:buNone/>
                        <a:tabLst/>
                      </a:pPr>
                      <a:r>
                        <a:rPr kumimoji="0" lang="en-US" altLang="en-US" sz="2000" u="none" strike="noStrike" cap="none" normalizeH="0" baseline="0" dirty="0">
                          <a:ln>
                            <a:noFill/>
                          </a:ln>
                          <a:effectLst/>
                          <a:latin typeface="+mn-lt"/>
                        </a:rPr>
                        <a:t>210</a:t>
                      </a:r>
                      <a:endParaRPr kumimoji="0" lang="en-US" altLang="en-US" sz="2000" b="0" i="0" u="none" strike="noStrike" cap="none" normalizeH="0" baseline="0" dirty="0">
                        <a:ln>
                          <a:noFill/>
                        </a:ln>
                        <a:solidFill>
                          <a:srgbClr val="000000"/>
                        </a:solidFill>
                        <a:effectLst/>
                        <a:latin typeface="+mn-lt"/>
                        <a:ea typeface="ＭＳ Ｐゴシック" charset="-128"/>
                      </a:endParaRPr>
                    </a:p>
                  </a:txBody>
                  <a:tcPr horzOverflow="overflow"/>
                </a:tc>
                <a:tc>
                  <a:txBody>
                    <a:bodyPr/>
                    <a:lstStyle>
                      <a:lvl1pPr defTabSz="457200">
                        <a:spcBef>
                          <a:spcPct val="20000"/>
                        </a:spcBef>
                        <a:buSzPct val="75000"/>
                        <a:defRPr sz="2400">
                          <a:solidFill>
                            <a:schemeClr val="tx1"/>
                          </a:solidFill>
                          <a:latin typeface="Verdana" charset="0"/>
                          <a:ea typeface="ＭＳ Ｐゴシック" charset="-128"/>
                        </a:defRPr>
                      </a:lvl1pPr>
                      <a:lvl2pPr marL="742950" indent="-285750" defTabSz="457200">
                        <a:spcBef>
                          <a:spcPct val="20000"/>
                        </a:spcBef>
                        <a:buSzPct val="75000"/>
                        <a:buFont typeface="Wingdings" charset="2"/>
                        <a:defRPr sz="2000">
                          <a:solidFill>
                            <a:schemeClr val="tx1"/>
                          </a:solidFill>
                          <a:latin typeface="Verdana" charset="0"/>
                          <a:ea typeface="ＭＳ Ｐゴシック" charset="-128"/>
                        </a:defRPr>
                      </a:lvl2pPr>
                      <a:lvl3pPr marL="1143000" indent="-228600" defTabSz="457200">
                        <a:spcBef>
                          <a:spcPct val="20000"/>
                        </a:spcBef>
                        <a:buSzPct val="70000"/>
                        <a:buFont typeface="Symbol" charset="2"/>
                        <a:defRPr>
                          <a:solidFill>
                            <a:schemeClr val="tx1"/>
                          </a:solidFill>
                          <a:latin typeface="Verdana" charset="0"/>
                          <a:ea typeface="ＭＳ Ｐゴシック" charset="-128"/>
                        </a:defRPr>
                      </a:lvl3pPr>
                      <a:lvl4pPr marL="1600200" indent="-228600" defTabSz="457200">
                        <a:spcBef>
                          <a:spcPct val="20000"/>
                        </a:spcBef>
                        <a:defRPr>
                          <a:solidFill>
                            <a:schemeClr val="tx1"/>
                          </a:solidFill>
                          <a:latin typeface="Verdana" charset="0"/>
                          <a:ea typeface="ＭＳ Ｐゴシック" charset="-128"/>
                        </a:defRPr>
                      </a:lvl4pPr>
                      <a:lvl5pPr marL="2057400" indent="-228600" defTabSz="457200">
                        <a:spcBef>
                          <a:spcPct val="20000"/>
                        </a:spcBef>
                        <a:defRPr>
                          <a:solidFill>
                            <a:schemeClr val="tx1"/>
                          </a:solidFill>
                          <a:latin typeface="Verdana" charset="0"/>
                          <a:ea typeface="ＭＳ Ｐゴシック" charset="-128"/>
                        </a:defRPr>
                      </a:lvl5pPr>
                      <a:lvl6pPr marL="2514600" indent="-228600" defTabSz="457200" eaLnBrk="0" fontAlgn="base" hangingPunct="0">
                        <a:spcBef>
                          <a:spcPct val="20000"/>
                        </a:spcBef>
                        <a:spcAft>
                          <a:spcPct val="0"/>
                        </a:spcAft>
                        <a:defRPr>
                          <a:solidFill>
                            <a:schemeClr val="tx1"/>
                          </a:solidFill>
                          <a:latin typeface="Verdana" charset="0"/>
                          <a:ea typeface="ＭＳ Ｐゴシック" charset="-128"/>
                        </a:defRPr>
                      </a:lvl6pPr>
                      <a:lvl7pPr marL="2971800" indent="-228600" defTabSz="457200" eaLnBrk="0" fontAlgn="base" hangingPunct="0">
                        <a:spcBef>
                          <a:spcPct val="20000"/>
                        </a:spcBef>
                        <a:spcAft>
                          <a:spcPct val="0"/>
                        </a:spcAft>
                        <a:defRPr>
                          <a:solidFill>
                            <a:schemeClr val="tx1"/>
                          </a:solidFill>
                          <a:latin typeface="Verdana" charset="0"/>
                          <a:ea typeface="ＭＳ Ｐゴシック" charset="-128"/>
                        </a:defRPr>
                      </a:lvl7pPr>
                      <a:lvl8pPr marL="3429000" indent="-228600" defTabSz="457200" eaLnBrk="0" fontAlgn="base" hangingPunct="0">
                        <a:spcBef>
                          <a:spcPct val="20000"/>
                        </a:spcBef>
                        <a:spcAft>
                          <a:spcPct val="0"/>
                        </a:spcAft>
                        <a:defRPr>
                          <a:solidFill>
                            <a:schemeClr val="tx1"/>
                          </a:solidFill>
                          <a:latin typeface="Verdana" charset="0"/>
                          <a:ea typeface="ＭＳ Ｐゴシック" charset="-128"/>
                        </a:defRPr>
                      </a:lvl8pPr>
                      <a:lvl9pPr marL="3886200" indent="-228600" defTabSz="457200" eaLnBrk="0" fontAlgn="base" hangingPunct="0">
                        <a:spcBef>
                          <a:spcPct val="20000"/>
                        </a:spcBef>
                        <a:spcAft>
                          <a:spcPct val="0"/>
                        </a:spcAft>
                        <a:defRPr>
                          <a:solidFill>
                            <a:schemeClr val="tx1"/>
                          </a:solidFill>
                          <a:latin typeface="Verdana" charset="0"/>
                          <a:ea typeface="ＭＳ Ｐゴシック" charset="-128"/>
                        </a:defRPr>
                      </a:lvl9pPr>
                    </a:lstStyle>
                    <a:p>
                      <a:pPr marL="0" marR="0" lvl="0" indent="0" algn="ctr" defTabSz="457200" rtl="0" eaLnBrk="1" fontAlgn="base" latinLnBrk="0" hangingPunct="1">
                        <a:lnSpc>
                          <a:spcPct val="100000"/>
                        </a:lnSpc>
                        <a:spcBef>
                          <a:spcPct val="0"/>
                        </a:spcBef>
                        <a:spcAft>
                          <a:spcPct val="0"/>
                        </a:spcAft>
                        <a:buClrTx/>
                        <a:buSzTx/>
                        <a:buFontTx/>
                        <a:buNone/>
                        <a:tabLst/>
                      </a:pPr>
                      <a:r>
                        <a:rPr kumimoji="0" lang="en-US" altLang="en-US" sz="2000" u="none" strike="noStrike" cap="none" normalizeH="0" baseline="0" dirty="0">
                          <a:ln>
                            <a:noFill/>
                          </a:ln>
                          <a:effectLst/>
                          <a:latin typeface="+mn-lt"/>
                        </a:rPr>
                        <a:t>0</a:t>
                      </a:r>
                      <a:endParaRPr kumimoji="0" lang="en-US" altLang="en-US" sz="2000" b="0" i="0" u="none" strike="noStrike" cap="none" normalizeH="0" baseline="0" dirty="0">
                        <a:ln>
                          <a:noFill/>
                        </a:ln>
                        <a:solidFill>
                          <a:srgbClr val="000000"/>
                        </a:solidFill>
                        <a:effectLst/>
                        <a:latin typeface="+mn-lt"/>
                        <a:ea typeface="ＭＳ Ｐゴシック" charset="-128"/>
                      </a:endParaRPr>
                    </a:p>
                  </a:txBody>
                  <a:tcPr horzOverflow="overflow"/>
                </a:tc>
                <a:extLst>
                  <a:ext uri="{0D108BD9-81ED-4DB2-BD59-A6C34878D82A}">
                    <a16:rowId xmlns:a16="http://schemas.microsoft.com/office/drawing/2014/main" val="10002"/>
                  </a:ext>
                </a:extLst>
              </a:tr>
              <a:tr h="351901">
                <a:tc>
                  <a:txBody>
                    <a:bodyPr/>
                    <a:lstStyle>
                      <a:lvl1pPr defTabSz="457200">
                        <a:spcBef>
                          <a:spcPct val="20000"/>
                        </a:spcBef>
                        <a:buSzPct val="75000"/>
                        <a:defRPr sz="2400">
                          <a:solidFill>
                            <a:schemeClr val="tx1"/>
                          </a:solidFill>
                          <a:latin typeface="Verdana" charset="0"/>
                          <a:ea typeface="ＭＳ Ｐゴシック" charset="-128"/>
                        </a:defRPr>
                      </a:lvl1pPr>
                      <a:lvl2pPr marL="742950" indent="-285750" defTabSz="457200">
                        <a:spcBef>
                          <a:spcPct val="20000"/>
                        </a:spcBef>
                        <a:buSzPct val="75000"/>
                        <a:buFont typeface="Wingdings" charset="2"/>
                        <a:defRPr sz="2000">
                          <a:solidFill>
                            <a:schemeClr val="tx1"/>
                          </a:solidFill>
                          <a:latin typeface="Verdana" charset="0"/>
                          <a:ea typeface="ＭＳ Ｐゴシック" charset="-128"/>
                        </a:defRPr>
                      </a:lvl2pPr>
                      <a:lvl3pPr marL="1143000" indent="-228600" defTabSz="457200">
                        <a:spcBef>
                          <a:spcPct val="20000"/>
                        </a:spcBef>
                        <a:buSzPct val="70000"/>
                        <a:buFont typeface="Symbol" charset="2"/>
                        <a:defRPr>
                          <a:solidFill>
                            <a:schemeClr val="tx1"/>
                          </a:solidFill>
                          <a:latin typeface="Verdana" charset="0"/>
                          <a:ea typeface="ＭＳ Ｐゴシック" charset="-128"/>
                        </a:defRPr>
                      </a:lvl3pPr>
                      <a:lvl4pPr marL="1600200" indent="-228600" defTabSz="457200">
                        <a:spcBef>
                          <a:spcPct val="20000"/>
                        </a:spcBef>
                        <a:defRPr>
                          <a:solidFill>
                            <a:schemeClr val="tx1"/>
                          </a:solidFill>
                          <a:latin typeface="Verdana" charset="0"/>
                          <a:ea typeface="ＭＳ Ｐゴシック" charset="-128"/>
                        </a:defRPr>
                      </a:lvl4pPr>
                      <a:lvl5pPr marL="2057400" indent="-228600" defTabSz="457200">
                        <a:spcBef>
                          <a:spcPct val="20000"/>
                        </a:spcBef>
                        <a:defRPr>
                          <a:solidFill>
                            <a:schemeClr val="tx1"/>
                          </a:solidFill>
                          <a:latin typeface="Verdana" charset="0"/>
                          <a:ea typeface="ＭＳ Ｐゴシック" charset="-128"/>
                        </a:defRPr>
                      </a:lvl5pPr>
                      <a:lvl6pPr marL="2514600" indent="-228600" defTabSz="457200" eaLnBrk="0" fontAlgn="base" hangingPunct="0">
                        <a:spcBef>
                          <a:spcPct val="20000"/>
                        </a:spcBef>
                        <a:spcAft>
                          <a:spcPct val="0"/>
                        </a:spcAft>
                        <a:defRPr>
                          <a:solidFill>
                            <a:schemeClr val="tx1"/>
                          </a:solidFill>
                          <a:latin typeface="Verdana" charset="0"/>
                          <a:ea typeface="ＭＳ Ｐゴシック" charset="-128"/>
                        </a:defRPr>
                      </a:lvl6pPr>
                      <a:lvl7pPr marL="2971800" indent="-228600" defTabSz="457200" eaLnBrk="0" fontAlgn="base" hangingPunct="0">
                        <a:spcBef>
                          <a:spcPct val="20000"/>
                        </a:spcBef>
                        <a:spcAft>
                          <a:spcPct val="0"/>
                        </a:spcAft>
                        <a:defRPr>
                          <a:solidFill>
                            <a:schemeClr val="tx1"/>
                          </a:solidFill>
                          <a:latin typeface="Verdana" charset="0"/>
                          <a:ea typeface="ＭＳ Ｐゴシック" charset="-128"/>
                        </a:defRPr>
                      </a:lvl7pPr>
                      <a:lvl8pPr marL="3429000" indent="-228600" defTabSz="457200" eaLnBrk="0" fontAlgn="base" hangingPunct="0">
                        <a:spcBef>
                          <a:spcPct val="20000"/>
                        </a:spcBef>
                        <a:spcAft>
                          <a:spcPct val="0"/>
                        </a:spcAft>
                        <a:defRPr>
                          <a:solidFill>
                            <a:schemeClr val="tx1"/>
                          </a:solidFill>
                          <a:latin typeface="Verdana" charset="0"/>
                          <a:ea typeface="ＭＳ Ｐゴシック" charset="-128"/>
                        </a:defRPr>
                      </a:lvl8pPr>
                      <a:lvl9pPr marL="3886200" indent="-228600" defTabSz="457200" eaLnBrk="0" fontAlgn="base" hangingPunct="0">
                        <a:spcBef>
                          <a:spcPct val="20000"/>
                        </a:spcBef>
                        <a:spcAft>
                          <a:spcPct val="0"/>
                        </a:spcAft>
                        <a:defRPr>
                          <a:solidFill>
                            <a:schemeClr val="tx1"/>
                          </a:solidFill>
                          <a:latin typeface="Verdana" charset="0"/>
                          <a:ea typeface="ＭＳ Ｐゴシック" charset="-128"/>
                        </a:defRPr>
                      </a:lvl9pPr>
                    </a:lstStyle>
                    <a:p>
                      <a:pPr marL="0" marR="0" lvl="0" indent="0" algn="ctr" defTabSz="457200" rtl="0" eaLnBrk="1" fontAlgn="base" latinLnBrk="0" hangingPunct="1">
                        <a:lnSpc>
                          <a:spcPct val="100000"/>
                        </a:lnSpc>
                        <a:spcBef>
                          <a:spcPct val="0"/>
                        </a:spcBef>
                        <a:spcAft>
                          <a:spcPct val="0"/>
                        </a:spcAft>
                        <a:buClrTx/>
                        <a:buSzTx/>
                        <a:buFontTx/>
                        <a:buNone/>
                        <a:tabLst/>
                      </a:pPr>
                      <a:r>
                        <a:rPr kumimoji="0" lang="en-US" altLang="en-US" sz="2000" u="none" strike="noStrike" cap="none" normalizeH="0" baseline="0">
                          <a:ln>
                            <a:noFill/>
                          </a:ln>
                          <a:effectLst/>
                          <a:latin typeface="+mn-lt"/>
                        </a:rPr>
                        <a:t>C</a:t>
                      </a:r>
                      <a:endParaRPr kumimoji="0" lang="en-US" altLang="en-US" sz="2000" b="0" i="0" u="none" strike="noStrike" cap="none" normalizeH="0" baseline="0">
                        <a:ln>
                          <a:noFill/>
                        </a:ln>
                        <a:solidFill>
                          <a:srgbClr val="000000"/>
                        </a:solidFill>
                        <a:effectLst/>
                        <a:latin typeface="+mn-lt"/>
                        <a:ea typeface="ＭＳ Ｐゴシック" charset="-128"/>
                      </a:endParaRPr>
                    </a:p>
                  </a:txBody>
                  <a:tcPr horzOverflow="overflow"/>
                </a:tc>
                <a:tc>
                  <a:txBody>
                    <a:bodyPr/>
                    <a:lstStyle>
                      <a:lvl1pPr defTabSz="457200">
                        <a:spcBef>
                          <a:spcPct val="20000"/>
                        </a:spcBef>
                        <a:buSzPct val="75000"/>
                        <a:defRPr sz="2400">
                          <a:solidFill>
                            <a:schemeClr val="tx1"/>
                          </a:solidFill>
                          <a:latin typeface="Verdana" charset="0"/>
                          <a:ea typeface="ＭＳ Ｐゴシック" charset="-128"/>
                        </a:defRPr>
                      </a:lvl1pPr>
                      <a:lvl2pPr marL="742950" indent="-285750" defTabSz="457200">
                        <a:spcBef>
                          <a:spcPct val="20000"/>
                        </a:spcBef>
                        <a:buSzPct val="75000"/>
                        <a:buFont typeface="Wingdings" charset="2"/>
                        <a:defRPr sz="2000">
                          <a:solidFill>
                            <a:schemeClr val="tx1"/>
                          </a:solidFill>
                          <a:latin typeface="Verdana" charset="0"/>
                          <a:ea typeface="ＭＳ Ｐゴシック" charset="-128"/>
                        </a:defRPr>
                      </a:lvl2pPr>
                      <a:lvl3pPr marL="1143000" indent="-228600" defTabSz="457200">
                        <a:spcBef>
                          <a:spcPct val="20000"/>
                        </a:spcBef>
                        <a:buSzPct val="70000"/>
                        <a:buFont typeface="Symbol" charset="2"/>
                        <a:defRPr>
                          <a:solidFill>
                            <a:schemeClr val="tx1"/>
                          </a:solidFill>
                          <a:latin typeface="Verdana" charset="0"/>
                          <a:ea typeface="ＭＳ Ｐゴシック" charset="-128"/>
                        </a:defRPr>
                      </a:lvl3pPr>
                      <a:lvl4pPr marL="1600200" indent="-228600" defTabSz="457200">
                        <a:spcBef>
                          <a:spcPct val="20000"/>
                        </a:spcBef>
                        <a:defRPr>
                          <a:solidFill>
                            <a:schemeClr val="tx1"/>
                          </a:solidFill>
                          <a:latin typeface="Verdana" charset="0"/>
                          <a:ea typeface="ＭＳ Ｐゴシック" charset="-128"/>
                        </a:defRPr>
                      </a:lvl4pPr>
                      <a:lvl5pPr marL="2057400" indent="-228600" defTabSz="457200">
                        <a:spcBef>
                          <a:spcPct val="20000"/>
                        </a:spcBef>
                        <a:defRPr>
                          <a:solidFill>
                            <a:schemeClr val="tx1"/>
                          </a:solidFill>
                          <a:latin typeface="Verdana" charset="0"/>
                          <a:ea typeface="ＭＳ Ｐゴシック" charset="-128"/>
                        </a:defRPr>
                      </a:lvl5pPr>
                      <a:lvl6pPr marL="2514600" indent="-228600" defTabSz="457200" eaLnBrk="0" fontAlgn="base" hangingPunct="0">
                        <a:spcBef>
                          <a:spcPct val="20000"/>
                        </a:spcBef>
                        <a:spcAft>
                          <a:spcPct val="0"/>
                        </a:spcAft>
                        <a:defRPr>
                          <a:solidFill>
                            <a:schemeClr val="tx1"/>
                          </a:solidFill>
                          <a:latin typeface="Verdana" charset="0"/>
                          <a:ea typeface="ＭＳ Ｐゴシック" charset="-128"/>
                        </a:defRPr>
                      </a:lvl6pPr>
                      <a:lvl7pPr marL="2971800" indent="-228600" defTabSz="457200" eaLnBrk="0" fontAlgn="base" hangingPunct="0">
                        <a:spcBef>
                          <a:spcPct val="20000"/>
                        </a:spcBef>
                        <a:spcAft>
                          <a:spcPct val="0"/>
                        </a:spcAft>
                        <a:defRPr>
                          <a:solidFill>
                            <a:schemeClr val="tx1"/>
                          </a:solidFill>
                          <a:latin typeface="Verdana" charset="0"/>
                          <a:ea typeface="ＭＳ Ｐゴシック" charset="-128"/>
                        </a:defRPr>
                      </a:lvl7pPr>
                      <a:lvl8pPr marL="3429000" indent="-228600" defTabSz="457200" eaLnBrk="0" fontAlgn="base" hangingPunct="0">
                        <a:spcBef>
                          <a:spcPct val="20000"/>
                        </a:spcBef>
                        <a:spcAft>
                          <a:spcPct val="0"/>
                        </a:spcAft>
                        <a:defRPr>
                          <a:solidFill>
                            <a:schemeClr val="tx1"/>
                          </a:solidFill>
                          <a:latin typeface="Verdana" charset="0"/>
                          <a:ea typeface="ＭＳ Ｐゴシック" charset="-128"/>
                        </a:defRPr>
                      </a:lvl8pPr>
                      <a:lvl9pPr marL="3886200" indent="-228600" defTabSz="457200" eaLnBrk="0" fontAlgn="base" hangingPunct="0">
                        <a:spcBef>
                          <a:spcPct val="20000"/>
                        </a:spcBef>
                        <a:spcAft>
                          <a:spcPct val="0"/>
                        </a:spcAft>
                        <a:defRPr>
                          <a:solidFill>
                            <a:schemeClr val="tx1"/>
                          </a:solidFill>
                          <a:latin typeface="Verdana" charset="0"/>
                          <a:ea typeface="ＭＳ Ｐゴシック" charset="-128"/>
                        </a:defRPr>
                      </a:lvl9pPr>
                    </a:lstStyle>
                    <a:p>
                      <a:pPr marL="0" marR="0" lvl="0" indent="0" algn="ctr" defTabSz="457200" rtl="0" eaLnBrk="1" fontAlgn="base" latinLnBrk="0" hangingPunct="1">
                        <a:lnSpc>
                          <a:spcPct val="100000"/>
                        </a:lnSpc>
                        <a:spcBef>
                          <a:spcPct val="0"/>
                        </a:spcBef>
                        <a:spcAft>
                          <a:spcPct val="0"/>
                        </a:spcAft>
                        <a:buClrTx/>
                        <a:buSzTx/>
                        <a:buFontTx/>
                        <a:buNone/>
                        <a:tabLst/>
                      </a:pPr>
                      <a:r>
                        <a:rPr kumimoji="0" lang="en-US" altLang="en-US" sz="2000" u="none" strike="noStrike" cap="none" normalizeH="0" baseline="0" dirty="0">
                          <a:ln>
                            <a:noFill/>
                          </a:ln>
                          <a:effectLst/>
                          <a:latin typeface="+mn-lt"/>
                        </a:rPr>
                        <a:t>200</a:t>
                      </a:r>
                      <a:endParaRPr kumimoji="0" lang="en-US" altLang="en-US" sz="2000" b="0" i="0" u="none" strike="noStrike" cap="none" normalizeH="0" baseline="0" dirty="0">
                        <a:ln>
                          <a:noFill/>
                        </a:ln>
                        <a:solidFill>
                          <a:srgbClr val="000000"/>
                        </a:solidFill>
                        <a:effectLst/>
                        <a:latin typeface="+mn-lt"/>
                        <a:ea typeface="ＭＳ Ｐゴシック" charset="-128"/>
                      </a:endParaRPr>
                    </a:p>
                  </a:txBody>
                  <a:tcPr horzOverflow="overflow"/>
                </a:tc>
                <a:tc>
                  <a:txBody>
                    <a:bodyPr/>
                    <a:lstStyle>
                      <a:lvl1pPr defTabSz="457200">
                        <a:spcBef>
                          <a:spcPct val="20000"/>
                        </a:spcBef>
                        <a:buSzPct val="75000"/>
                        <a:defRPr sz="2400">
                          <a:solidFill>
                            <a:schemeClr val="tx1"/>
                          </a:solidFill>
                          <a:latin typeface="Verdana" charset="0"/>
                          <a:ea typeface="ＭＳ Ｐゴシック" charset="-128"/>
                        </a:defRPr>
                      </a:lvl1pPr>
                      <a:lvl2pPr marL="742950" indent="-285750" defTabSz="457200">
                        <a:spcBef>
                          <a:spcPct val="20000"/>
                        </a:spcBef>
                        <a:buSzPct val="75000"/>
                        <a:buFont typeface="Wingdings" charset="2"/>
                        <a:defRPr sz="2000">
                          <a:solidFill>
                            <a:schemeClr val="tx1"/>
                          </a:solidFill>
                          <a:latin typeface="Verdana" charset="0"/>
                          <a:ea typeface="ＭＳ Ｐゴシック" charset="-128"/>
                        </a:defRPr>
                      </a:lvl2pPr>
                      <a:lvl3pPr marL="1143000" indent="-228600" defTabSz="457200">
                        <a:spcBef>
                          <a:spcPct val="20000"/>
                        </a:spcBef>
                        <a:buSzPct val="70000"/>
                        <a:buFont typeface="Symbol" charset="2"/>
                        <a:defRPr>
                          <a:solidFill>
                            <a:schemeClr val="tx1"/>
                          </a:solidFill>
                          <a:latin typeface="Verdana" charset="0"/>
                          <a:ea typeface="ＭＳ Ｐゴシック" charset="-128"/>
                        </a:defRPr>
                      </a:lvl3pPr>
                      <a:lvl4pPr marL="1600200" indent="-228600" defTabSz="457200">
                        <a:spcBef>
                          <a:spcPct val="20000"/>
                        </a:spcBef>
                        <a:defRPr>
                          <a:solidFill>
                            <a:schemeClr val="tx1"/>
                          </a:solidFill>
                          <a:latin typeface="Verdana" charset="0"/>
                          <a:ea typeface="ＭＳ Ｐゴシック" charset="-128"/>
                        </a:defRPr>
                      </a:lvl4pPr>
                      <a:lvl5pPr marL="2057400" indent="-228600" defTabSz="457200">
                        <a:spcBef>
                          <a:spcPct val="20000"/>
                        </a:spcBef>
                        <a:defRPr>
                          <a:solidFill>
                            <a:schemeClr val="tx1"/>
                          </a:solidFill>
                          <a:latin typeface="Verdana" charset="0"/>
                          <a:ea typeface="ＭＳ Ｐゴシック" charset="-128"/>
                        </a:defRPr>
                      </a:lvl5pPr>
                      <a:lvl6pPr marL="2514600" indent="-228600" defTabSz="457200" eaLnBrk="0" fontAlgn="base" hangingPunct="0">
                        <a:spcBef>
                          <a:spcPct val="20000"/>
                        </a:spcBef>
                        <a:spcAft>
                          <a:spcPct val="0"/>
                        </a:spcAft>
                        <a:defRPr>
                          <a:solidFill>
                            <a:schemeClr val="tx1"/>
                          </a:solidFill>
                          <a:latin typeface="Verdana" charset="0"/>
                          <a:ea typeface="ＭＳ Ｐゴシック" charset="-128"/>
                        </a:defRPr>
                      </a:lvl6pPr>
                      <a:lvl7pPr marL="2971800" indent="-228600" defTabSz="457200" eaLnBrk="0" fontAlgn="base" hangingPunct="0">
                        <a:spcBef>
                          <a:spcPct val="20000"/>
                        </a:spcBef>
                        <a:spcAft>
                          <a:spcPct val="0"/>
                        </a:spcAft>
                        <a:defRPr>
                          <a:solidFill>
                            <a:schemeClr val="tx1"/>
                          </a:solidFill>
                          <a:latin typeface="Verdana" charset="0"/>
                          <a:ea typeface="ＭＳ Ｐゴシック" charset="-128"/>
                        </a:defRPr>
                      </a:lvl7pPr>
                      <a:lvl8pPr marL="3429000" indent="-228600" defTabSz="457200" eaLnBrk="0" fontAlgn="base" hangingPunct="0">
                        <a:spcBef>
                          <a:spcPct val="20000"/>
                        </a:spcBef>
                        <a:spcAft>
                          <a:spcPct val="0"/>
                        </a:spcAft>
                        <a:defRPr>
                          <a:solidFill>
                            <a:schemeClr val="tx1"/>
                          </a:solidFill>
                          <a:latin typeface="Verdana" charset="0"/>
                          <a:ea typeface="ＭＳ Ｐゴシック" charset="-128"/>
                        </a:defRPr>
                      </a:lvl8pPr>
                      <a:lvl9pPr marL="3886200" indent="-228600" defTabSz="457200" eaLnBrk="0" fontAlgn="base" hangingPunct="0">
                        <a:spcBef>
                          <a:spcPct val="20000"/>
                        </a:spcBef>
                        <a:spcAft>
                          <a:spcPct val="0"/>
                        </a:spcAft>
                        <a:defRPr>
                          <a:solidFill>
                            <a:schemeClr val="tx1"/>
                          </a:solidFill>
                          <a:latin typeface="Verdana" charset="0"/>
                          <a:ea typeface="ＭＳ Ｐゴシック" charset="-128"/>
                        </a:defRPr>
                      </a:lvl9pPr>
                    </a:lstStyle>
                    <a:p>
                      <a:pPr marL="0" marR="0" lvl="0" indent="0" algn="ctr" defTabSz="457200" rtl="0" eaLnBrk="1" fontAlgn="base" latinLnBrk="0" hangingPunct="1">
                        <a:lnSpc>
                          <a:spcPct val="100000"/>
                        </a:lnSpc>
                        <a:spcBef>
                          <a:spcPct val="0"/>
                        </a:spcBef>
                        <a:spcAft>
                          <a:spcPct val="0"/>
                        </a:spcAft>
                        <a:buClrTx/>
                        <a:buSzTx/>
                        <a:buFontTx/>
                        <a:buNone/>
                        <a:tabLst/>
                      </a:pPr>
                      <a:r>
                        <a:rPr kumimoji="0" lang="en-US" altLang="en-US" sz="2000" u="none" strike="noStrike" cap="none" normalizeH="0" baseline="0" dirty="0">
                          <a:ln>
                            <a:noFill/>
                          </a:ln>
                          <a:effectLst/>
                          <a:latin typeface="+mn-lt"/>
                        </a:rPr>
                        <a:t>200</a:t>
                      </a:r>
                      <a:endParaRPr kumimoji="0" lang="en-US" altLang="en-US" sz="2000" b="0" i="0" u="none" strike="noStrike" cap="none" normalizeH="0" baseline="0" dirty="0">
                        <a:ln>
                          <a:noFill/>
                        </a:ln>
                        <a:solidFill>
                          <a:srgbClr val="000000"/>
                        </a:solidFill>
                        <a:effectLst/>
                        <a:latin typeface="+mn-lt"/>
                        <a:ea typeface="ＭＳ Ｐゴシック" charset="-128"/>
                      </a:endParaRPr>
                    </a:p>
                  </a:txBody>
                  <a:tcPr horzOverflow="overflow"/>
                </a:tc>
                <a:tc>
                  <a:txBody>
                    <a:bodyPr/>
                    <a:lstStyle>
                      <a:lvl1pPr defTabSz="457200">
                        <a:spcBef>
                          <a:spcPct val="20000"/>
                        </a:spcBef>
                        <a:buSzPct val="75000"/>
                        <a:defRPr sz="2400">
                          <a:solidFill>
                            <a:schemeClr val="tx1"/>
                          </a:solidFill>
                          <a:latin typeface="Verdana" charset="0"/>
                          <a:ea typeface="ＭＳ Ｐゴシック" charset="-128"/>
                        </a:defRPr>
                      </a:lvl1pPr>
                      <a:lvl2pPr marL="742950" indent="-285750" defTabSz="457200">
                        <a:spcBef>
                          <a:spcPct val="20000"/>
                        </a:spcBef>
                        <a:buSzPct val="75000"/>
                        <a:buFont typeface="Wingdings" charset="2"/>
                        <a:defRPr sz="2000">
                          <a:solidFill>
                            <a:schemeClr val="tx1"/>
                          </a:solidFill>
                          <a:latin typeface="Verdana" charset="0"/>
                          <a:ea typeface="ＭＳ Ｐゴシック" charset="-128"/>
                        </a:defRPr>
                      </a:lvl2pPr>
                      <a:lvl3pPr marL="1143000" indent="-228600" defTabSz="457200">
                        <a:spcBef>
                          <a:spcPct val="20000"/>
                        </a:spcBef>
                        <a:buSzPct val="70000"/>
                        <a:buFont typeface="Symbol" charset="2"/>
                        <a:defRPr>
                          <a:solidFill>
                            <a:schemeClr val="tx1"/>
                          </a:solidFill>
                          <a:latin typeface="Verdana" charset="0"/>
                          <a:ea typeface="ＭＳ Ｐゴシック" charset="-128"/>
                        </a:defRPr>
                      </a:lvl3pPr>
                      <a:lvl4pPr marL="1600200" indent="-228600" defTabSz="457200">
                        <a:spcBef>
                          <a:spcPct val="20000"/>
                        </a:spcBef>
                        <a:defRPr>
                          <a:solidFill>
                            <a:schemeClr val="tx1"/>
                          </a:solidFill>
                          <a:latin typeface="Verdana" charset="0"/>
                          <a:ea typeface="ＭＳ Ｐゴシック" charset="-128"/>
                        </a:defRPr>
                      </a:lvl4pPr>
                      <a:lvl5pPr marL="2057400" indent="-228600" defTabSz="457200">
                        <a:spcBef>
                          <a:spcPct val="20000"/>
                        </a:spcBef>
                        <a:defRPr>
                          <a:solidFill>
                            <a:schemeClr val="tx1"/>
                          </a:solidFill>
                          <a:latin typeface="Verdana" charset="0"/>
                          <a:ea typeface="ＭＳ Ｐゴシック" charset="-128"/>
                        </a:defRPr>
                      </a:lvl5pPr>
                      <a:lvl6pPr marL="2514600" indent="-228600" defTabSz="457200" eaLnBrk="0" fontAlgn="base" hangingPunct="0">
                        <a:spcBef>
                          <a:spcPct val="20000"/>
                        </a:spcBef>
                        <a:spcAft>
                          <a:spcPct val="0"/>
                        </a:spcAft>
                        <a:defRPr>
                          <a:solidFill>
                            <a:schemeClr val="tx1"/>
                          </a:solidFill>
                          <a:latin typeface="Verdana" charset="0"/>
                          <a:ea typeface="ＭＳ Ｐゴシック" charset="-128"/>
                        </a:defRPr>
                      </a:lvl6pPr>
                      <a:lvl7pPr marL="2971800" indent="-228600" defTabSz="457200" eaLnBrk="0" fontAlgn="base" hangingPunct="0">
                        <a:spcBef>
                          <a:spcPct val="20000"/>
                        </a:spcBef>
                        <a:spcAft>
                          <a:spcPct val="0"/>
                        </a:spcAft>
                        <a:defRPr>
                          <a:solidFill>
                            <a:schemeClr val="tx1"/>
                          </a:solidFill>
                          <a:latin typeface="Verdana" charset="0"/>
                          <a:ea typeface="ＭＳ Ｐゴシック" charset="-128"/>
                        </a:defRPr>
                      </a:lvl7pPr>
                      <a:lvl8pPr marL="3429000" indent="-228600" defTabSz="457200" eaLnBrk="0" fontAlgn="base" hangingPunct="0">
                        <a:spcBef>
                          <a:spcPct val="20000"/>
                        </a:spcBef>
                        <a:spcAft>
                          <a:spcPct val="0"/>
                        </a:spcAft>
                        <a:defRPr>
                          <a:solidFill>
                            <a:schemeClr val="tx1"/>
                          </a:solidFill>
                          <a:latin typeface="Verdana" charset="0"/>
                          <a:ea typeface="ＭＳ Ｐゴシック" charset="-128"/>
                        </a:defRPr>
                      </a:lvl8pPr>
                      <a:lvl9pPr marL="3886200" indent="-228600" defTabSz="457200" eaLnBrk="0" fontAlgn="base" hangingPunct="0">
                        <a:spcBef>
                          <a:spcPct val="20000"/>
                        </a:spcBef>
                        <a:spcAft>
                          <a:spcPct val="0"/>
                        </a:spcAft>
                        <a:defRPr>
                          <a:solidFill>
                            <a:schemeClr val="tx1"/>
                          </a:solidFill>
                          <a:latin typeface="Verdana" charset="0"/>
                          <a:ea typeface="ＭＳ Ｐゴシック" charset="-128"/>
                        </a:defRPr>
                      </a:lvl9pPr>
                    </a:lstStyle>
                    <a:p>
                      <a:pPr marL="0" marR="0" lvl="0" indent="0" algn="ctr" defTabSz="457200" rtl="0" eaLnBrk="1" fontAlgn="base" latinLnBrk="0" hangingPunct="1">
                        <a:lnSpc>
                          <a:spcPct val="100000"/>
                        </a:lnSpc>
                        <a:spcBef>
                          <a:spcPct val="0"/>
                        </a:spcBef>
                        <a:spcAft>
                          <a:spcPct val="0"/>
                        </a:spcAft>
                        <a:buClrTx/>
                        <a:buSzTx/>
                        <a:buFontTx/>
                        <a:buNone/>
                        <a:tabLst/>
                      </a:pPr>
                      <a:r>
                        <a:rPr kumimoji="0" lang="en-US" altLang="en-US" sz="2000" u="none" strike="noStrike" cap="none" normalizeH="0" baseline="0" dirty="0">
                          <a:ln>
                            <a:noFill/>
                          </a:ln>
                          <a:effectLst/>
                          <a:latin typeface="+mn-lt"/>
                        </a:rPr>
                        <a:t>200</a:t>
                      </a:r>
                      <a:endParaRPr kumimoji="0" lang="en-US" altLang="en-US" sz="2000" b="0" i="0" u="none" strike="noStrike" cap="none" normalizeH="0" baseline="0" dirty="0">
                        <a:ln>
                          <a:noFill/>
                        </a:ln>
                        <a:solidFill>
                          <a:srgbClr val="000000"/>
                        </a:solidFill>
                        <a:effectLst/>
                        <a:latin typeface="+mn-lt"/>
                        <a:ea typeface="ＭＳ Ｐゴシック" charset="-128"/>
                      </a:endParaRPr>
                    </a:p>
                  </a:txBody>
                  <a:tcPr horzOverflow="overflow"/>
                </a:tc>
                <a:extLst>
                  <a:ext uri="{0D108BD9-81ED-4DB2-BD59-A6C34878D82A}">
                    <a16:rowId xmlns:a16="http://schemas.microsoft.com/office/drawing/2014/main" val="10003"/>
                  </a:ext>
                </a:extLst>
              </a:tr>
              <a:tr h="351901">
                <a:tc>
                  <a:txBody>
                    <a:bodyPr/>
                    <a:lstStyle>
                      <a:lvl1pPr defTabSz="457200">
                        <a:spcBef>
                          <a:spcPct val="20000"/>
                        </a:spcBef>
                        <a:buSzPct val="75000"/>
                        <a:defRPr sz="2400">
                          <a:solidFill>
                            <a:schemeClr val="tx1"/>
                          </a:solidFill>
                          <a:latin typeface="Verdana" charset="0"/>
                          <a:ea typeface="ＭＳ Ｐゴシック" charset="-128"/>
                        </a:defRPr>
                      </a:lvl1pPr>
                      <a:lvl2pPr marL="742950" indent="-285750" defTabSz="457200">
                        <a:spcBef>
                          <a:spcPct val="20000"/>
                        </a:spcBef>
                        <a:buSzPct val="75000"/>
                        <a:buFont typeface="Wingdings" charset="2"/>
                        <a:defRPr sz="2000">
                          <a:solidFill>
                            <a:schemeClr val="tx1"/>
                          </a:solidFill>
                          <a:latin typeface="Verdana" charset="0"/>
                          <a:ea typeface="ＭＳ Ｐゴシック" charset="-128"/>
                        </a:defRPr>
                      </a:lvl2pPr>
                      <a:lvl3pPr marL="1143000" indent="-228600" defTabSz="457200">
                        <a:spcBef>
                          <a:spcPct val="20000"/>
                        </a:spcBef>
                        <a:buSzPct val="70000"/>
                        <a:buFont typeface="Symbol" charset="2"/>
                        <a:defRPr>
                          <a:solidFill>
                            <a:schemeClr val="tx1"/>
                          </a:solidFill>
                          <a:latin typeface="Verdana" charset="0"/>
                          <a:ea typeface="ＭＳ Ｐゴシック" charset="-128"/>
                        </a:defRPr>
                      </a:lvl3pPr>
                      <a:lvl4pPr marL="1600200" indent="-228600" defTabSz="457200">
                        <a:spcBef>
                          <a:spcPct val="20000"/>
                        </a:spcBef>
                        <a:defRPr>
                          <a:solidFill>
                            <a:schemeClr val="tx1"/>
                          </a:solidFill>
                          <a:latin typeface="Verdana" charset="0"/>
                          <a:ea typeface="ＭＳ Ｐゴシック" charset="-128"/>
                        </a:defRPr>
                      </a:lvl4pPr>
                      <a:lvl5pPr marL="2057400" indent="-228600" defTabSz="457200">
                        <a:spcBef>
                          <a:spcPct val="20000"/>
                        </a:spcBef>
                        <a:defRPr>
                          <a:solidFill>
                            <a:schemeClr val="tx1"/>
                          </a:solidFill>
                          <a:latin typeface="Verdana" charset="0"/>
                          <a:ea typeface="ＭＳ Ｐゴシック" charset="-128"/>
                        </a:defRPr>
                      </a:lvl5pPr>
                      <a:lvl6pPr marL="2514600" indent="-228600" defTabSz="457200" eaLnBrk="0" fontAlgn="base" hangingPunct="0">
                        <a:spcBef>
                          <a:spcPct val="20000"/>
                        </a:spcBef>
                        <a:spcAft>
                          <a:spcPct val="0"/>
                        </a:spcAft>
                        <a:defRPr>
                          <a:solidFill>
                            <a:schemeClr val="tx1"/>
                          </a:solidFill>
                          <a:latin typeface="Verdana" charset="0"/>
                          <a:ea typeface="ＭＳ Ｐゴシック" charset="-128"/>
                        </a:defRPr>
                      </a:lvl6pPr>
                      <a:lvl7pPr marL="2971800" indent="-228600" defTabSz="457200" eaLnBrk="0" fontAlgn="base" hangingPunct="0">
                        <a:spcBef>
                          <a:spcPct val="20000"/>
                        </a:spcBef>
                        <a:spcAft>
                          <a:spcPct val="0"/>
                        </a:spcAft>
                        <a:defRPr>
                          <a:solidFill>
                            <a:schemeClr val="tx1"/>
                          </a:solidFill>
                          <a:latin typeface="Verdana" charset="0"/>
                          <a:ea typeface="ＭＳ Ｐゴシック" charset="-128"/>
                        </a:defRPr>
                      </a:lvl7pPr>
                      <a:lvl8pPr marL="3429000" indent="-228600" defTabSz="457200" eaLnBrk="0" fontAlgn="base" hangingPunct="0">
                        <a:spcBef>
                          <a:spcPct val="20000"/>
                        </a:spcBef>
                        <a:spcAft>
                          <a:spcPct val="0"/>
                        </a:spcAft>
                        <a:defRPr>
                          <a:solidFill>
                            <a:schemeClr val="tx1"/>
                          </a:solidFill>
                          <a:latin typeface="Verdana" charset="0"/>
                          <a:ea typeface="ＭＳ Ｐゴシック" charset="-128"/>
                        </a:defRPr>
                      </a:lvl8pPr>
                      <a:lvl9pPr marL="3886200" indent="-228600" defTabSz="457200" eaLnBrk="0" fontAlgn="base" hangingPunct="0">
                        <a:spcBef>
                          <a:spcPct val="20000"/>
                        </a:spcBef>
                        <a:spcAft>
                          <a:spcPct val="0"/>
                        </a:spcAft>
                        <a:defRPr>
                          <a:solidFill>
                            <a:schemeClr val="tx1"/>
                          </a:solidFill>
                          <a:latin typeface="Verdana" charset="0"/>
                          <a:ea typeface="ＭＳ Ｐゴシック" charset="-128"/>
                        </a:defRPr>
                      </a:lvl9pPr>
                    </a:lstStyle>
                    <a:p>
                      <a:pPr marL="0" marR="0" lvl="0" indent="0" algn="ctr" defTabSz="457200" rtl="0" eaLnBrk="1" fontAlgn="base" latinLnBrk="0" hangingPunct="1">
                        <a:lnSpc>
                          <a:spcPct val="100000"/>
                        </a:lnSpc>
                        <a:spcBef>
                          <a:spcPct val="0"/>
                        </a:spcBef>
                        <a:spcAft>
                          <a:spcPct val="0"/>
                        </a:spcAft>
                        <a:buClrTx/>
                        <a:buSzTx/>
                        <a:buFontTx/>
                        <a:buNone/>
                        <a:tabLst/>
                      </a:pPr>
                      <a:r>
                        <a:rPr kumimoji="0" lang="en-US" altLang="en-US" sz="2000" u="none" strike="noStrike" cap="none" normalizeH="0" baseline="0" dirty="0">
                          <a:ln>
                            <a:noFill/>
                          </a:ln>
                          <a:effectLst/>
                          <a:latin typeface="+mn-lt"/>
                        </a:rPr>
                        <a:t>D</a:t>
                      </a:r>
                      <a:endParaRPr kumimoji="0" lang="en-US" altLang="en-US" sz="2000" b="0" i="0" u="none" strike="noStrike" cap="none" normalizeH="0" baseline="0" dirty="0">
                        <a:ln>
                          <a:noFill/>
                        </a:ln>
                        <a:solidFill>
                          <a:srgbClr val="000000"/>
                        </a:solidFill>
                        <a:effectLst/>
                        <a:latin typeface="+mn-lt"/>
                        <a:ea typeface="ＭＳ Ｐゴシック" charset="-128"/>
                      </a:endParaRPr>
                    </a:p>
                  </a:txBody>
                  <a:tcPr horzOverflow="overflow"/>
                </a:tc>
                <a:tc>
                  <a:txBody>
                    <a:bodyPr/>
                    <a:lstStyle>
                      <a:lvl1pPr defTabSz="457200">
                        <a:spcBef>
                          <a:spcPct val="20000"/>
                        </a:spcBef>
                        <a:buSzPct val="75000"/>
                        <a:defRPr sz="2400">
                          <a:solidFill>
                            <a:schemeClr val="tx1"/>
                          </a:solidFill>
                          <a:latin typeface="Verdana" charset="0"/>
                          <a:ea typeface="ＭＳ Ｐゴシック" charset="-128"/>
                        </a:defRPr>
                      </a:lvl1pPr>
                      <a:lvl2pPr marL="742950" indent="-285750" defTabSz="457200">
                        <a:spcBef>
                          <a:spcPct val="20000"/>
                        </a:spcBef>
                        <a:buSzPct val="75000"/>
                        <a:buFont typeface="Wingdings" charset="2"/>
                        <a:defRPr sz="2000">
                          <a:solidFill>
                            <a:schemeClr val="tx1"/>
                          </a:solidFill>
                          <a:latin typeface="Verdana" charset="0"/>
                          <a:ea typeface="ＭＳ Ｐゴシック" charset="-128"/>
                        </a:defRPr>
                      </a:lvl2pPr>
                      <a:lvl3pPr marL="1143000" indent="-228600" defTabSz="457200">
                        <a:spcBef>
                          <a:spcPct val="20000"/>
                        </a:spcBef>
                        <a:buSzPct val="70000"/>
                        <a:buFont typeface="Symbol" charset="2"/>
                        <a:defRPr>
                          <a:solidFill>
                            <a:schemeClr val="tx1"/>
                          </a:solidFill>
                          <a:latin typeface="Verdana" charset="0"/>
                          <a:ea typeface="ＭＳ Ｐゴシック" charset="-128"/>
                        </a:defRPr>
                      </a:lvl3pPr>
                      <a:lvl4pPr marL="1600200" indent="-228600" defTabSz="457200">
                        <a:spcBef>
                          <a:spcPct val="20000"/>
                        </a:spcBef>
                        <a:defRPr>
                          <a:solidFill>
                            <a:schemeClr val="tx1"/>
                          </a:solidFill>
                          <a:latin typeface="Verdana" charset="0"/>
                          <a:ea typeface="ＭＳ Ｐゴシック" charset="-128"/>
                        </a:defRPr>
                      </a:lvl4pPr>
                      <a:lvl5pPr marL="2057400" indent="-228600" defTabSz="457200">
                        <a:spcBef>
                          <a:spcPct val="20000"/>
                        </a:spcBef>
                        <a:defRPr>
                          <a:solidFill>
                            <a:schemeClr val="tx1"/>
                          </a:solidFill>
                          <a:latin typeface="Verdana" charset="0"/>
                          <a:ea typeface="ＭＳ Ｐゴシック" charset="-128"/>
                        </a:defRPr>
                      </a:lvl5pPr>
                      <a:lvl6pPr marL="2514600" indent="-228600" defTabSz="457200" eaLnBrk="0" fontAlgn="base" hangingPunct="0">
                        <a:spcBef>
                          <a:spcPct val="20000"/>
                        </a:spcBef>
                        <a:spcAft>
                          <a:spcPct val="0"/>
                        </a:spcAft>
                        <a:defRPr>
                          <a:solidFill>
                            <a:schemeClr val="tx1"/>
                          </a:solidFill>
                          <a:latin typeface="Verdana" charset="0"/>
                          <a:ea typeface="ＭＳ Ｐゴシック" charset="-128"/>
                        </a:defRPr>
                      </a:lvl6pPr>
                      <a:lvl7pPr marL="2971800" indent="-228600" defTabSz="457200" eaLnBrk="0" fontAlgn="base" hangingPunct="0">
                        <a:spcBef>
                          <a:spcPct val="20000"/>
                        </a:spcBef>
                        <a:spcAft>
                          <a:spcPct val="0"/>
                        </a:spcAft>
                        <a:defRPr>
                          <a:solidFill>
                            <a:schemeClr val="tx1"/>
                          </a:solidFill>
                          <a:latin typeface="Verdana" charset="0"/>
                          <a:ea typeface="ＭＳ Ｐゴシック" charset="-128"/>
                        </a:defRPr>
                      </a:lvl7pPr>
                      <a:lvl8pPr marL="3429000" indent="-228600" defTabSz="457200" eaLnBrk="0" fontAlgn="base" hangingPunct="0">
                        <a:spcBef>
                          <a:spcPct val="20000"/>
                        </a:spcBef>
                        <a:spcAft>
                          <a:spcPct val="0"/>
                        </a:spcAft>
                        <a:defRPr>
                          <a:solidFill>
                            <a:schemeClr val="tx1"/>
                          </a:solidFill>
                          <a:latin typeface="Verdana" charset="0"/>
                          <a:ea typeface="ＭＳ Ｐゴシック" charset="-128"/>
                        </a:defRPr>
                      </a:lvl8pPr>
                      <a:lvl9pPr marL="3886200" indent="-228600" defTabSz="457200" eaLnBrk="0" fontAlgn="base" hangingPunct="0">
                        <a:spcBef>
                          <a:spcPct val="20000"/>
                        </a:spcBef>
                        <a:spcAft>
                          <a:spcPct val="0"/>
                        </a:spcAft>
                        <a:defRPr>
                          <a:solidFill>
                            <a:schemeClr val="tx1"/>
                          </a:solidFill>
                          <a:latin typeface="Verdana" charset="0"/>
                          <a:ea typeface="ＭＳ Ｐゴシック" charset="-128"/>
                        </a:defRPr>
                      </a:lvl9pPr>
                    </a:lstStyle>
                    <a:p>
                      <a:pPr marL="0" marR="0" lvl="0" indent="0" algn="ctr" defTabSz="457200" rtl="0" eaLnBrk="1" fontAlgn="base" latinLnBrk="0" hangingPunct="1">
                        <a:lnSpc>
                          <a:spcPct val="100000"/>
                        </a:lnSpc>
                        <a:spcBef>
                          <a:spcPct val="0"/>
                        </a:spcBef>
                        <a:spcAft>
                          <a:spcPct val="0"/>
                        </a:spcAft>
                        <a:buClrTx/>
                        <a:buSzTx/>
                        <a:buFontTx/>
                        <a:buNone/>
                        <a:tabLst/>
                      </a:pPr>
                      <a:r>
                        <a:rPr kumimoji="0" lang="en-US" altLang="en-US" sz="2000" u="none" strike="noStrike" cap="none" normalizeH="0" baseline="0" dirty="0">
                          <a:ln>
                            <a:noFill/>
                          </a:ln>
                          <a:effectLst/>
                          <a:latin typeface="+mn-lt"/>
                        </a:rPr>
                        <a:t>155</a:t>
                      </a:r>
                      <a:endParaRPr kumimoji="0" lang="en-US" altLang="en-US" sz="2000" b="0" i="0" u="none" strike="noStrike" cap="none" normalizeH="0" baseline="0" dirty="0">
                        <a:ln>
                          <a:noFill/>
                        </a:ln>
                        <a:solidFill>
                          <a:srgbClr val="000000"/>
                        </a:solidFill>
                        <a:effectLst/>
                        <a:latin typeface="+mn-lt"/>
                        <a:ea typeface="ＭＳ Ｐゴシック" charset="-128"/>
                      </a:endParaRPr>
                    </a:p>
                  </a:txBody>
                  <a:tcPr horzOverflow="overflow"/>
                </a:tc>
                <a:tc>
                  <a:txBody>
                    <a:bodyPr/>
                    <a:lstStyle>
                      <a:lvl1pPr defTabSz="457200">
                        <a:spcBef>
                          <a:spcPct val="20000"/>
                        </a:spcBef>
                        <a:buSzPct val="75000"/>
                        <a:defRPr sz="2400">
                          <a:solidFill>
                            <a:schemeClr val="tx1"/>
                          </a:solidFill>
                          <a:latin typeface="Verdana" charset="0"/>
                          <a:ea typeface="ＭＳ Ｐゴシック" charset="-128"/>
                        </a:defRPr>
                      </a:lvl1pPr>
                      <a:lvl2pPr marL="742950" indent="-285750" defTabSz="457200">
                        <a:spcBef>
                          <a:spcPct val="20000"/>
                        </a:spcBef>
                        <a:buSzPct val="75000"/>
                        <a:buFont typeface="Wingdings" charset="2"/>
                        <a:defRPr sz="2000">
                          <a:solidFill>
                            <a:schemeClr val="tx1"/>
                          </a:solidFill>
                          <a:latin typeface="Verdana" charset="0"/>
                          <a:ea typeface="ＭＳ Ｐゴシック" charset="-128"/>
                        </a:defRPr>
                      </a:lvl2pPr>
                      <a:lvl3pPr marL="1143000" indent="-228600" defTabSz="457200">
                        <a:spcBef>
                          <a:spcPct val="20000"/>
                        </a:spcBef>
                        <a:buSzPct val="70000"/>
                        <a:buFont typeface="Symbol" charset="2"/>
                        <a:defRPr>
                          <a:solidFill>
                            <a:schemeClr val="tx1"/>
                          </a:solidFill>
                          <a:latin typeface="Verdana" charset="0"/>
                          <a:ea typeface="ＭＳ Ｐゴシック" charset="-128"/>
                        </a:defRPr>
                      </a:lvl3pPr>
                      <a:lvl4pPr marL="1600200" indent="-228600" defTabSz="457200">
                        <a:spcBef>
                          <a:spcPct val="20000"/>
                        </a:spcBef>
                        <a:defRPr>
                          <a:solidFill>
                            <a:schemeClr val="tx1"/>
                          </a:solidFill>
                          <a:latin typeface="Verdana" charset="0"/>
                          <a:ea typeface="ＭＳ Ｐゴシック" charset="-128"/>
                        </a:defRPr>
                      </a:lvl4pPr>
                      <a:lvl5pPr marL="2057400" indent="-228600" defTabSz="457200">
                        <a:spcBef>
                          <a:spcPct val="20000"/>
                        </a:spcBef>
                        <a:defRPr>
                          <a:solidFill>
                            <a:schemeClr val="tx1"/>
                          </a:solidFill>
                          <a:latin typeface="Verdana" charset="0"/>
                          <a:ea typeface="ＭＳ Ｐゴシック" charset="-128"/>
                        </a:defRPr>
                      </a:lvl5pPr>
                      <a:lvl6pPr marL="2514600" indent="-228600" defTabSz="457200" eaLnBrk="0" fontAlgn="base" hangingPunct="0">
                        <a:spcBef>
                          <a:spcPct val="20000"/>
                        </a:spcBef>
                        <a:spcAft>
                          <a:spcPct val="0"/>
                        </a:spcAft>
                        <a:defRPr>
                          <a:solidFill>
                            <a:schemeClr val="tx1"/>
                          </a:solidFill>
                          <a:latin typeface="Verdana" charset="0"/>
                          <a:ea typeface="ＭＳ Ｐゴシック" charset="-128"/>
                        </a:defRPr>
                      </a:lvl6pPr>
                      <a:lvl7pPr marL="2971800" indent="-228600" defTabSz="457200" eaLnBrk="0" fontAlgn="base" hangingPunct="0">
                        <a:spcBef>
                          <a:spcPct val="20000"/>
                        </a:spcBef>
                        <a:spcAft>
                          <a:spcPct val="0"/>
                        </a:spcAft>
                        <a:defRPr>
                          <a:solidFill>
                            <a:schemeClr val="tx1"/>
                          </a:solidFill>
                          <a:latin typeface="Verdana" charset="0"/>
                          <a:ea typeface="ＭＳ Ｐゴシック" charset="-128"/>
                        </a:defRPr>
                      </a:lvl7pPr>
                      <a:lvl8pPr marL="3429000" indent="-228600" defTabSz="457200" eaLnBrk="0" fontAlgn="base" hangingPunct="0">
                        <a:spcBef>
                          <a:spcPct val="20000"/>
                        </a:spcBef>
                        <a:spcAft>
                          <a:spcPct val="0"/>
                        </a:spcAft>
                        <a:defRPr>
                          <a:solidFill>
                            <a:schemeClr val="tx1"/>
                          </a:solidFill>
                          <a:latin typeface="Verdana" charset="0"/>
                          <a:ea typeface="ＭＳ Ｐゴシック" charset="-128"/>
                        </a:defRPr>
                      </a:lvl8pPr>
                      <a:lvl9pPr marL="3886200" indent="-228600" defTabSz="457200" eaLnBrk="0" fontAlgn="base" hangingPunct="0">
                        <a:spcBef>
                          <a:spcPct val="20000"/>
                        </a:spcBef>
                        <a:spcAft>
                          <a:spcPct val="0"/>
                        </a:spcAft>
                        <a:defRPr>
                          <a:solidFill>
                            <a:schemeClr val="tx1"/>
                          </a:solidFill>
                          <a:latin typeface="Verdana" charset="0"/>
                          <a:ea typeface="ＭＳ Ｐゴシック" charset="-128"/>
                        </a:defRPr>
                      </a:lvl9pPr>
                    </a:lstStyle>
                    <a:p>
                      <a:pPr marL="0" marR="0" lvl="0" indent="0" algn="ctr" defTabSz="457200" rtl="0" eaLnBrk="1" fontAlgn="base" latinLnBrk="0" hangingPunct="1">
                        <a:lnSpc>
                          <a:spcPct val="100000"/>
                        </a:lnSpc>
                        <a:spcBef>
                          <a:spcPct val="0"/>
                        </a:spcBef>
                        <a:spcAft>
                          <a:spcPct val="0"/>
                        </a:spcAft>
                        <a:buClrTx/>
                        <a:buSzTx/>
                        <a:buFontTx/>
                        <a:buNone/>
                        <a:tabLst/>
                      </a:pPr>
                      <a:r>
                        <a:rPr kumimoji="0" lang="en-US" altLang="en-US" sz="2000" u="none" strike="noStrike" cap="none" normalizeH="0" baseline="0" dirty="0">
                          <a:ln>
                            <a:noFill/>
                          </a:ln>
                          <a:effectLst/>
                          <a:latin typeface="+mn-lt"/>
                        </a:rPr>
                        <a:t>155</a:t>
                      </a:r>
                      <a:endParaRPr kumimoji="0" lang="en-US" altLang="en-US" sz="2000" b="0" i="0" u="none" strike="noStrike" cap="none" normalizeH="0" baseline="0" dirty="0">
                        <a:ln>
                          <a:noFill/>
                        </a:ln>
                        <a:solidFill>
                          <a:srgbClr val="000000"/>
                        </a:solidFill>
                        <a:effectLst/>
                        <a:latin typeface="+mn-lt"/>
                        <a:ea typeface="ＭＳ Ｐゴシック" charset="-128"/>
                      </a:endParaRPr>
                    </a:p>
                  </a:txBody>
                  <a:tcPr horzOverflow="overflow"/>
                </a:tc>
                <a:tc>
                  <a:txBody>
                    <a:bodyPr/>
                    <a:lstStyle>
                      <a:lvl1pPr defTabSz="457200">
                        <a:spcBef>
                          <a:spcPct val="20000"/>
                        </a:spcBef>
                        <a:buSzPct val="75000"/>
                        <a:defRPr sz="2400">
                          <a:solidFill>
                            <a:schemeClr val="tx1"/>
                          </a:solidFill>
                          <a:latin typeface="Verdana" charset="0"/>
                          <a:ea typeface="ＭＳ Ｐゴシック" charset="-128"/>
                        </a:defRPr>
                      </a:lvl1pPr>
                      <a:lvl2pPr marL="742950" indent="-285750" defTabSz="457200">
                        <a:spcBef>
                          <a:spcPct val="20000"/>
                        </a:spcBef>
                        <a:buSzPct val="75000"/>
                        <a:buFont typeface="Wingdings" charset="2"/>
                        <a:defRPr sz="2000">
                          <a:solidFill>
                            <a:schemeClr val="tx1"/>
                          </a:solidFill>
                          <a:latin typeface="Verdana" charset="0"/>
                          <a:ea typeface="ＭＳ Ｐゴシック" charset="-128"/>
                        </a:defRPr>
                      </a:lvl2pPr>
                      <a:lvl3pPr marL="1143000" indent="-228600" defTabSz="457200">
                        <a:spcBef>
                          <a:spcPct val="20000"/>
                        </a:spcBef>
                        <a:buSzPct val="70000"/>
                        <a:buFont typeface="Symbol" charset="2"/>
                        <a:defRPr>
                          <a:solidFill>
                            <a:schemeClr val="tx1"/>
                          </a:solidFill>
                          <a:latin typeface="Verdana" charset="0"/>
                          <a:ea typeface="ＭＳ Ｐゴシック" charset="-128"/>
                        </a:defRPr>
                      </a:lvl3pPr>
                      <a:lvl4pPr marL="1600200" indent="-228600" defTabSz="457200">
                        <a:spcBef>
                          <a:spcPct val="20000"/>
                        </a:spcBef>
                        <a:defRPr>
                          <a:solidFill>
                            <a:schemeClr val="tx1"/>
                          </a:solidFill>
                          <a:latin typeface="Verdana" charset="0"/>
                          <a:ea typeface="ＭＳ Ｐゴシック" charset="-128"/>
                        </a:defRPr>
                      </a:lvl4pPr>
                      <a:lvl5pPr marL="2057400" indent="-228600" defTabSz="457200">
                        <a:spcBef>
                          <a:spcPct val="20000"/>
                        </a:spcBef>
                        <a:defRPr>
                          <a:solidFill>
                            <a:schemeClr val="tx1"/>
                          </a:solidFill>
                          <a:latin typeface="Verdana" charset="0"/>
                          <a:ea typeface="ＭＳ Ｐゴシック" charset="-128"/>
                        </a:defRPr>
                      </a:lvl5pPr>
                      <a:lvl6pPr marL="2514600" indent="-228600" defTabSz="457200" eaLnBrk="0" fontAlgn="base" hangingPunct="0">
                        <a:spcBef>
                          <a:spcPct val="20000"/>
                        </a:spcBef>
                        <a:spcAft>
                          <a:spcPct val="0"/>
                        </a:spcAft>
                        <a:defRPr>
                          <a:solidFill>
                            <a:schemeClr val="tx1"/>
                          </a:solidFill>
                          <a:latin typeface="Verdana" charset="0"/>
                          <a:ea typeface="ＭＳ Ｐゴシック" charset="-128"/>
                        </a:defRPr>
                      </a:lvl6pPr>
                      <a:lvl7pPr marL="2971800" indent="-228600" defTabSz="457200" eaLnBrk="0" fontAlgn="base" hangingPunct="0">
                        <a:spcBef>
                          <a:spcPct val="20000"/>
                        </a:spcBef>
                        <a:spcAft>
                          <a:spcPct val="0"/>
                        </a:spcAft>
                        <a:defRPr>
                          <a:solidFill>
                            <a:schemeClr val="tx1"/>
                          </a:solidFill>
                          <a:latin typeface="Verdana" charset="0"/>
                          <a:ea typeface="ＭＳ Ｐゴシック" charset="-128"/>
                        </a:defRPr>
                      </a:lvl7pPr>
                      <a:lvl8pPr marL="3429000" indent="-228600" defTabSz="457200" eaLnBrk="0" fontAlgn="base" hangingPunct="0">
                        <a:spcBef>
                          <a:spcPct val="20000"/>
                        </a:spcBef>
                        <a:spcAft>
                          <a:spcPct val="0"/>
                        </a:spcAft>
                        <a:defRPr>
                          <a:solidFill>
                            <a:schemeClr val="tx1"/>
                          </a:solidFill>
                          <a:latin typeface="Verdana" charset="0"/>
                          <a:ea typeface="ＭＳ Ｐゴシック" charset="-128"/>
                        </a:defRPr>
                      </a:lvl8pPr>
                      <a:lvl9pPr marL="3886200" indent="-228600" defTabSz="457200" eaLnBrk="0" fontAlgn="base" hangingPunct="0">
                        <a:spcBef>
                          <a:spcPct val="20000"/>
                        </a:spcBef>
                        <a:spcAft>
                          <a:spcPct val="0"/>
                        </a:spcAft>
                        <a:defRPr>
                          <a:solidFill>
                            <a:schemeClr val="tx1"/>
                          </a:solidFill>
                          <a:latin typeface="Verdana" charset="0"/>
                          <a:ea typeface="ＭＳ Ｐゴシック" charset="-128"/>
                        </a:defRPr>
                      </a:lvl9pPr>
                    </a:lstStyle>
                    <a:p>
                      <a:pPr marL="0" marR="0" lvl="0" indent="0" algn="ctr" defTabSz="457200" rtl="0" eaLnBrk="1" fontAlgn="base" latinLnBrk="0" hangingPunct="1">
                        <a:lnSpc>
                          <a:spcPct val="100000"/>
                        </a:lnSpc>
                        <a:spcBef>
                          <a:spcPct val="0"/>
                        </a:spcBef>
                        <a:spcAft>
                          <a:spcPct val="0"/>
                        </a:spcAft>
                        <a:buClrTx/>
                        <a:buSzTx/>
                        <a:buFontTx/>
                        <a:buNone/>
                        <a:tabLst/>
                      </a:pPr>
                      <a:r>
                        <a:rPr kumimoji="0" lang="en-US" altLang="en-US" sz="2000" u="none" strike="noStrike" cap="none" normalizeH="0" baseline="0" dirty="0">
                          <a:ln>
                            <a:noFill/>
                          </a:ln>
                          <a:effectLst/>
                          <a:latin typeface="+mn-lt"/>
                        </a:rPr>
                        <a:t>155</a:t>
                      </a:r>
                      <a:endParaRPr kumimoji="0" lang="en-US" altLang="en-US" sz="2000" b="0" i="0" u="none" strike="noStrike" cap="none" normalizeH="0" baseline="0" dirty="0">
                        <a:ln>
                          <a:noFill/>
                        </a:ln>
                        <a:solidFill>
                          <a:srgbClr val="000000"/>
                        </a:solidFill>
                        <a:effectLst/>
                        <a:latin typeface="+mn-lt"/>
                        <a:ea typeface="ＭＳ Ｐゴシック" charset="-128"/>
                      </a:endParaRPr>
                    </a:p>
                  </a:txBody>
                  <a:tcPr horzOverflow="overflow"/>
                </a:tc>
                <a:extLst>
                  <a:ext uri="{0D108BD9-81ED-4DB2-BD59-A6C34878D82A}">
                    <a16:rowId xmlns:a16="http://schemas.microsoft.com/office/drawing/2014/main" val="10004"/>
                  </a:ext>
                </a:extLst>
              </a:tr>
            </a:tbl>
          </a:graphicData>
        </a:graphic>
      </p:graphicFrame>
      <p:sp>
        <p:nvSpPr>
          <p:cNvPr id="54" name="Content Placeholder 53"/>
          <p:cNvSpPr>
            <a:spLocks noGrp="1"/>
          </p:cNvSpPr>
          <p:nvPr>
            <p:ph sz="quarter" idx="20"/>
          </p:nvPr>
        </p:nvSpPr>
        <p:spPr/>
        <p:txBody>
          <a:bodyPr/>
          <a:lstStyle/>
          <a:p>
            <a:pPr algn="just"/>
            <a:r>
              <a:rPr lang="en-US" sz="2000" dirty="0"/>
              <a:t>Repurchase agreement between X and B, C, and D:  </a:t>
            </a:r>
          </a:p>
          <a:p>
            <a:pPr lvl="1" algn="just"/>
            <a:r>
              <a:rPr lang="en-US" sz="2000" dirty="0"/>
              <a:t>If any SH ceases to work in the business, he must tender shares to X for book value</a:t>
            </a:r>
          </a:p>
          <a:p>
            <a:pPr algn="just"/>
            <a:r>
              <a:rPr lang="en-US" sz="2000" dirty="0"/>
              <a:t>B announced on 1/1/83 his intention to resign on 3/22/83.</a:t>
            </a:r>
          </a:p>
          <a:p>
            <a:pPr algn="just"/>
            <a:r>
              <a:rPr lang="en-US" sz="2000" dirty="0"/>
              <a:t>A caused X to redeem 902 shares from A on 3/15/83 for 700X, which reduced A’s ownership to 49.96% from 72.18%</a:t>
            </a:r>
          </a:p>
          <a:p>
            <a:pPr algn="just"/>
            <a:r>
              <a:rPr lang="en-US" sz="2000" dirty="0"/>
              <a:t>On 3/22/83, B resigned, and X redeemed B’s shares over the next 6 months.</a:t>
            </a:r>
          </a:p>
          <a:p>
            <a:pPr algn="just"/>
            <a:r>
              <a:rPr lang="en-US" sz="2000" dirty="0"/>
              <a:t>After the dust settles, A owns &gt;50% of X, and A’s ownership was reduced from 72.18% to 61.37%</a:t>
            </a:r>
          </a:p>
          <a:p>
            <a:endParaRPr lang="en-US" dirty="0"/>
          </a:p>
          <a:p>
            <a:endParaRPr lang="en-US" dirty="0"/>
          </a:p>
        </p:txBody>
      </p:sp>
      <p:sp>
        <p:nvSpPr>
          <p:cNvPr id="7" name="Footer Placeholder 6">
            <a:extLst>
              <a:ext uri="{FF2B5EF4-FFF2-40B4-BE49-F238E27FC236}">
                <a16:creationId xmlns:a16="http://schemas.microsoft.com/office/drawing/2014/main" id="{5AED232E-F2EB-FB48-B527-D45AE912FE3A}"/>
              </a:ext>
            </a:extLst>
          </p:cNvPr>
          <p:cNvSpPr>
            <a:spLocks noGrp="1"/>
          </p:cNvSpPr>
          <p:nvPr>
            <p:ph type="ftr" sz="quarter" idx="23"/>
          </p:nvPr>
        </p:nvSpPr>
        <p:spPr/>
        <p:txBody>
          <a:bodyPr/>
          <a:lstStyle/>
          <a:p>
            <a:pPr>
              <a:defRPr/>
            </a:pPr>
            <a:r>
              <a:rPr lang="en-US"/>
              <a:t>Redemptions</a:t>
            </a:r>
          </a:p>
        </p:txBody>
      </p:sp>
    </p:spTree>
    <p:extLst>
      <p:ext uri="{BB962C8B-B14F-4D97-AF65-F5344CB8AC3E}">
        <p14:creationId xmlns:p14="http://schemas.microsoft.com/office/powerpoint/2010/main" val="12046498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bg/>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2">
                                            <p:bg/>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animBg="1"/>
      <p:bldP spid="3" grpId="0" build="p" animBg="1"/>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3D4880B0-2204-2640-B543-73735A266D5C}"/>
              </a:ext>
            </a:extLst>
          </p:cNvPr>
          <p:cNvSpPr>
            <a:spLocks noGrp="1"/>
          </p:cNvSpPr>
          <p:nvPr>
            <p:ph idx="1"/>
          </p:nvPr>
        </p:nvSpPr>
        <p:spPr/>
        <p:txBody>
          <a:bodyPr/>
          <a:lstStyle/>
          <a:p>
            <a:r>
              <a:rPr lang="en-US" dirty="0"/>
              <a:t>Redemptions that completely terminate a shareholder’s interest are treated as S/X. §302(b)(2)</a:t>
            </a:r>
          </a:p>
          <a:p>
            <a:r>
              <a:rPr lang="en-US" dirty="0"/>
              <a:t>Issues:</a:t>
            </a:r>
          </a:p>
          <a:p>
            <a:pPr lvl="1"/>
            <a:r>
              <a:rPr lang="en-US" dirty="0"/>
              <a:t>Redemptions of a family member in a family-held corporation and the constructive ownership rules</a:t>
            </a:r>
          </a:p>
          <a:p>
            <a:endParaRPr lang="en-US" dirty="0"/>
          </a:p>
          <a:p>
            <a:endParaRPr lang="en-US" dirty="0"/>
          </a:p>
        </p:txBody>
      </p:sp>
      <p:sp>
        <p:nvSpPr>
          <p:cNvPr id="3" name="Title 2">
            <a:extLst>
              <a:ext uri="{FF2B5EF4-FFF2-40B4-BE49-F238E27FC236}">
                <a16:creationId xmlns:a16="http://schemas.microsoft.com/office/drawing/2014/main" id="{ADA6D73D-72CB-6647-B813-AE9D6C443B61}"/>
              </a:ext>
            </a:extLst>
          </p:cNvPr>
          <p:cNvSpPr>
            <a:spLocks noGrp="1"/>
          </p:cNvSpPr>
          <p:nvPr>
            <p:ph type="title"/>
          </p:nvPr>
        </p:nvSpPr>
        <p:spPr/>
        <p:txBody>
          <a:bodyPr/>
          <a:lstStyle/>
          <a:p>
            <a:r>
              <a:rPr lang="en-US" dirty="0"/>
              <a:t>Redemptions that Completely Terminate a Shareholder’s Interest: §302(b)(3) and (c)(2) </a:t>
            </a:r>
          </a:p>
        </p:txBody>
      </p:sp>
      <p:sp>
        <p:nvSpPr>
          <p:cNvPr id="4" name="Slide Number Placeholder 3">
            <a:extLst>
              <a:ext uri="{FF2B5EF4-FFF2-40B4-BE49-F238E27FC236}">
                <a16:creationId xmlns:a16="http://schemas.microsoft.com/office/drawing/2014/main" id="{5A97E888-017C-CF4B-8505-D8501D1C2EA9}"/>
              </a:ext>
            </a:extLst>
          </p:cNvPr>
          <p:cNvSpPr>
            <a:spLocks noGrp="1"/>
          </p:cNvSpPr>
          <p:nvPr>
            <p:ph type="sldNum" sz="quarter" idx="10"/>
          </p:nvPr>
        </p:nvSpPr>
        <p:spPr/>
        <p:txBody>
          <a:bodyPr/>
          <a:lstStyle/>
          <a:p>
            <a:fld id="{7B3E355C-57B9-BC4B-95D8-406A1F834537}" type="slidenum">
              <a:rPr lang="en-US" altLang="en-US" smtClean="0"/>
              <a:pPr/>
              <a:t>9</a:t>
            </a:fld>
            <a:endParaRPr lang="en-US" altLang="en-US" dirty="0"/>
          </a:p>
        </p:txBody>
      </p:sp>
      <p:pic>
        <p:nvPicPr>
          <p:cNvPr id="7" name="Picture 6">
            <a:extLst>
              <a:ext uri="{FF2B5EF4-FFF2-40B4-BE49-F238E27FC236}">
                <a16:creationId xmlns:a16="http://schemas.microsoft.com/office/drawing/2014/main" id="{66768949-4C35-6B4D-B4C4-8E294AEB157D}"/>
              </a:ext>
            </a:extLst>
          </p:cNvPr>
          <p:cNvPicPr>
            <a:picLocks noChangeAspect="1"/>
          </p:cNvPicPr>
          <p:nvPr/>
        </p:nvPicPr>
        <p:blipFill>
          <a:blip r:embed="rId2"/>
          <a:stretch>
            <a:fillRect/>
          </a:stretch>
        </p:blipFill>
        <p:spPr>
          <a:xfrm>
            <a:off x="1200150" y="2882900"/>
            <a:ext cx="9486900" cy="2870200"/>
          </a:xfrm>
          <a:prstGeom prst="rect">
            <a:avLst/>
          </a:prstGeom>
        </p:spPr>
      </p:pic>
      <p:sp>
        <p:nvSpPr>
          <p:cNvPr id="8" name="Footer Placeholder 7">
            <a:extLst>
              <a:ext uri="{FF2B5EF4-FFF2-40B4-BE49-F238E27FC236}">
                <a16:creationId xmlns:a16="http://schemas.microsoft.com/office/drawing/2014/main" id="{EC63D8BF-AF16-5740-BC38-4C49FBCDCBE3}"/>
              </a:ext>
            </a:extLst>
          </p:cNvPr>
          <p:cNvSpPr>
            <a:spLocks noGrp="1"/>
          </p:cNvSpPr>
          <p:nvPr>
            <p:ph type="ftr" sz="quarter" idx="11"/>
          </p:nvPr>
        </p:nvSpPr>
        <p:spPr/>
        <p:txBody>
          <a:bodyPr/>
          <a:lstStyle/>
          <a:p>
            <a:pPr>
              <a:defRPr/>
            </a:pPr>
            <a:r>
              <a:rPr lang="en-US"/>
              <a:t>Redemptions</a:t>
            </a:r>
            <a:endParaRPr lang="en-US" dirty="0"/>
          </a:p>
        </p:txBody>
      </p:sp>
    </p:spTree>
    <p:extLst>
      <p:ext uri="{BB962C8B-B14F-4D97-AF65-F5344CB8AC3E}">
        <p14:creationId xmlns:p14="http://schemas.microsoft.com/office/powerpoint/2010/main" val="595497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dirty="0"/>
              <a:t>Redemptions: </a:t>
            </a:r>
            <a:r>
              <a:rPr lang="en-US" i="1" dirty="0"/>
              <a:t>Lynch v. CIR</a:t>
            </a:r>
            <a:r>
              <a:rPr lang="en-US" dirty="0"/>
              <a:t>, 801 F.2d 1176 (9</a:t>
            </a:r>
            <a:r>
              <a:rPr lang="en-US" baseline="30000" dirty="0"/>
              <a:t>th</a:t>
            </a:r>
            <a:r>
              <a:rPr lang="en-US" dirty="0"/>
              <a:t> Cir. 1986)</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10</a:t>
            </a:fld>
            <a:endParaRPr lang="en-US" altLang="en-US" dirty="0"/>
          </a:p>
        </p:txBody>
      </p:sp>
      <p:sp>
        <p:nvSpPr>
          <p:cNvPr id="7" name="Rectangle 6"/>
          <p:cNvSpPr/>
          <p:nvPr/>
        </p:nvSpPr>
        <p:spPr>
          <a:xfrm>
            <a:off x="1497274" y="2683661"/>
            <a:ext cx="1041622" cy="802454"/>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Lynch Co.</a:t>
            </a:r>
          </a:p>
        </p:txBody>
      </p:sp>
      <p:sp>
        <p:nvSpPr>
          <p:cNvPr id="10" name="Rectangle 9"/>
          <p:cNvSpPr/>
          <p:nvPr/>
        </p:nvSpPr>
        <p:spPr>
          <a:xfrm>
            <a:off x="8582888" y="2683661"/>
            <a:ext cx="1041622" cy="888988"/>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Lynch Co.</a:t>
            </a:r>
          </a:p>
        </p:txBody>
      </p:sp>
      <p:cxnSp>
        <p:nvCxnSpPr>
          <p:cNvPr id="11" name="Straight Connector 10"/>
          <p:cNvCxnSpPr>
            <a:stCxn id="42" idx="4"/>
            <a:endCxn id="10" idx="0"/>
          </p:cNvCxnSpPr>
          <p:nvPr/>
        </p:nvCxnSpPr>
        <p:spPr>
          <a:xfrm flipH="1">
            <a:off x="9103699" y="1752506"/>
            <a:ext cx="996293" cy="931155"/>
          </a:xfrm>
          <a:prstGeom prst="line">
            <a:avLst/>
          </a:prstGeom>
          <a:ln w="25400">
            <a:solidFill>
              <a:schemeClr val="tx1">
                <a:alpha val="33000"/>
              </a:schemeClr>
            </a:solidFill>
            <a:prstDash val="sysDot"/>
          </a:ln>
        </p:spPr>
        <p:style>
          <a:lnRef idx="1">
            <a:schemeClr val="accent1"/>
          </a:lnRef>
          <a:fillRef idx="0">
            <a:schemeClr val="accent1"/>
          </a:fillRef>
          <a:effectRef idx="0">
            <a:schemeClr val="accent1"/>
          </a:effectRef>
          <a:fontRef idx="minor">
            <a:schemeClr val="tx1"/>
          </a:fontRef>
        </p:style>
      </p:cxnSp>
      <p:sp>
        <p:nvSpPr>
          <p:cNvPr id="14" name="TextBox 13"/>
          <p:cNvSpPr txBox="1"/>
          <p:nvPr/>
        </p:nvSpPr>
        <p:spPr>
          <a:xfrm>
            <a:off x="4299983" y="575461"/>
            <a:ext cx="1546770" cy="369332"/>
          </a:xfrm>
          <a:prstGeom prst="rect">
            <a:avLst/>
          </a:prstGeom>
          <a:noFill/>
        </p:spPr>
        <p:txBody>
          <a:bodyPr wrap="none" rtlCol="0">
            <a:spAutoFit/>
          </a:bodyPr>
          <a:lstStyle/>
          <a:p>
            <a:r>
              <a:rPr lang="en-US" b="1" u="sng" dirty="0"/>
              <a:t>Sale to Gilbert</a:t>
            </a:r>
          </a:p>
        </p:txBody>
      </p:sp>
      <p:sp>
        <p:nvSpPr>
          <p:cNvPr id="56" name="TextBox 55"/>
          <p:cNvSpPr txBox="1"/>
          <p:nvPr/>
        </p:nvSpPr>
        <p:spPr>
          <a:xfrm>
            <a:off x="7810295" y="575461"/>
            <a:ext cx="3369769" cy="369332"/>
          </a:xfrm>
          <a:prstGeom prst="rect">
            <a:avLst/>
          </a:prstGeom>
          <a:noFill/>
        </p:spPr>
        <p:txBody>
          <a:bodyPr wrap="none" rtlCol="0">
            <a:spAutoFit/>
          </a:bodyPr>
          <a:lstStyle/>
          <a:p>
            <a:r>
              <a:rPr lang="en-US" b="1" u="sng" dirty="0"/>
              <a:t>Complete Redemption of William</a:t>
            </a:r>
          </a:p>
        </p:txBody>
      </p:sp>
      <p:sp>
        <p:nvSpPr>
          <p:cNvPr id="71" name="TextBox 70"/>
          <p:cNvSpPr txBox="1"/>
          <p:nvPr/>
        </p:nvSpPr>
        <p:spPr>
          <a:xfrm>
            <a:off x="2165299" y="4438895"/>
            <a:ext cx="8443493" cy="1015663"/>
          </a:xfrm>
          <a:prstGeom prst="rect">
            <a:avLst/>
          </a:prstGeom>
          <a:noFill/>
          <a:ln>
            <a:solidFill>
              <a:schemeClr val="accent1">
                <a:lumMod val="40000"/>
                <a:lumOff val="60000"/>
              </a:schemeClr>
            </a:solidFill>
          </a:ln>
        </p:spPr>
        <p:txBody>
          <a:bodyPr wrap="square" rtlCol="0">
            <a:spAutoFit/>
          </a:bodyPr>
          <a:lstStyle/>
          <a:p>
            <a:pPr marL="342900" indent="-342900">
              <a:buFont typeface="Arial" charset="0"/>
              <a:buChar char="•"/>
            </a:pPr>
            <a:r>
              <a:rPr lang="en-US" sz="2000" b="1" dirty="0"/>
              <a:t>Does the transaction qualify as a complete redemption under §302(b)(3)? Why not? </a:t>
            </a:r>
            <a:r>
              <a:rPr lang="en-US" sz="2000" b="1" i="1" dirty="0"/>
              <a:t>See </a:t>
            </a:r>
            <a:r>
              <a:rPr lang="en-US" sz="2000" b="1" dirty="0"/>
              <a:t>§302(c)(2)(A)(</a:t>
            </a:r>
            <a:r>
              <a:rPr lang="en-US" sz="2000" b="1" dirty="0" err="1"/>
              <a:t>i</a:t>
            </a:r>
            <a:r>
              <a:rPr lang="en-US" sz="2000" b="1" dirty="0"/>
              <a:t>).</a:t>
            </a:r>
          </a:p>
          <a:p>
            <a:pPr marL="342900" indent="-342900">
              <a:buFont typeface="Arial" charset="0"/>
              <a:buChar char="•"/>
            </a:pPr>
            <a:r>
              <a:rPr lang="en-US" sz="2000" b="1" dirty="0"/>
              <a:t>What was William’s relationship to the company after the redemption? </a:t>
            </a:r>
          </a:p>
        </p:txBody>
      </p:sp>
      <p:cxnSp>
        <p:nvCxnSpPr>
          <p:cNvPr id="24" name="Straight Connector 23"/>
          <p:cNvCxnSpPr>
            <a:stCxn id="25" idx="4"/>
            <a:endCxn id="7" idx="0"/>
          </p:cNvCxnSpPr>
          <p:nvPr/>
        </p:nvCxnSpPr>
        <p:spPr>
          <a:xfrm flipH="1">
            <a:off x="2018085" y="1807078"/>
            <a:ext cx="15431" cy="876583"/>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25" name="Oval 24"/>
          <p:cNvSpPr/>
          <p:nvPr/>
        </p:nvSpPr>
        <p:spPr>
          <a:xfrm>
            <a:off x="1378423" y="1139168"/>
            <a:ext cx="1310185" cy="667910"/>
          </a:xfrm>
          <a:prstGeom prst="ellipse">
            <a:avLst/>
          </a:prstGeom>
          <a:solidFill>
            <a:schemeClr val="bg2">
              <a:lumMod val="85000"/>
            </a:schemeClr>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tx1"/>
                </a:solidFill>
              </a:rPr>
              <a:t>William</a:t>
            </a:r>
          </a:p>
        </p:txBody>
      </p:sp>
      <p:sp>
        <p:nvSpPr>
          <p:cNvPr id="31" name="TextBox 30"/>
          <p:cNvSpPr txBox="1"/>
          <p:nvPr/>
        </p:nvSpPr>
        <p:spPr>
          <a:xfrm>
            <a:off x="634586" y="1964299"/>
            <a:ext cx="1367875" cy="369332"/>
          </a:xfrm>
          <a:prstGeom prst="rect">
            <a:avLst/>
          </a:prstGeom>
          <a:noFill/>
        </p:spPr>
        <p:txBody>
          <a:bodyPr wrap="none" rtlCol="0">
            <a:spAutoFit/>
          </a:bodyPr>
          <a:lstStyle/>
          <a:p>
            <a:r>
              <a:rPr lang="en-US" dirty="0"/>
              <a:t>2,350 shares</a:t>
            </a:r>
          </a:p>
        </p:txBody>
      </p:sp>
      <p:cxnSp>
        <p:nvCxnSpPr>
          <p:cNvPr id="37" name="Straight Connector 36"/>
          <p:cNvCxnSpPr>
            <a:stCxn id="38" idx="4"/>
            <a:endCxn id="10" idx="0"/>
          </p:cNvCxnSpPr>
          <p:nvPr/>
        </p:nvCxnSpPr>
        <p:spPr>
          <a:xfrm>
            <a:off x="8335004" y="1847923"/>
            <a:ext cx="768695" cy="835738"/>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38" name="Oval 37"/>
          <p:cNvSpPr/>
          <p:nvPr/>
        </p:nvSpPr>
        <p:spPr>
          <a:xfrm>
            <a:off x="7761767" y="1066667"/>
            <a:ext cx="1146474" cy="781256"/>
          </a:xfrm>
          <a:prstGeom prst="ellipse">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a:solidFill>
                  <a:schemeClr val="tx1"/>
                </a:solidFill>
              </a:rPr>
              <a:t>Gilbert</a:t>
            </a:r>
            <a:endParaRPr lang="en-US" sz="1600" dirty="0">
              <a:solidFill>
                <a:schemeClr val="tx1"/>
              </a:solidFill>
            </a:endParaRPr>
          </a:p>
        </p:txBody>
      </p:sp>
      <p:sp>
        <p:nvSpPr>
          <p:cNvPr id="44" name="TextBox 43"/>
          <p:cNvSpPr txBox="1"/>
          <p:nvPr/>
        </p:nvSpPr>
        <p:spPr>
          <a:xfrm>
            <a:off x="9969900" y="1934839"/>
            <a:ext cx="2307427" cy="646331"/>
          </a:xfrm>
          <a:prstGeom prst="rect">
            <a:avLst/>
          </a:prstGeom>
          <a:noFill/>
        </p:spPr>
        <p:txBody>
          <a:bodyPr wrap="none" rtlCol="0">
            <a:spAutoFit/>
          </a:bodyPr>
          <a:lstStyle/>
          <a:p>
            <a:r>
              <a:rPr lang="en-US" dirty="0"/>
              <a:t>Complete redemption</a:t>
            </a:r>
            <a:br>
              <a:rPr lang="en-US" dirty="0"/>
            </a:br>
            <a:r>
              <a:rPr lang="en-US" dirty="0"/>
              <a:t>for 17,900 and Note</a:t>
            </a:r>
          </a:p>
        </p:txBody>
      </p:sp>
      <p:sp>
        <p:nvSpPr>
          <p:cNvPr id="29" name="TextBox 28"/>
          <p:cNvSpPr txBox="1"/>
          <p:nvPr/>
        </p:nvSpPr>
        <p:spPr>
          <a:xfrm>
            <a:off x="1683993" y="588448"/>
            <a:ext cx="816634" cy="369332"/>
          </a:xfrm>
          <a:prstGeom prst="rect">
            <a:avLst/>
          </a:prstGeom>
          <a:noFill/>
        </p:spPr>
        <p:txBody>
          <a:bodyPr wrap="none" rtlCol="0">
            <a:spAutoFit/>
          </a:bodyPr>
          <a:lstStyle/>
          <a:p>
            <a:r>
              <a:rPr lang="en-US" b="1" u="sng" dirty="0"/>
              <a:t>Before</a:t>
            </a:r>
          </a:p>
        </p:txBody>
      </p:sp>
      <p:sp>
        <p:nvSpPr>
          <p:cNvPr id="30" name="Rectangle 29"/>
          <p:cNvSpPr/>
          <p:nvPr/>
        </p:nvSpPr>
        <p:spPr>
          <a:xfrm>
            <a:off x="4121957" y="2707579"/>
            <a:ext cx="1041622" cy="802454"/>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Lynch Co.</a:t>
            </a:r>
          </a:p>
        </p:txBody>
      </p:sp>
      <p:cxnSp>
        <p:nvCxnSpPr>
          <p:cNvPr id="32" name="Straight Connector 31"/>
          <p:cNvCxnSpPr>
            <a:cxnSpLocks/>
            <a:stCxn id="33" idx="4"/>
            <a:endCxn id="30" idx="0"/>
          </p:cNvCxnSpPr>
          <p:nvPr/>
        </p:nvCxnSpPr>
        <p:spPr>
          <a:xfrm flipH="1">
            <a:off x="4642768" y="1833351"/>
            <a:ext cx="1121269" cy="874228"/>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33" name="Oval 32"/>
          <p:cNvSpPr/>
          <p:nvPr/>
        </p:nvSpPr>
        <p:spPr>
          <a:xfrm>
            <a:off x="5108944" y="1165441"/>
            <a:ext cx="1310185" cy="667910"/>
          </a:xfrm>
          <a:prstGeom prst="ellipse">
            <a:avLst/>
          </a:prstGeom>
          <a:solidFill>
            <a:schemeClr val="bg2">
              <a:lumMod val="85000"/>
            </a:schemeClr>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tx1"/>
                </a:solidFill>
              </a:rPr>
              <a:t>William</a:t>
            </a:r>
          </a:p>
        </p:txBody>
      </p:sp>
      <p:sp>
        <p:nvSpPr>
          <p:cNvPr id="35" name="TextBox 34"/>
          <p:cNvSpPr txBox="1"/>
          <p:nvPr/>
        </p:nvSpPr>
        <p:spPr>
          <a:xfrm>
            <a:off x="5438023" y="2090374"/>
            <a:ext cx="1367875" cy="369332"/>
          </a:xfrm>
          <a:prstGeom prst="rect">
            <a:avLst/>
          </a:prstGeom>
          <a:noFill/>
        </p:spPr>
        <p:txBody>
          <a:bodyPr wrap="none" rtlCol="0">
            <a:spAutoFit/>
          </a:bodyPr>
          <a:lstStyle/>
          <a:p>
            <a:r>
              <a:rPr lang="en-US" dirty="0"/>
              <a:t>2,300 shares</a:t>
            </a:r>
          </a:p>
        </p:txBody>
      </p:sp>
      <p:sp>
        <p:nvSpPr>
          <p:cNvPr id="36" name="Oval 35"/>
          <p:cNvSpPr/>
          <p:nvPr/>
        </p:nvSpPr>
        <p:spPr>
          <a:xfrm>
            <a:off x="3187494" y="1158274"/>
            <a:ext cx="1146474" cy="667911"/>
          </a:xfrm>
          <a:prstGeom prst="ellipse">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a:solidFill>
                  <a:schemeClr val="tx1"/>
                </a:solidFill>
              </a:rPr>
              <a:t>Gilbert</a:t>
            </a:r>
            <a:endParaRPr lang="en-US" sz="1600" dirty="0">
              <a:solidFill>
                <a:schemeClr val="tx1"/>
              </a:solidFill>
            </a:endParaRPr>
          </a:p>
        </p:txBody>
      </p:sp>
      <p:cxnSp>
        <p:nvCxnSpPr>
          <p:cNvPr id="17" name="Straight Arrow Connector 16"/>
          <p:cNvCxnSpPr>
            <a:cxnSpLocks/>
            <a:stCxn id="33" idx="2"/>
            <a:endCxn id="36" idx="6"/>
          </p:cNvCxnSpPr>
          <p:nvPr/>
        </p:nvCxnSpPr>
        <p:spPr>
          <a:xfrm flipH="1" flipV="1">
            <a:off x="4333968" y="1492230"/>
            <a:ext cx="774976" cy="716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39" name="TextBox 38"/>
          <p:cNvSpPr txBox="1"/>
          <p:nvPr/>
        </p:nvSpPr>
        <p:spPr>
          <a:xfrm>
            <a:off x="4354934" y="1625745"/>
            <a:ext cx="879600" cy="523220"/>
          </a:xfrm>
          <a:prstGeom prst="rect">
            <a:avLst/>
          </a:prstGeom>
          <a:noFill/>
        </p:spPr>
        <p:txBody>
          <a:bodyPr wrap="none" rtlCol="0">
            <a:spAutoFit/>
          </a:bodyPr>
          <a:lstStyle/>
          <a:p>
            <a:r>
              <a:rPr lang="en-US" sz="1400" dirty="0"/>
              <a:t>Sale of </a:t>
            </a:r>
          </a:p>
          <a:p>
            <a:r>
              <a:rPr lang="en-US" sz="1400" dirty="0"/>
              <a:t>50 shares</a:t>
            </a:r>
          </a:p>
        </p:txBody>
      </p:sp>
      <p:sp>
        <p:nvSpPr>
          <p:cNvPr id="41" name="TextBox 40"/>
          <p:cNvSpPr txBox="1"/>
          <p:nvPr/>
        </p:nvSpPr>
        <p:spPr>
          <a:xfrm>
            <a:off x="7409970" y="2027172"/>
            <a:ext cx="1076128" cy="369332"/>
          </a:xfrm>
          <a:prstGeom prst="rect">
            <a:avLst/>
          </a:prstGeom>
          <a:noFill/>
        </p:spPr>
        <p:txBody>
          <a:bodyPr wrap="none" rtlCol="0">
            <a:spAutoFit/>
          </a:bodyPr>
          <a:lstStyle/>
          <a:p>
            <a:r>
              <a:rPr lang="en-US" dirty="0"/>
              <a:t>50 shares</a:t>
            </a:r>
          </a:p>
        </p:txBody>
      </p:sp>
      <p:sp>
        <p:nvSpPr>
          <p:cNvPr id="42" name="Oval 41"/>
          <p:cNvSpPr/>
          <p:nvPr/>
        </p:nvSpPr>
        <p:spPr>
          <a:xfrm>
            <a:off x="9444899" y="1084596"/>
            <a:ext cx="1310185" cy="667910"/>
          </a:xfrm>
          <a:prstGeom prst="ellipse">
            <a:avLst/>
          </a:prstGeom>
          <a:solidFill>
            <a:schemeClr val="bg2">
              <a:lumMod val="85000"/>
            </a:schemeClr>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tx1"/>
                </a:solidFill>
              </a:rPr>
              <a:t>William</a:t>
            </a:r>
          </a:p>
        </p:txBody>
      </p:sp>
      <p:cxnSp>
        <p:nvCxnSpPr>
          <p:cNvPr id="6" name="Straight Connector 5">
            <a:extLst>
              <a:ext uri="{FF2B5EF4-FFF2-40B4-BE49-F238E27FC236}">
                <a16:creationId xmlns:a16="http://schemas.microsoft.com/office/drawing/2014/main" id="{185B65E1-1DA6-104F-9A69-69CBE1341E73}"/>
              </a:ext>
            </a:extLst>
          </p:cNvPr>
          <p:cNvCxnSpPr/>
          <p:nvPr/>
        </p:nvCxnSpPr>
        <p:spPr>
          <a:xfrm>
            <a:off x="2959768" y="685800"/>
            <a:ext cx="0" cy="2908318"/>
          </a:xfrm>
          <a:prstGeom prst="line">
            <a:avLst/>
          </a:prstGeom>
        </p:spPr>
        <p:style>
          <a:lnRef idx="1">
            <a:schemeClr val="accent1"/>
          </a:lnRef>
          <a:fillRef idx="0">
            <a:schemeClr val="accent1"/>
          </a:fillRef>
          <a:effectRef idx="0">
            <a:schemeClr val="accent1"/>
          </a:effectRef>
          <a:fontRef idx="minor">
            <a:schemeClr val="tx1"/>
          </a:fontRef>
        </p:style>
      </p:cxnSp>
      <p:cxnSp>
        <p:nvCxnSpPr>
          <p:cNvPr id="34" name="Straight Connector 33">
            <a:extLst>
              <a:ext uri="{FF2B5EF4-FFF2-40B4-BE49-F238E27FC236}">
                <a16:creationId xmlns:a16="http://schemas.microsoft.com/office/drawing/2014/main" id="{07F1F5F9-191A-594B-B312-4BA5C5B3AC86}"/>
              </a:ext>
            </a:extLst>
          </p:cNvPr>
          <p:cNvCxnSpPr/>
          <p:nvPr/>
        </p:nvCxnSpPr>
        <p:spPr>
          <a:xfrm>
            <a:off x="7238999" y="778042"/>
            <a:ext cx="0" cy="2908318"/>
          </a:xfrm>
          <a:prstGeom prst="line">
            <a:avLst/>
          </a:prstGeom>
        </p:spPr>
        <p:style>
          <a:lnRef idx="1">
            <a:schemeClr val="accent1"/>
          </a:lnRef>
          <a:fillRef idx="0">
            <a:schemeClr val="accent1"/>
          </a:fillRef>
          <a:effectRef idx="0">
            <a:schemeClr val="accent1"/>
          </a:effectRef>
          <a:fontRef idx="minor">
            <a:schemeClr val="tx1"/>
          </a:fontRef>
        </p:style>
      </p:cxnSp>
      <p:sp>
        <p:nvSpPr>
          <p:cNvPr id="23" name="TextBox 22">
            <a:extLst>
              <a:ext uri="{FF2B5EF4-FFF2-40B4-BE49-F238E27FC236}">
                <a16:creationId xmlns:a16="http://schemas.microsoft.com/office/drawing/2014/main" id="{CA3A5CDD-5C61-CF48-891D-0C357870DB11}"/>
              </a:ext>
            </a:extLst>
          </p:cNvPr>
          <p:cNvSpPr txBox="1"/>
          <p:nvPr/>
        </p:nvSpPr>
        <p:spPr>
          <a:xfrm>
            <a:off x="4523874" y="-2598821"/>
            <a:ext cx="184731" cy="369332"/>
          </a:xfrm>
          <a:prstGeom prst="rect">
            <a:avLst/>
          </a:prstGeom>
          <a:noFill/>
        </p:spPr>
        <p:txBody>
          <a:bodyPr wrap="none" rtlCol="0">
            <a:spAutoFit/>
          </a:bodyPr>
          <a:lstStyle/>
          <a:p>
            <a:endParaRPr lang="en-US" dirty="0"/>
          </a:p>
        </p:txBody>
      </p:sp>
      <p:cxnSp>
        <p:nvCxnSpPr>
          <p:cNvPr id="49" name="Straight Connector 48">
            <a:extLst>
              <a:ext uri="{FF2B5EF4-FFF2-40B4-BE49-F238E27FC236}">
                <a16:creationId xmlns:a16="http://schemas.microsoft.com/office/drawing/2014/main" id="{CD9DFFA3-24A5-274C-9C09-CA9F24C3D73F}"/>
              </a:ext>
            </a:extLst>
          </p:cNvPr>
          <p:cNvCxnSpPr>
            <a:cxnSpLocks/>
            <a:stCxn id="36" idx="4"/>
            <a:endCxn id="30" idx="0"/>
          </p:cNvCxnSpPr>
          <p:nvPr/>
        </p:nvCxnSpPr>
        <p:spPr>
          <a:xfrm>
            <a:off x="3760731" y="1826185"/>
            <a:ext cx="882037" cy="881394"/>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5" name="Footer Placeholder 4">
            <a:extLst>
              <a:ext uri="{FF2B5EF4-FFF2-40B4-BE49-F238E27FC236}">
                <a16:creationId xmlns:a16="http://schemas.microsoft.com/office/drawing/2014/main" id="{17DAC73E-F7AF-954F-ACB1-61C1774D9EE8}"/>
              </a:ext>
            </a:extLst>
          </p:cNvPr>
          <p:cNvSpPr>
            <a:spLocks noGrp="1"/>
          </p:cNvSpPr>
          <p:nvPr>
            <p:ph type="ftr" sz="quarter" idx="11"/>
          </p:nvPr>
        </p:nvSpPr>
        <p:spPr/>
        <p:txBody>
          <a:bodyPr/>
          <a:lstStyle/>
          <a:p>
            <a:pPr>
              <a:defRPr/>
            </a:pPr>
            <a:r>
              <a:rPr lang="en-US"/>
              <a:t>Redemptions</a:t>
            </a:r>
            <a:endParaRPr lang="en-US" dirty="0"/>
          </a:p>
        </p:txBody>
      </p:sp>
    </p:spTree>
    <p:extLst>
      <p:ext uri="{BB962C8B-B14F-4D97-AF65-F5344CB8AC3E}">
        <p14:creationId xmlns:p14="http://schemas.microsoft.com/office/powerpoint/2010/main" val="5591268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1" nodeType="clickEffect">
                                  <p:stCondLst>
                                    <p:cond delay="0"/>
                                  </p:stCondLst>
                                  <p:childTnLst>
                                    <p:set>
                                      <p:cBhvr>
                                        <p:cTn id="6" dur="1" fill="hold">
                                          <p:stCondLst>
                                            <p:cond delay="0"/>
                                          </p:stCondLst>
                                        </p:cTn>
                                        <p:tgtEl>
                                          <p:spTgt spid="29"/>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24"/>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31"/>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9"/>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5"/>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7"/>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6"/>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14"/>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30"/>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32"/>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33"/>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35"/>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36"/>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17"/>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39"/>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49"/>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34"/>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grpId="0" nodeType="clickEffect">
                                  <p:stCondLst>
                                    <p:cond delay="0"/>
                                  </p:stCondLst>
                                  <p:childTnLst>
                                    <p:set>
                                      <p:cBhvr>
                                        <p:cTn id="50" dur="1" fill="hold">
                                          <p:stCondLst>
                                            <p:cond delay="0"/>
                                          </p:stCondLst>
                                        </p:cTn>
                                        <p:tgtEl>
                                          <p:spTgt spid="56"/>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grpId="0" nodeType="clickEffect">
                                  <p:stCondLst>
                                    <p:cond delay="0"/>
                                  </p:stCondLst>
                                  <p:childTnLst>
                                    <p:set>
                                      <p:cBhvr>
                                        <p:cTn id="54" dur="1" fill="hold">
                                          <p:stCondLst>
                                            <p:cond delay="0"/>
                                          </p:stCondLst>
                                        </p:cTn>
                                        <p:tgtEl>
                                          <p:spTgt spid="10"/>
                                        </p:tgtEl>
                                        <p:attrNameLst>
                                          <p:attrName>style.visibility</p:attrName>
                                        </p:attrNameLst>
                                      </p:cBhvr>
                                      <p:to>
                                        <p:strVal val="visible"/>
                                      </p:to>
                                    </p:set>
                                  </p:childTnLst>
                                </p:cTn>
                              </p:par>
                              <p:par>
                                <p:cTn id="55" presetID="1" presetClass="entr" presetSubtype="0" fill="hold" nodeType="withEffect">
                                  <p:stCondLst>
                                    <p:cond delay="0"/>
                                  </p:stCondLst>
                                  <p:childTnLst>
                                    <p:set>
                                      <p:cBhvr>
                                        <p:cTn id="56" dur="1" fill="hold">
                                          <p:stCondLst>
                                            <p:cond delay="0"/>
                                          </p:stCondLst>
                                        </p:cTn>
                                        <p:tgtEl>
                                          <p:spTgt spid="11"/>
                                        </p:tgtEl>
                                        <p:attrNameLst>
                                          <p:attrName>style.visibility</p:attrName>
                                        </p:attrNameLst>
                                      </p:cBhvr>
                                      <p:to>
                                        <p:strVal val="visible"/>
                                      </p:to>
                                    </p:set>
                                  </p:childTnLst>
                                </p:cTn>
                              </p:par>
                              <p:par>
                                <p:cTn id="57" presetID="1" presetClass="entr" presetSubtype="0" fill="hold" nodeType="withEffect">
                                  <p:stCondLst>
                                    <p:cond delay="0"/>
                                  </p:stCondLst>
                                  <p:childTnLst>
                                    <p:set>
                                      <p:cBhvr>
                                        <p:cTn id="58" dur="1" fill="hold">
                                          <p:stCondLst>
                                            <p:cond delay="0"/>
                                          </p:stCondLst>
                                        </p:cTn>
                                        <p:tgtEl>
                                          <p:spTgt spid="37"/>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38"/>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42"/>
                                        </p:tgtEl>
                                        <p:attrNameLst>
                                          <p:attrName>style.visibility</p:attrName>
                                        </p:attrNameLst>
                                      </p:cBhvr>
                                      <p:to>
                                        <p:strVal val="visible"/>
                                      </p:to>
                                    </p:set>
                                  </p:childTnLst>
                                </p:cTn>
                              </p:par>
                              <p:par>
                                <p:cTn id="63" presetID="1" presetClass="entr" presetSubtype="0" fill="hold" grpId="0" nodeType="withEffect">
                                  <p:stCondLst>
                                    <p:cond delay="0"/>
                                  </p:stCondLst>
                                  <p:childTnLst>
                                    <p:set>
                                      <p:cBhvr>
                                        <p:cTn id="64" dur="1" fill="hold">
                                          <p:stCondLst>
                                            <p:cond delay="0"/>
                                          </p:stCondLst>
                                        </p:cTn>
                                        <p:tgtEl>
                                          <p:spTgt spid="41"/>
                                        </p:tgtEl>
                                        <p:attrNameLst>
                                          <p:attrName>style.visibility</p:attrName>
                                        </p:attrNameLst>
                                      </p:cBhvr>
                                      <p:to>
                                        <p:strVal val="visible"/>
                                      </p:to>
                                    </p:set>
                                  </p:childTnLst>
                                </p:cTn>
                              </p:par>
                              <p:par>
                                <p:cTn id="65" presetID="1" presetClass="entr" presetSubtype="0" fill="hold" grpId="0" nodeType="withEffect">
                                  <p:stCondLst>
                                    <p:cond delay="0"/>
                                  </p:stCondLst>
                                  <p:childTnLst>
                                    <p:set>
                                      <p:cBhvr>
                                        <p:cTn id="66" dur="1" fill="hold">
                                          <p:stCondLst>
                                            <p:cond delay="0"/>
                                          </p:stCondLst>
                                        </p:cTn>
                                        <p:tgtEl>
                                          <p:spTgt spid="44"/>
                                        </p:tgtEl>
                                        <p:attrNameLst>
                                          <p:attrName>style.visibility</p:attrName>
                                        </p:attrNameLst>
                                      </p:cBhvr>
                                      <p:to>
                                        <p:strVal val="visible"/>
                                      </p:to>
                                    </p:set>
                                  </p:childTnLst>
                                </p:cTn>
                              </p:par>
                            </p:childTnLst>
                          </p:cTn>
                        </p:par>
                      </p:childTnLst>
                    </p:cTn>
                  </p:par>
                  <p:par>
                    <p:cTn id="67" fill="hold">
                      <p:stCondLst>
                        <p:cond delay="indefinite"/>
                      </p:stCondLst>
                      <p:childTnLst>
                        <p:par>
                          <p:cTn id="68" fill="hold">
                            <p:stCondLst>
                              <p:cond delay="0"/>
                            </p:stCondLst>
                            <p:childTnLst>
                              <p:par>
                                <p:cTn id="69" presetID="1" presetClass="entr" presetSubtype="0" fill="hold" grpId="0" nodeType="clickEffect">
                                  <p:stCondLst>
                                    <p:cond delay="0"/>
                                  </p:stCondLst>
                                  <p:childTnLst>
                                    <p:set>
                                      <p:cBhvr>
                                        <p:cTn id="70" dur="1" fill="hold">
                                          <p:stCondLst>
                                            <p:cond delay="0"/>
                                          </p:stCondLst>
                                        </p:cTn>
                                        <p:tgtEl>
                                          <p:spTgt spid="7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10" grpId="0" animBg="1"/>
      <p:bldP spid="14" grpId="0"/>
      <p:bldP spid="56" grpId="0"/>
      <p:bldP spid="71" grpId="0" animBg="1"/>
      <p:bldP spid="25" grpId="0" animBg="1"/>
      <p:bldP spid="31" grpId="0"/>
      <p:bldP spid="38" grpId="0" animBg="1"/>
      <p:bldP spid="44" grpId="0"/>
      <p:bldP spid="29" grpId="0"/>
      <p:bldP spid="29" grpId="1"/>
      <p:bldP spid="30" grpId="0" animBg="1"/>
      <p:bldP spid="33" grpId="0" animBg="1"/>
      <p:bldP spid="35" grpId="0"/>
      <p:bldP spid="36" grpId="0" animBg="1"/>
      <p:bldP spid="39" grpId="0"/>
      <p:bldP spid="41" grpId="0"/>
      <p:bldP spid="42"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B0F4DC25-62EC-3845-8933-46F735989B61}"/>
              </a:ext>
            </a:extLst>
          </p:cNvPr>
          <p:cNvSpPr>
            <a:spLocks noGrp="1"/>
          </p:cNvSpPr>
          <p:nvPr>
            <p:ph idx="1"/>
          </p:nvPr>
        </p:nvSpPr>
        <p:spPr/>
        <p:txBody>
          <a:bodyPr/>
          <a:lstStyle/>
          <a:p>
            <a:r>
              <a:rPr lang="en-US" dirty="0"/>
              <a:t>In English, what does this mean?</a:t>
            </a:r>
          </a:p>
        </p:txBody>
      </p:sp>
      <p:sp>
        <p:nvSpPr>
          <p:cNvPr id="3" name="Title 2">
            <a:extLst>
              <a:ext uri="{FF2B5EF4-FFF2-40B4-BE49-F238E27FC236}">
                <a16:creationId xmlns:a16="http://schemas.microsoft.com/office/drawing/2014/main" id="{D733B1F4-CBED-1642-A442-4183E1196B84}"/>
              </a:ext>
            </a:extLst>
          </p:cNvPr>
          <p:cNvSpPr>
            <a:spLocks noGrp="1"/>
          </p:cNvSpPr>
          <p:nvPr>
            <p:ph type="title"/>
          </p:nvPr>
        </p:nvSpPr>
        <p:spPr/>
        <p:txBody>
          <a:bodyPr/>
          <a:lstStyle/>
          <a:p>
            <a:r>
              <a:rPr lang="en-US" dirty="0"/>
              <a:t>Redemptions: Section 302(b)(6)</a:t>
            </a:r>
          </a:p>
        </p:txBody>
      </p:sp>
      <p:sp>
        <p:nvSpPr>
          <p:cNvPr id="4" name="Slide Number Placeholder 3">
            <a:extLst>
              <a:ext uri="{FF2B5EF4-FFF2-40B4-BE49-F238E27FC236}">
                <a16:creationId xmlns:a16="http://schemas.microsoft.com/office/drawing/2014/main" id="{13F4E824-36FF-4240-ADA9-842D1D6D37F2}"/>
              </a:ext>
            </a:extLst>
          </p:cNvPr>
          <p:cNvSpPr>
            <a:spLocks noGrp="1"/>
          </p:cNvSpPr>
          <p:nvPr>
            <p:ph type="sldNum" sz="quarter" idx="10"/>
          </p:nvPr>
        </p:nvSpPr>
        <p:spPr/>
        <p:txBody>
          <a:bodyPr/>
          <a:lstStyle/>
          <a:p>
            <a:fld id="{7B3E355C-57B9-BC4B-95D8-406A1F834537}" type="slidenum">
              <a:rPr lang="en-US" altLang="en-US" smtClean="0"/>
              <a:pPr/>
              <a:t>11</a:t>
            </a:fld>
            <a:endParaRPr lang="en-US" altLang="en-US" dirty="0"/>
          </a:p>
        </p:txBody>
      </p:sp>
      <p:pic>
        <p:nvPicPr>
          <p:cNvPr id="6" name="Content Placeholder 5">
            <a:extLst>
              <a:ext uri="{FF2B5EF4-FFF2-40B4-BE49-F238E27FC236}">
                <a16:creationId xmlns:a16="http://schemas.microsoft.com/office/drawing/2014/main" id="{517036CE-4EB8-5D4A-AFE8-91F587CF200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12064" y="1746762"/>
            <a:ext cx="11043630" cy="2889974"/>
          </a:xfrm>
          <a:prstGeom prst="rect">
            <a:avLst/>
          </a:prstGeom>
        </p:spPr>
      </p:pic>
      <p:sp>
        <p:nvSpPr>
          <p:cNvPr id="7" name="Footer Placeholder 6">
            <a:extLst>
              <a:ext uri="{FF2B5EF4-FFF2-40B4-BE49-F238E27FC236}">
                <a16:creationId xmlns:a16="http://schemas.microsoft.com/office/drawing/2014/main" id="{D693EB6E-FF4E-AC4F-A242-C74589AAE293}"/>
              </a:ext>
            </a:extLst>
          </p:cNvPr>
          <p:cNvSpPr>
            <a:spLocks noGrp="1"/>
          </p:cNvSpPr>
          <p:nvPr>
            <p:ph type="ftr" sz="quarter" idx="11"/>
          </p:nvPr>
        </p:nvSpPr>
        <p:spPr/>
        <p:txBody>
          <a:bodyPr/>
          <a:lstStyle/>
          <a:p>
            <a:pPr>
              <a:defRPr/>
            </a:pPr>
            <a:r>
              <a:rPr lang="en-US"/>
              <a:t>Redemptions</a:t>
            </a:r>
            <a:endParaRPr lang="en-US" dirty="0"/>
          </a:p>
        </p:txBody>
      </p:sp>
    </p:spTree>
    <p:extLst>
      <p:ext uri="{BB962C8B-B14F-4D97-AF65-F5344CB8AC3E}">
        <p14:creationId xmlns:p14="http://schemas.microsoft.com/office/powerpoint/2010/main" val="392870389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dirty="0"/>
              <a:t>Redemptions: Section 302(c)(2)(B)(</a:t>
            </a:r>
            <a:r>
              <a:rPr lang="en-US" dirty="0" err="1"/>
              <a:t>i</a:t>
            </a:r>
            <a:r>
              <a:rPr lang="en-US" dirty="0"/>
              <a:t>) and (ii)</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12</a:t>
            </a:fld>
            <a:endParaRPr lang="en-US" altLang="en-US" dirty="0"/>
          </a:p>
        </p:txBody>
      </p:sp>
      <p:pic>
        <p:nvPicPr>
          <p:cNvPr id="7" name="Picture 6"/>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010646" y="985406"/>
            <a:ext cx="7264400" cy="431800"/>
          </a:xfrm>
          <a:prstGeom prst="rect">
            <a:avLst/>
          </a:prstGeom>
        </p:spPr>
      </p:pic>
      <p:pic>
        <p:nvPicPr>
          <p:cNvPr id="9" name="Content Placeholder 8"/>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1128713" y="1561763"/>
            <a:ext cx="10045700" cy="4175490"/>
          </a:xfrm>
        </p:spPr>
      </p:pic>
      <p:sp>
        <p:nvSpPr>
          <p:cNvPr id="5" name="Footer Placeholder 4">
            <a:extLst>
              <a:ext uri="{FF2B5EF4-FFF2-40B4-BE49-F238E27FC236}">
                <a16:creationId xmlns:a16="http://schemas.microsoft.com/office/drawing/2014/main" id="{3F15A18D-E25F-F340-B653-28FC88C92B94}"/>
              </a:ext>
            </a:extLst>
          </p:cNvPr>
          <p:cNvSpPr>
            <a:spLocks noGrp="1"/>
          </p:cNvSpPr>
          <p:nvPr>
            <p:ph type="ftr" sz="quarter" idx="11"/>
          </p:nvPr>
        </p:nvSpPr>
        <p:spPr/>
        <p:txBody>
          <a:bodyPr/>
          <a:lstStyle/>
          <a:p>
            <a:pPr>
              <a:defRPr/>
            </a:pPr>
            <a:r>
              <a:rPr lang="en-US"/>
              <a:t>Redemptions</a:t>
            </a:r>
            <a:endParaRPr lang="en-US" dirty="0"/>
          </a:p>
        </p:txBody>
      </p:sp>
      <p:sp>
        <p:nvSpPr>
          <p:cNvPr id="2" name="TextBox 1">
            <a:extLst>
              <a:ext uri="{FF2B5EF4-FFF2-40B4-BE49-F238E27FC236}">
                <a16:creationId xmlns:a16="http://schemas.microsoft.com/office/drawing/2014/main" id="{86C2C560-2D39-1145-ADBC-008E7D76D542}"/>
              </a:ext>
            </a:extLst>
          </p:cNvPr>
          <p:cNvSpPr txBox="1"/>
          <p:nvPr/>
        </p:nvSpPr>
        <p:spPr>
          <a:xfrm>
            <a:off x="453957" y="551617"/>
            <a:ext cx="3249095" cy="369332"/>
          </a:xfrm>
          <a:prstGeom prst="rect">
            <a:avLst/>
          </a:prstGeom>
          <a:noFill/>
        </p:spPr>
        <p:txBody>
          <a:bodyPr wrap="none" rtlCol="0">
            <a:spAutoFit/>
          </a:bodyPr>
          <a:lstStyle/>
          <a:p>
            <a:r>
              <a:rPr lang="en-US" dirty="0"/>
              <a:t>In English, what does this mean?</a:t>
            </a:r>
          </a:p>
        </p:txBody>
      </p:sp>
    </p:spTree>
    <p:extLst>
      <p:ext uri="{BB962C8B-B14F-4D97-AF65-F5344CB8AC3E}">
        <p14:creationId xmlns:p14="http://schemas.microsoft.com/office/powerpoint/2010/main" val="14770735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dirty="0"/>
              <a:t>Redemptions: Rev. Rul. 77-293</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13</a:t>
            </a:fld>
            <a:endParaRPr lang="en-US" altLang="en-US" dirty="0"/>
          </a:p>
        </p:txBody>
      </p:sp>
      <p:sp>
        <p:nvSpPr>
          <p:cNvPr id="7" name="Rectangle 6"/>
          <p:cNvSpPr/>
          <p:nvPr/>
        </p:nvSpPr>
        <p:spPr>
          <a:xfrm>
            <a:off x="1497274" y="2683661"/>
            <a:ext cx="1041622" cy="802454"/>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X</a:t>
            </a:r>
          </a:p>
        </p:txBody>
      </p:sp>
      <p:sp>
        <p:nvSpPr>
          <p:cNvPr id="10" name="Rectangle 9"/>
          <p:cNvSpPr/>
          <p:nvPr/>
        </p:nvSpPr>
        <p:spPr>
          <a:xfrm>
            <a:off x="8582888" y="2683661"/>
            <a:ext cx="1041622" cy="888988"/>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X</a:t>
            </a:r>
          </a:p>
        </p:txBody>
      </p:sp>
      <p:cxnSp>
        <p:nvCxnSpPr>
          <p:cNvPr id="11" name="Straight Connector 10"/>
          <p:cNvCxnSpPr>
            <a:stCxn id="42" idx="4"/>
            <a:endCxn id="10" idx="0"/>
          </p:cNvCxnSpPr>
          <p:nvPr/>
        </p:nvCxnSpPr>
        <p:spPr>
          <a:xfrm flipH="1">
            <a:off x="9103699" y="1752506"/>
            <a:ext cx="996293" cy="931155"/>
          </a:xfrm>
          <a:prstGeom prst="line">
            <a:avLst/>
          </a:prstGeom>
          <a:ln w="25400">
            <a:solidFill>
              <a:schemeClr val="tx1">
                <a:alpha val="33000"/>
              </a:schemeClr>
            </a:solidFill>
            <a:prstDash val="sysDot"/>
          </a:ln>
        </p:spPr>
        <p:style>
          <a:lnRef idx="1">
            <a:schemeClr val="accent1"/>
          </a:lnRef>
          <a:fillRef idx="0">
            <a:schemeClr val="accent1"/>
          </a:fillRef>
          <a:effectRef idx="0">
            <a:schemeClr val="accent1"/>
          </a:effectRef>
          <a:fontRef idx="minor">
            <a:schemeClr val="tx1"/>
          </a:fontRef>
        </p:style>
      </p:cxnSp>
      <p:sp>
        <p:nvSpPr>
          <p:cNvPr id="14" name="TextBox 13"/>
          <p:cNvSpPr txBox="1"/>
          <p:nvPr/>
        </p:nvSpPr>
        <p:spPr>
          <a:xfrm>
            <a:off x="4299983" y="575461"/>
            <a:ext cx="979307" cy="369332"/>
          </a:xfrm>
          <a:prstGeom prst="rect">
            <a:avLst/>
          </a:prstGeom>
          <a:noFill/>
        </p:spPr>
        <p:txBody>
          <a:bodyPr wrap="none" rtlCol="0">
            <a:spAutoFit/>
          </a:bodyPr>
          <a:lstStyle/>
          <a:p>
            <a:r>
              <a:rPr lang="en-US" b="1" u="sng" dirty="0"/>
              <a:t>Gift to B</a:t>
            </a:r>
          </a:p>
        </p:txBody>
      </p:sp>
      <p:sp>
        <p:nvSpPr>
          <p:cNvPr id="56" name="TextBox 55"/>
          <p:cNvSpPr txBox="1"/>
          <p:nvPr/>
        </p:nvSpPr>
        <p:spPr>
          <a:xfrm>
            <a:off x="7810295" y="575461"/>
            <a:ext cx="2773452" cy="369332"/>
          </a:xfrm>
          <a:prstGeom prst="rect">
            <a:avLst/>
          </a:prstGeom>
          <a:noFill/>
        </p:spPr>
        <p:txBody>
          <a:bodyPr wrap="none" rtlCol="0">
            <a:spAutoFit/>
          </a:bodyPr>
          <a:lstStyle/>
          <a:p>
            <a:r>
              <a:rPr lang="en-US" b="1" u="sng" dirty="0"/>
              <a:t>Complete Redemption of A</a:t>
            </a:r>
          </a:p>
        </p:txBody>
      </p:sp>
      <p:sp>
        <p:nvSpPr>
          <p:cNvPr id="71" name="TextBox 70"/>
          <p:cNvSpPr txBox="1"/>
          <p:nvPr/>
        </p:nvSpPr>
        <p:spPr>
          <a:xfrm>
            <a:off x="2025800" y="4070290"/>
            <a:ext cx="8443493" cy="1938992"/>
          </a:xfrm>
          <a:prstGeom prst="rect">
            <a:avLst/>
          </a:prstGeom>
          <a:noFill/>
          <a:ln>
            <a:solidFill>
              <a:schemeClr val="accent1">
                <a:lumMod val="40000"/>
                <a:lumOff val="60000"/>
              </a:schemeClr>
            </a:solidFill>
          </a:ln>
        </p:spPr>
        <p:txBody>
          <a:bodyPr wrap="square" rtlCol="0">
            <a:spAutoFit/>
          </a:bodyPr>
          <a:lstStyle/>
          <a:p>
            <a:pPr marL="342900" indent="-342900">
              <a:buFont typeface="Arial" charset="0"/>
              <a:buChar char="•"/>
            </a:pPr>
            <a:r>
              <a:rPr lang="en-US" sz="2400" b="1" dirty="0"/>
              <a:t>Does the transaction qualify as a complete redemption under section 302(b)(3)? </a:t>
            </a:r>
          </a:p>
          <a:p>
            <a:pPr marL="342900" indent="-342900">
              <a:buFont typeface="Arial" charset="0"/>
              <a:buChar char="•"/>
            </a:pPr>
            <a:r>
              <a:rPr lang="en-US" sz="2400" b="1" i="1" dirty="0"/>
              <a:t>But see </a:t>
            </a:r>
            <a:r>
              <a:rPr lang="en-US" sz="2400" b="1" dirty="0"/>
              <a:t>§302(c)(2)(A)(</a:t>
            </a:r>
            <a:r>
              <a:rPr lang="en-US" sz="2400" b="1" dirty="0" err="1"/>
              <a:t>i</a:t>
            </a:r>
            <a:r>
              <a:rPr lang="en-US" sz="2400" b="1" dirty="0"/>
              <a:t>)</a:t>
            </a:r>
          </a:p>
          <a:p>
            <a:pPr marL="342900" indent="-342900">
              <a:buFont typeface="Arial" charset="0"/>
              <a:buChar char="•"/>
            </a:pPr>
            <a:r>
              <a:rPr lang="en-US" sz="2400" b="1" i="1" dirty="0"/>
              <a:t>But see </a:t>
            </a:r>
            <a:r>
              <a:rPr lang="en-US" sz="2400" b="1" dirty="0"/>
              <a:t>302(c)(2)(B)(ii)</a:t>
            </a:r>
          </a:p>
          <a:p>
            <a:pPr marL="342900" indent="-342900">
              <a:buFont typeface="Arial" charset="0"/>
              <a:buChar char="•"/>
            </a:pPr>
            <a:r>
              <a:rPr lang="en-US" sz="2400" b="1" i="1" dirty="0"/>
              <a:t>But see </a:t>
            </a:r>
            <a:r>
              <a:rPr lang="en-US" sz="2400" b="1" dirty="0"/>
              <a:t>302(c)(2)(B)(ii) flush language.</a:t>
            </a:r>
          </a:p>
        </p:txBody>
      </p:sp>
      <p:cxnSp>
        <p:nvCxnSpPr>
          <p:cNvPr id="24" name="Straight Connector 23"/>
          <p:cNvCxnSpPr>
            <a:stCxn id="25" idx="4"/>
            <a:endCxn id="7" idx="0"/>
          </p:cNvCxnSpPr>
          <p:nvPr/>
        </p:nvCxnSpPr>
        <p:spPr>
          <a:xfrm flipH="1">
            <a:off x="2018085" y="1807078"/>
            <a:ext cx="15431" cy="876583"/>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25" name="Oval 24"/>
          <p:cNvSpPr/>
          <p:nvPr/>
        </p:nvSpPr>
        <p:spPr>
          <a:xfrm>
            <a:off x="1378423" y="1139168"/>
            <a:ext cx="1310185" cy="667910"/>
          </a:xfrm>
          <a:prstGeom prst="ellipse">
            <a:avLst/>
          </a:prstGeom>
          <a:solidFill>
            <a:schemeClr val="bg1">
              <a:lumMod val="85000"/>
            </a:schemeClr>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tx1"/>
                </a:solidFill>
              </a:rPr>
              <a:t>A</a:t>
            </a:r>
          </a:p>
        </p:txBody>
      </p:sp>
      <p:sp>
        <p:nvSpPr>
          <p:cNvPr id="31" name="TextBox 30"/>
          <p:cNvSpPr txBox="1"/>
          <p:nvPr/>
        </p:nvSpPr>
        <p:spPr>
          <a:xfrm>
            <a:off x="634586" y="1964299"/>
            <a:ext cx="1193147" cy="369332"/>
          </a:xfrm>
          <a:prstGeom prst="rect">
            <a:avLst/>
          </a:prstGeom>
          <a:noFill/>
        </p:spPr>
        <p:txBody>
          <a:bodyPr wrap="none" rtlCol="0">
            <a:spAutoFit/>
          </a:bodyPr>
          <a:lstStyle/>
          <a:p>
            <a:r>
              <a:rPr lang="en-US" dirty="0"/>
              <a:t>120 shares</a:t>
            </a:r>
          </a:p>
        </p:txBody>
      </p:sp>
      <p:cxnSp>
        <p:nvCxnSpPr>
          <p:cNvPr id="37" name="Straight Connector 36"/>
          <p:cNvCxnSpPr>
            <a:stCxn id="38" idx="4"/>
            <a:endCxn id="10" idx="0"/>
          </p:cNvCxnSpPr>
          <p:nvPr/>
        </p:nvCxnSpPr>
        <p:spPr>
          <a:xfrm>
            <a:off x="8335004" y="1847923"/>
            <a:ext cx="768695" cy="835738"/>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38" name="Oval 37"/>
          <p:cNvSpPr/>
          <p:nvPr/>
        </p:nvSpPr>
        <p:spPr>
          <a:xfrm>
            <a:off x="7761767" y="1066667"/>
            <a:ext cx="1146474" cy="781256"/>
          </a:xfrm>
          <a:prstGeom prst="ellipse">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solidFill>
                  <a:schemeClr val="tx1"/>
                </a:solidFill>
              </a:rPr>
              <a:t>B</a:t>
            </a:r>
          </a:p>
        </p:txBody>
      </p:sp>
      <p:sp>
        <p:nvSpPr>
          <p:cNvPr id="44" name="TextBox 43"/>
          <p:cNvSpPr txBox="1"/>
          <p:nvPr/>
        </p:nvSpPr>
        <p:spPr>
          <a:xfrm>
            <a:off x="9969900" y="1934839"/>
            <a:ext cx="2038681" cy="923330"/>
          </a:xfrm>
          <a:prstGeom prst="rect">
            <a:avLst/>
          </a:prstGeom>
          <a:noFill/>
        </p:spPr>
        <p:txBody>
          <a:bodyPr wrap="square" rtlCol="0">
            <a:spAutoFit/>
          </a:bodyPr>
          <a:lstStyle/>
          <a:p>
            <a:r>
              <a:rPr lang="en-US" dirty="0"/>
              <a:t>Complete redemption</a:t>
            </a:r>
            <a:br>
              <a:rPr lang="en-US" dirty="0"/>
            </a:br>
            <a:endParaRPr lang="en-US" dirty="0"/>
          </a:p>
        </p:txBody>
      </p:sp>
      <p:sp>
        <p:nvSpPr>
          <p:cNvPr id="29" name="TextBox 28"/>
          <p:cNvSpPr txBox="1"/>
          <p:nvPr/>
        </p:nvSpPr>
        <p:spPr>
          <a:xfrm>
            <a:off x="1683993" y="588448"/>
            <a:ext cx="816634" cy="369332"/>
          </a:xfrm>
          <a:prstGeom prst="rect">
            <a:avLst/>
          </a:prstGeom>
          <a:noFill/>
        </p:spPr>
        <p:txBody>
          <a:bodyPr wrap="none" rtlCol="0">
            <a:spAutoFit/>
          </a:bodyPr>
          <a:lstStyle/>
          <a:p>
            <a:r>
              <a:rPr lang="en-US" b="1" u="sng" dirty="0"/>
              <a:t>Before</a:t>
            </a:r>
          </a:p>
        </p:txBody>
      </p:sp>
      <p:sp>
        <p:nvSpPr>
          <p:cNvPr id="30" name="Rectangle 29"/>
          <p:cNvSpPr/>
          <p:nvPr/>
        </p:nvSpPr>
        <p:spPr>
          <a:xfrm>
            <a:off x="4101664" y="2791664"/>
            <a:ext cx="1041622" cy="802454"/>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X</a:t>
            </a:r>
          </a:p>
        </p:txBody>
      </p:sp>
      <p:cxnSp>
        <p:nvCxnSpPr>
          <p:cNvPr id="32" name="Straight Connector 31"/>
          <p:cNvCxnSpPr/>
          <p:nvPr/>
        </p:nvCxnSpPr>
        <p:spPr>
          <a:xfrm flipH="1">
            <a:off x="4622475" y="1915081"/>
            <a:ext cx="15431" cy="876583"/>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33" name="Oval 32"/>
          <p:cNvSpPr/>
          <p:nvPr/>
        </p:nvSpPr>
        <p:spPr>
          <a:xfrm>
            <a:off x="3982813" y="1247171"/>
            <a:ext cx="1310185" cy="667910"/>
          </a:xfrm>
          <a:prstGeom prst="ellipse">
            <a:avLst/>
          </a:prstGeom>
          <a:solidFill>
            <a:schemeClr val="bg1">
              <a:lumMod val="85000"/>
            </a:schemeClr>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tx1"/>
                </a:solidFill>
              </a:rPr>
              <a:t>A</a:t>
            </a:r>
          </a:p>
        </p:txBody>
      </p:sp>
      <p:sp>
        <p:nvSpPr>
          <p:cNvPr id="35" name="TextBox 34"/>
          <p:cNvSpPr txBox="1"/>
          <p:nvPr/>
        </p:nvSpPr>
        <p:spPr>
          <a:xfrm>
            <a:off x="3238976" y="2072302"/>
            <a:ext cx="1076128" cy="369332"/>
          </a:xfrm>
          <a:prstGeom prst="rect">
            <a:avLst/>
          </a:prstGeom>
          <a:noFill/>
        </p:spPr>
        <p:txBody>
          <a:bodyPr wrap="none" rtlCol="0">
            <a:spAutoFit/>
          </a:bodyPr>
          <a:lstStyle/>
          <a:p>
            <a:r>
              <a:rPr lang="en-US" dirty="0"/>
              <a:t>60 shares</a:t>
            </a:r>
          </a:p>
        </p:txBody>
      </p:sp>
      <p:sp>
        <p:nvSpPr>
          <p:cNvPr id="36" name="Oval 35"/>
          <p:cNvSpPr/>
          <p:nvPr/>
        </p:nvSpPr>
        <p:spPr>
          <a:xfrm>
            <a:off x="6035801" y="1194382"/>
            <a:ext cx="1292866" cy="781256"/>
          </a:xfrm>
          <a:prstGeom prst="ellipse">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solidFill>
                  <a:schemeClr val="tx1"/>
                </a:solidFill>
              </a:rPr>
              <a:t>B</a:t>
            </a:r>
          </a:p>
          <a:p>
            <a:pPr algn="ctr"/>
            <a:r>
              <a:rPr lang="en-US" sz="1600" dirty="0">
                <a:solidFill>
                  <a:schemeClr val="tx1"/>
                </a:solidFill>
              </a:rPr>
              <a:t>(A’s son)</a:t>
            </a:r>
          </a:p>
        </p:txBody>
      </p:sp>
      <p:cxnSp>
        <p:nvCxnSpPr>
          <p:cNvPr id="17" name="Straight Arrow Connector 16"/>
          <p:cNvCxnSpPr>
            <a:stCxn id="33" idx="6"/>
            <a:endCxn id="36" idx="2"/>
          </p:cNvCxnSpPr>
          <p:nvPr/>
        </p:nvCxnSpPr>
        <p:spPr>
          <a:xfrm>
            <a:off x="5292998" y="1581126"/>
            <a:ext cx="742803" cy="388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39" name="TextBox 38"/>
          <p:cNvSpPr txBox="1"/>
          <p:nvPr/>
        </p:nvSpPr>
        <p:spPr>
          <a:xfrm>
            <a:off x="4852373" y="1956659"/>
            <a:ext cx="1720536" cy="369332"/>
          </a:xfrm>
          <a:prstGeom prst="rect">
            <a:avLst/>
          </a:prstGeom>
          <a:noFill/>
        </p:spPr>
        <p:txBody>
          <a:bodyPr wrap="none" rtlCol="0">
            <a:spAutoFit/>
          </a:bodyPr>
          <a:lstStyle/>
          <a:p>
            <a:r>
              <a:rPr lang="en-US" dirty="0"/>
              <a:t>Gift of 60 shares</a:t>
            </a:r>
          </a:p>
        </p:txBody>
      </p:sp>
      <p:sp>
        <p:nvSpPr>
          <p:cNvPr id="41" name="TextBox 40"/>
          <p:cNvSpPr txBox="1"/>
          <p:nvPr/>
        </p:nvSpPr>
        <p:spPr>
          <a:xfrm>
            <a:off x="7524125" y="1908552"/>
            <a:ext cx="1076128" cy="369332"/>
          </a:xfrm>
          <a:prstGeom prst="rect">
            <a:avLst/>
          </a:prstGeom>
          <a:noFill/>
        </p:spPr>
        <p:txBody>
          <a:bodyPr wrap="none" rtlCol="0">
            <a:spAutoFit/>
          </a:bodyPr>
          <a:lstStyle/>
          <a:p>
            <a:r>
              <a:rPr lang="en-US" dirty="0"/>
              <a:t>60 shares</a:t>
            </a:r>
          </a:p>
        </p:txBody>
      </p:sp>
      <p:sp>
        <p:nvSpPr>
          <p:cNvPr id="42" name="Oval 41"/>
          <p:cNvSpPr/>
          <p:nvPr/>
        </p:nvSpPr>
        <p:spPr>
          <a:xfrm>
            <a:off x="9444899" y="1084596"/>
            <a:ext cx="1310185" cy="667910"/>
          </a:xfrm>
          <a:prstGeom prst="ellipse">
            <a:avLst/>
          </a:prstGeom>
          <a:solidFill>
            <a:schemeClr val="bg1">
              <a:lumMod val="85000"/>
            </a:schemeClr>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tx1"/>
                </a:solidFill>
              </a:rPr>
              <a:t>A</a:t>
            </a:r>
          </a:p>
        </p:txBody>
      </p:sp>
      <p:cxnSp>
        <p:nvCxnSpPr>
          <p:cNvPr id="27" name="Straight Connector 26">
            <a:extLst>
              <a:ext uri="{FF2B5EF4-FFF2-40B4-BE49-F238E27FC236}">
                <a16:creationId xmlns:a16="http://schemas.microsoft.com/office/drawing/2014/main" id="{9B8F0749-B46B-F042-8F4A-3D913D374B70}"/>
              </a:ext>
            </a:extLst>
          </p:cNvPr>
          <p:cNvCxnSpPr/>
          <p:nvPr/>
        </p:nvCxnSpPr>
        <p:spPr>
          <a:xfrm>
            <a:off x="2959768" y="685800"/>
            <a:ext cx="0" cy="2908318"/>
          </a:xfrm>
          <a:prstGeom prst="line">
            <a:avLst/>
          </a:prstGeom>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4230AF80-7E44-7F42-9BFE-4D01D0B63643}"/>
              </a:ext>
            </a:extLst>
          </p:cNvPr>
          <p:cNvCxnSpPr/>
          <p:nvPr/>
        </p:nvCxnSpPr>
        <p:spPr>
          <a:xfrm>
            <a:off x="7520114" y="685800"/>
            <a:ext cx="0" cy="2908318"/>
          </a:xfrm>
          <a:prstGeom prst="line">
            <a:avLst/>
          </a:prstGeom>
        </p:spPr>
        <p:style>
          <a:lnRef idx="1">
            <a:schemeClr val="accent1"/>
          </a:lnRef>
          <a:fillRef idx="0">
            <a:schemeClr val="accent1"/>
          </a:fillRef>
          <a:effectRef idx="0">
            <a:schemeClr val="accent1"/>
          </a:effectRef>
          <a:fontRef idx="minor">
            <a:schemeClr val="tx1"/>
          </a:fontRef>
        </p:style>
      </p:cxnSp>
      <p:sp>
        <p:nvSpPr>
          <p:cNvPr id="5" name="Footer Placeholder 4">
            <a:extLst>
              <a:ext uri="{FF2B5EF4-FFF2-40B4-BE49-F238E27FC236}">
                <a16:creationId xmlns:a16="http://schemas.microsoft.com/office/drawing/2014/main" id="{ACDFB36B-F95D-004C-AF1F-298D8CD6F26D}"/>
              </a:ext>
            </a:extLst>
          </p:cNvPr>
          <p:cNvSpPr>
            <a:spLocks noGrp="1"/>
          </p:cNvSpPr>
          <p:nvPr>
            <p:ph type="ftr" sz="quarter" idx="11"/>
          </p:nvPr>
        </p:nvSpPr>
        <p:spPr/>
        <p:txBody>
          <a:bodyPr/>
          <a:lstStyle/>
          <a:p>
            <a:pPr>
              <a:defRPr/>
            </a:pPr>
            <a:r>
              <a:rPr lang="en-US"/>
              <a:t>Redemptions</a:t>
            </a:r>
            <a:endParaRPr lang="en-US" dirty="0"/>
          </a:p>
        </p:txBody>
      </p:sp>
    </p:spTree>
    <p:extLst>
      <p:ext uri="{BB962C8B-B14F-4D97-AF65-F5344CB8AC3E}">
        <p14:creationId xmlns:p14="http://schemas.microsoft.com/office/powerpoint/2010/main" val="73037831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24"/>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5"/>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7"/>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4"/>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0"/>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2"/>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33"/>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35"/>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36"/>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17"/>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39"/>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28"/>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56"/>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41"/>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44"/>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10"/>
                                        </p:tgtEl>
                                        <p:attrNameLst>
                                          <p:attrName>style.visibility</p:attrName>
                                        </p:attrNameLst>
                                      </p:cBhvr>
                                      <p:to>
                                        <p:strVal val="visible"/>
                                      </p:to>
                                    </p:set>
                                  </p:childTnLst>
                                </p:cTn>
                              </p:par>
                              <p:par>
                                <p:cTn id="47" presetID="1" presetClass="entr" presetSubtype="0" fill="hold" nodeType="withEffect">
                                  <p:stCondLst>
                                    <p:cond delay="0"/>
                                  </p:stCondLst>
                                  <p:childTnLst>
                                    <p:set>
                                      <p:cBhvr>
                                        <p:cTn id="48" dur="1" fill="hold">
                                          <p:stCondLst>
                                            <p:cond delay="0"/>
                                          </p:stCondLst>
                                        </p:cTn>
                                        <p:tgtEl>
                                          <p:spTgt spid="11"/>
                                        </p:tgtEl>
                                        <p:attrNameLst>
                                          <p:attrName>style.visibility</p:attrName>
                                        </p:attrNameLst>
                                      </p:cBhvr>
                                      <p:to>
                                        <p:strVal val="visible"/>
                                      </p:to>
                                    </p:set>
                                  </p:childTnLst>
                                </p:cTn>
                              </p:par>
                              <p:par>
                                <p:cTn id="49" presetID="1" presetClass="entr" presetSubtype="0" fill="hold" nodeType="withEffect">
                                  <p:stCondLst>
                                    <p:cond delay="0"/>
                                  </p:stCondLst>
                                  <p:childTnLst>
                                    <p:set>
                                      <p:cBhvr>
                                        <p:cTn id="50" dur="1" fill="hold">
                                          <p:stCondLst>
                                            <p:cond delay="0"/>
                                          </p:stCondLst>
                                        </p:cTn>
                                        <p:tgtEl>
                                          <p:spTgt spid="37"/>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38"/>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42"/>
                                        </p:tgtEl>
                                        <p:attrNameLst>
                                          <p:attrName>style.visibility</p:attrName>
                                        </p:attrNameLst>
                                      </p:cBhvr>
                                      <p:to>
                                        <p:strVal val="visible"/>
                                      </p:to>
                                    </p:set>
                                  </p:childTnLst>
                                </p:cTn>
                              </p:par>
                            </p:childTnLst>
                          </p:cTn>
                        </p:par>
                      </p:childTnLst>
                    </p:cTn>
                  </p:par>
                  <p:par>
                    <p:cTn id="55" fill="hold">
                      <p:stCondLst>
                        <p:cond delay="indefinite"/>
                      </p:stCondLst>
                      <p:childTnLst>
                        <p:par>
                          <p:cTn id="56" fill="hold">
                            <p:stCondLst>
                              <p:cond delay="0"/>
                            </p:stCondLst>
                            <p:childTnLst>
                              <p:par>
                                <p:cTn id="57" presetID="1" presetClass="entr" presetSubtype="0" fill="hold" grpId="0" nodeType="clickEffect">
                                  <p:stCondLst>
                                    <p:cond delay="0"/>
                                  </p:stCondLst>
                                  <p:childTnLst>
                                    <p:set>
                                      <p:cBhvr>
                                        <p:cTn id="58" dur="1" fill="hold">
                                          <p:stCondLst>
                                            <p:cond delay="0"/>
                                          </p:stCondLst>
                                        </p:cTn>
                                        <p:tgtEl>
                                          <p:spTgt spid="7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10" grpId="0" animBg="1"/>
      <p:bldP spid="14" grpId="0"/>
      <p:bldP spid="56" grpId="0"/>
      <p:bldP spid="71" grpId="0" animBg="1"/>
      <p:bldP spid="25" grpId="0" animBg="1"/>
      <p:bldP spid="31" grpId="0"/>
      <p:bldP spid="38" grpId="0" animBg="1"/>
      <p:bldP spid="44" grpId="0"/>
      <p:bldP spid="29" grpId="0"/>
      <p:bldP spid="30" grpId="0" animBg="1"/>
      <p:bldP spid="33" grpId="0" animBg="1"/>
      <p:bldP spid="35" grpId="0"/>
      <p:bldP spid="36" grpId="0" animBg="1"/>
      <p:bldP spid="39" grpId="0"/>
      <p:bldP spid="41" grpId="0"/>
      <p:bldP spid="42"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a:xfrm>
            <a:off x="1128624" y="3946312"/>
            <a:ext cx="9626461" cy="2181479"/>
          </a:xfrm>
          <a:ln>
            <a:solidFill>
              <a:schemeClr val="accent1">
                <a:shade val="50000"/>
              </a:schemeClr>
            </a:solidFill>
          </a:ln>
        </p:spPr>
        <p:txBody>
          <a:bodyPr/>
          <a:lstStyle/>
          <a:p>
            <a:r>
              <a:rPr lang="en-US" dirty="0"/>
              <a:t>Why did Davis argue that the redemption was not essentially equivalent to a dividend?</a:t>
            </a:r>
          </a:p>
          <a:p>
            <a:r>
              <a:rPr lang="en-US" dirty="0"/>
              <a:t>“To qualify for preferred treatment under [302(b)(1)], a redemption must result in a </a:t>
            </a:r>
            <a:r>
              <a:rPr lang="en-US" b="1" i="1" dirty="0"/>
              <a:t>meaningful reduction </a:t>
            </a:r>
            <a:r>
              <a:rPr lang="en-US" dirty="0"/>
              <a:t>of the shareholder’s proportionate interest in the corporation.”</a:t>
            </a:r>
            <a:endParaRPr lang="en-US" i="1" dirty="0"/>
          </a:p>
        </p:txBody>
      </p:sp>
      <p:sp>
        <p:nvSpPr>
          <p:cNvPr id="3" name="Title 2"/>
          <p:cNvSpPr>
            <a:spLocks noGrp="1"/>
          </p:cNvSpPr>
          <p:nvPr>
            <p:ph type="title"/>
          </p:nvPr>
        </p:nvSpPr>
        <p:spPr/>
        <p:txBody>
          <a:bodyPr/>
          <a:lstStyle/>
          <a:p>
            <a:r>
              <a:rPr lang="en-US" dirty="0"/>
              <a:t>Redemptions: </a:t>
            </a:r>
            <a:r>
              <a:rPr lang="en-US" i="1" dirty="0"/>
              <a:t>US v. Davis, </a:t>
            </a:r>
            <a:r>
              <a:rPr lang="en-US" dirty="0"/>
              <a:t>397 US 301 (1970) </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14</a:t>
            </a:fld>
            <a:endParaRPr lang="en-US" altLang="en-US" dirty="0"/>
          </a:p>
        </p:txBody>
      </p:sp>
      <p:sp>
        <p:nvSpPr>
          <p:cNvPr id="6" name="Rectangle 5"/>
          <p:cNvSpPr/>
          <p:nvPr/>
        </p:nvSpPr>
        <p:spPr>
          <a:xfrm>
            <a:off x="4506803" y="2791663"/>
            <a:ext cx="1699327" cy="973995"/>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solidFill>
                  <a:schemeClr val="tx1"/>
                </a:solidFill>
              </a:rPr>
              <a:t>X</a:t>
            </a:r>
          </a:p>
        </p:txBody>
      </p:sp>
      <p:sp>
        <p:nvSpPr>
          <p:cNvPr id="8" name="Oval 7"/>
          <p:cNvSpPr/>
          <p:nvPr/>
        </p:nvSpPr>
        <p:spPr>
          <a:xfrm>
            <a:off x="4299873" y="1209323"/>
            <a:ext cx="1310185" cy="718529"/>
          </a:xfrm>
          <a:prstGeom prst="ellipse">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tx1"/>
                </a:solidFill>
              </a:rPr>
              <a:t>Wife</a:t>
            </a:r>
          </a:p>
        </p:txBody>
      </p:sp>
      <p:sp>
        <p:nvSpPr>
          <p:cNvPr id="9" name="Oval 8"/>
          <p:cNvSpPr/>
          <p:nvPr/>
        </p:nvSpPr>
        <p:spPr>
          <a:xfrm>
            <a:off x="5919404" y="1158704"/>
            <a:ext cx="1292866" cy="718529"/>
          </a:xfrm>
          <a:prstGeom prst="ellipse">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solidFill>
                  <a:schemeClr val="tx1"/>
                </a:solidFill>
              </a:rPr>
              <a:t>Son</a:t>
            </a:r>
          </a:p>
        </p:txBody>
      </p:sp>
      <p:sp>
        <p:nvSpPr>
          <p:cNvPr id="12" name="Oval 11"/>
          <p:cNvSpPr/>
          <p:nvPr/>
        </p:nvSpPr>
        <p:spPr>
          <a:xfrm>
            <a:off x="2588187" y="1209323"/>
            <a:ext cx="1310185" cy="667910"/>
          </a:xfrm>
          <a:prstGeom prst="ellipse">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tx1"/>
                </a:solidFill>
              </a:rPr>
              <a:t>Davis</a:t>
            </a:r>
          </a:p>
        </p:txBody>
      </p:sp>
      <p:sp>
        <p:nvSpPr>
          <p:cNvPr id="13" name="Oval 12"/>
          <p:cNvSpPr/>
          <p:nvPr/>
        </p:nvSpPr>
        <p:spPr>
          <a:xfrm>
            <a:off x="7578271" y="1158704"/>
            <a:ext cx="1310185" cy="769148"/>
          </a:xfrm>
          <a:prstGeom prst="ellipse">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tx1"/>
                </a:solidFill>
              </a:rPr>
              <a:t>Daughter</a:t>
            </a:r>
          </a:p>
        </p:txBody>
      </p:sp>
      <p:cxnSp>
        <p:nvCxnSpPr>
          <p:cNvPr id="19" name="Straight Connector 18"/>
          <p:cNvCxnSpPr>
            <a:cxnSpLocks/>
            <a:stCxn id="12" idx="4"/>
            <a:endCxn id="6" idx="0"/>
          </p:cNvCxnSpPr>
          <p:nvPr/>
        </p:nvCxnSpPr>
        <p:spPr>
          <a:xfrm>
            <a:off x="3243280" y="1877233"/>
            <a:ext cx="2113187" cy="914430"/>
          </a:xfrm>
          <a:prstGeom prst="line">
            <a:avLst/>
          </a:prstGeom>
        </p:spPr>
        <p:style>
          <a:lnRef idx="1">
            <a:schemeClr val="accent1"/>
          </a:lnRef>
          <a:fillRef idx="0">
            <a:schemeClr val="accent1"/>
          </a:fillRef>
          <a:effectRef idx="0">
            <a:schemeClr val="accent1"/>
          </a:effectRef>
          <a:fontRef idx="minor">
            <a:schemeClr val="tx1"/>
          </a:fontRef>
        </p:style>
      </p:cxnSp>
      <p:cxnSp>
        <p:nvCxnSpPr>
          <p:cNvPr id="22" name="Straight Connector 21"/>
          <p:cNvCxnSpPr>
            <a:cxnSpLocks/>
            <a:stCxn id="9" idx="4"/>
            <a:endCxn id="6" idx="0"/>
          </p:cNvCxnSpPr>
          <p:nvPr/>
        </p:nvCxnSpPr>
        <p:spPr>
          <a:xfrm flipH="1">
            <a:off x="5356467" y="1877233"/>
            <a:ext cx="1209370" cy="914430"/>
          </a:xfrm>
          <a:prstGeom prst="line">
            <a:avLst/>
          </a:prstGeom>
        </p:spPr>
        <p:style>
          <a:lnRef idx="1">
            <a:schemeClr val="accent1"/>
          </a:lnRef>
          <a:fillRef idx="0">
            <a:schemeClr val="accent1"/>
          </a:fillRef>
          <a:effectRef idx="0">
            <a:schemeClr val="accent1"/>
          </a:effectRef>
          <a:fontRef idx="minor">
            <a:schemeClr val="tx1"/>
          </a:fontRef>
        </p:style>
      </p:cxnSp>
      <p:cxnSp>
        <p:nvCxnSpPr>
          <p:cNvPr id="25" name="Straight Connector 24"/>
          <p:cNvCxnSpPr>
            <a:cxnSpLocks/>
            <a:stCxn id="13" idx="4"/>
            <a:endCxn id="6" idx="0"/>
          </p:cNvCxnSpPr>
          <p:nvPr/>
        </p:nvCxnSpPr>
        <p:spPr>
          <a:xfrm flipH="1">
            <a:off x="5356467" y="1927852"/>
            <a:ext cx="2876897" cy="863811"/>
          </a:xfrm>
          <a:prstGeom prst="line">
            <a:avLst/>
          </a:prstGeom>
        </p:spPr>
        <p:style>
          <a:lnRef idx="1">
            <a:schemeClr val="accent1"/>
          </a:lnRef>
          <a:fillRef idx="0">
            <a:schemeClr val="accent1"/>
          </a:fillRef>
          <a:effectRef idx="0">
            <a:schemeClr val="accent1"/>
          </a:effectRef>
          <a:fontRef idx="minor">
            <a:schemeClr val="tx1"/>
          </a:fontRef>
        </p:style>
      </p:cxnSp>
      <p:cxnSp>
        <p:nvCxnSpPr>
          <p:cNvPr id="28" name="Straight Connector 27"/>
          <p:cNvCxnSpPr>
            <a:cxnSpLocks/>
            <a:stCxn id="8" idx="4"/>
            <a:endCxn id="6" idx="0"/>
          </p:cNvCxnSpPr>
          <p:nvPr/>
        </p:nvCxnSpPr>
        <p:spPr>
          <a:xfrm>
            <a:off x="4954966" y="1927852"/>
            <a:ext cx="401501" cy="863811"/>
          </a:xfrm>
          <a:prstGeom prst="line">
            <a:avLst/>
          </a:prstGeom>
        </p:spPr>
        <p:style>
          <a:lnRef idx="1">
            <a:schemeClr val="accent1"/>
          </a:lnRef>
          <a:fillRef idx="0">
            <a:schemeClr val="accent1"/>
          </a:fillRef>
          <a:effectRef idx="0">
            <a:schemeClr val="accent1"/>
          </a:effectRef>
          <a:fontRef idx="minor">
            <a:schemeClr val="tx1"/>
          </a:fontRef>
        </p:style>
      </p:cxnSp>
      <p:sp>
        <p:nvSpPr>
          <p:cNvPr id="53" name="TextBox 52"/>
          <p:cNvSpPr txBox="1"/>
          <p:nvPr/>
        </p:nvSpPr>
        <p:spPr>
          <a:xfrm>
            <a:off x="2007242" y="1734145"/>
            <a:ext cx="926692" cy="461665"/>
          </a:xfrm>
          <a:prstGeom prst="rect">
            <a:avLst/>
          </a:prstGeom>
          <a:noFill/>
        </p:spPr>
        <p:txBody>
          <a:bodyPr wrap="square" rtlCol="0">
            <a:spAutoFit/>
          </a:bodyPr>
          <a:lstStyle/>
          <a:p>
            <a:r>
              <a:rPr lang="en-US" sz="1200" dirty="0"/>
              <a:t>250 CS</a:t>
            </a:r>
          </a:p>
          <a:p>
            <a:r>
              <a:rPr lang="en-US" sz="1200" dirty="0"/>
              <a:t>1000 </a:t>
            </a:r>
            <a:r>
              <a:rPr lang="en-US" sz="1200" dirty="0" err="1"/>
              <a:t>prd</a:t>
            </a:r>
            <a:endParaRPr lang="en-US" sz="1200" dirty="0"/>
          </a:p>
        </p:txBody>
      </p:sp>
      <p:sp>
        <p:nvSpPr>
          <p:cNvPr id="54" name="TextBox 53"/>
          <p:cNvSpPr txBox="1"/>
          <p:nvPr/>
        </p:nvSpPr>
        <p:spPr>
          <a:xfrm>
            <a:off x="4285167" y="1969150"/>
            <a:ext cx="787996" cy="276999"/>
          </a:xfrm>
          <a:prstGeom prst="rect">
            <a:avLst/>
          </a:prstGeom>
          <a:noFill/>
        </p:spPr>
        <p:txBody>
          <a:bodyPr wrap="square" rtlCol="0">
            <a:spAutoFit/>
          </a:bodyPr>
          <a:lstStyle/>
          <a:p>
            <a:r>
              <a:rPr lang="en-US" sz="1200"/>
              <a:t>250 CS</a:t>
            </a:r>
            <a:endParaRPr lang="en-US" sz="1200" dirty="0"/>
          </a:p>
        </p:txBody>
      </p:sp>
      <p:sp>
        <p:nvSpPr>
          <p:cNvPr id="55" name="TextBox 54"/>
          <p:cNvSpPr txBox="1"/>
          <p:nvPr/>
        </p:nvSpPr>
        <p:spPr>
          <a:xfrm>
            <a:off x="5574574" y="1929800"/>
            <a:ext cx="787996" cy="276999"/>
          </a:xfrm>
          <a:prstGeom prst="rect">
            <a:avLst/>
          </a:prstGeom>
          <a:noFill/>
        </p:spPr>
        <p:txBody>
          <a:bodyPr wrap="square" rtlCol="0">
            <a:spAutoFit/>
          </a:bodyPr>
          <a:lstStyle/>
          <a:p>
            <a:r>
              <a:rPr lang="en-US" sz="1200"/>
              <a:t>250 CS</a:t>
            </a:r>
            <a:endParaRPr lang="en-US" sz="1200" dirty="0"/>
          </a:p>
        </p:txBody>
      </p:sp>
      <p:sp>
        <p:nvSpPr>
          <p:cNvPr id="56" name="TextBox 55"/>
          <p:cNvSpPr txBox="1"/>
          <p:nvPr/>
        </p:nvSpPr>
        <p:spPr>
          <a:xfrm>
            <a:off x="7889794" y="1964978"/>
            <a:ext cx="787996" cy="276999"/>
          </a:xfrm>
          <a:prstGeom prst="rect">
            <a:avLst/>
          </a:prstGeom>
          <a:noFill/>
        </p:spPr>
        <p:txBody>
          <a:bodyPr wrap="square" rtlCol="0">
            <a:spAutoFit/>
          </a:bodyPr>
          <a:lstStyle/>
          <a:p>
            <a:r>
              <a:rPr lang="en-US" sz="1200"/>
              <a:t>250 CS</a:t>
            </a:r>
            <a:endParaRPr lang="en-US" sz="1200" dirty="0"/>
          </a:p>
        </p:txBody>
      </p:sp>
      <p:sp>
        <p:nvSpPr>
          <p:cNvPr id="62" name="TextBox 61"/>
          <p:cNvSpPr txBox="1"/>
          <p:nvPr/>
        </p:nvSpPr>
        <p:spPr>
          <a:xfrm>
            <a:off x="1907988" y="2392453"/>
            <a:ext cx="2269083" cy="276999"/>
          </a:xfrm>
          <a:prstGeom prst="rect">
            <a:avLst/>
          </a:prstGeom>
          <a:noFill/>
          <a:ln>
            <a:solidFill>
              <a:schemeClr val="accent1">
                <a:shade val="95000"/>
                <a:satMod val="105000"/>
              </a:schemeClr>
            </a:solidFill>
          </a:ln>
        </p:spPr>
        <p:txBody>
          <a:bodyPr wrap="none" rtlCol="0">
            <a:spAutoFit/>
          </a:bodyPr>
          <a:lstStyle/>
          <a:p>
            <a:r>
              <a:rPr lang="en-US" sz="1200" b="1" dirty="0"/>
              <a:t>X redeems D’s </a:t>
            </a:r>
            <a:r>
              <a:rPr lang="en-US" sz="1200" b="1" dirty="0" err="1"/>
              <a:t>prd</a:t>
            </a:r>
            <a:r>
              <a:rPr lang="en-US" sz="1200" b="1" dirty="0"/>
              <a:t> shares for 25k</a:t>
            </a:r>
          </a:p>
        </p:txBody>
      </p:sp>
      <p:sp>
        <p:nvSpPr>
          <p:cNvPr id="23" name="Oval 22"/>
          <p:cNvSpPr/>
          <p:nvPr/>
        </p:nvSpPr>
        <p:spPr>
          <a:xfrm>
            <a:off x="1522275" y="2334448"/>
            <a:ext cx="264244" cy="309189"/>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1</a:t>
            </a:r>
          </a:p>
        </p:txBody>
      </p:sp>
      <p:sp>
        <p:nvSpPr>
          <p:cNvPr id="5" name="Footer Placeholder 4">
            <a:extLst>
              <a:ext uri="{FF2B5EF4-FFF2-40B4-BE49-F238E27FC236}">
                <a16:creationId xmlns:a16="http://schemas.microsoft.com/office/drawing/2014/main" id="{73B8E61A-966B-EF41-91F6-117000D2ECDB}"/>
              </a:ext>
            </a:extLst>
          </p:cNvPr>
          <p:cNvSpPr>
            <a:spLocks noGrp="1"/>
          </p:cNvSpPr>
          <p:nvPr>
            <p:ph type="ftr" sz="quarter" idx="11"/>
          </p:nvPr>
        </p:nvSpPr>
        <p:spPr/>
        <p:txBody>
          <a:bodyPr/>
          <a:lstStyle/>
          <a:p>
            <a:pPr>
              <a:defRPr/>
            </a:pPr>
            <a:r>
              <a:rPr lang="en-US"/>
              <a:t>Redemptions</a:t>
            </a:r>
            <a:endParaRPr lang="en-US" dirty="0"/>
          </a:p>
        </p:txBody>
      </p:sp>
    </p:spTree>
    <p:extLst>
      <p:ext uri="{BB962C8B-B14F-4D97-AF65-F5344CB8AC3E}">
        <p14:creationId xmlns:p14="http://schemas.microsoft.com/office/powerpoint/2010/main" val="3033282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2"/>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3"/>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9"/>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22"/>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25"/>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28"/>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53"/>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54"/>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55"/>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56"/>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23"/>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62"/>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grpId="0" nodeType="clickEffect">
                                  <p:stCondLst>
                                    <p:cond delay="0"/>
                                  </p:stCondLst>
                                  <p:childTnLst>
                                    <p:set>
                                      <p:cBhvr>
                                        <p:cTn id="40" dur="1" fill="hold">
                                          <p:stCondLst>
                                            <p:cond delay="0"/>
                                          </p:stCondLst>
                                        </p:cTn>
                                        <p:tgtEl>
                                          <p:spTgt spid="2">
                                            <p:bg/>
                                          </p:spTgt>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grpId="0" nodeType="clickEffect">
                                  <p:stCondLst>
                                    <p:cond delay="0"/>
                                  </p:stCondLst>
                                  <p:childTnLst>
                                    <p:set>
                                      <p:cBhvr>
                                        <p:cTn id="44"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45" fill="hold">
                      <p:stCondLst>
                        <p:cond delay="indefinite"/>
                      </p:stCondLst>
                      <p:childTnLst>
                        <p:par>
                          <p:cTn id="46" fill="hold">
                            <p:stCondLst>
                              <p:cond delay="0"/>
                            </p:stCondLst>
                            <p:childTnLst>
                              <p:par>
                                <p:cTn id="47" presetID="1" presetClass="entr" presetSubtype="0" fill="hold" grpId="0" nodeType="clickEffect">
                                  <p:stCondLst>
                                    <p:cond delay="0"/>
                                  </p:stCondLst>
                                  <p:childTnLst>
                                    <p:set>
                                      <p:cBhvr>
                                        <p:cTn id="48"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animBg="1"/>
      <p:bldP spid="6" grpId="0" animBg="1"/>
      <p:bldP spid="8" grpId="0" animBg="1"/>
      <p:bldP spid="9" grpId="0" animBg="1"/>
      <p:bldP spid="12" grpId="0" animBg="1"/>
      <p:bldP spid="13" grpId="0" animBg="1"/>
      <p:bldP spid="53" grpId="0"/>
      <p:bldP spid="54" grpId="0"/>
      <p:bldP spid="55" grpId="0"/>
      <p:bldP spid="56" grpId="0"/>
      <p:bldP spid="62" grpId="0" animBg="1"/>
      <p:bldP spid="23"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dirty="0"/>
              <a:t>Redemptions: Rev. Rul. 76-385</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15</a:t>
            </a:fld>
            <a:endParaRPr lang="en-US" altLang="en-US" dirty="0"/>
          </a:p>
        </p:txBody>
      </p:sp>
      <p:sp>
        <p:nvSpPr>
          <p:cNvPr id="6" name="Rectangle 5"/>
          <p:cNvSpPr/>
          <p:nvPr/>
        </p:nvSpPr>
        <p:spPr>
          <a:xfrm>
            <a:off x="2298200" y="801994"/>
            <a:ext cx="1041621" cy="667910"/>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Corp X</a:t>
            </a:r>
          </a:p>
        </p:txBody>
      </p:sp>
      <p:sp>
        <p:nvSpPr>
          <p:cNvPr id="7" name="Rectangle 6"/>
          <p:cNvSpPr/>
          <p:nvPr/>
        </p:nvSpPr>
        <p:spPr>
          <a:xfrm>
            <a:off x="2298200" y="2137150"/>
            <a:ext cx="1041622" cy="667910"/>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Corp Y</a:t>
            </a:r>
          </a:p>
        </p:txBody>
      </p:sp>
      <p:cxnSp>
        <p:nvCxnSpPr>
          <p:cNvPr id="8" name="Straight Connector 7"/>
          <p:cNvCxnSpPr>
            <a:stCxn id="6" idx="2"/>
            <a:endCxn id="7" idx="0"/>
          </p:cNvCxnSpPr>
          <p:nvPr/>
        </p:nvCxnSpPr>
        <p:spPr>
          <a:xfrm>
            <a:off x="2819011" y="1469904"/>
            <a:ext cx="0" cy="66724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31" name="Rectangle 30"/>
          <p:cNvSpPr/>
          <p:nvPr/>
        </p:nvSpPr>
        <p:spPr>
          <a:xfrm>
            <a:off x="3634966" y="3232346"/>
            <a:ext cx="1041622" cy="667910"/>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Corp Z</a:t>
            </a:r>
          </a:p>
        </p:txBody>
      </p:sp>
      <p:cxnSp>
        <p:nvCxnSpPr>
          <p:cNvPr id="32" name="Straight Connector 31"/>
          <p:cNvCxnSpPr>
            <a:stCxn id="7" idx="2"/>
            <a:endCxn id="31" idx="0"/>
          </p:cNvCxnSpPr>
          <p:nvPr/>
        </p:nvCxnSpPr>
        <p:spPr>
          <a:xfrm>
            <a:off x="2819011" y="2805060"/>
            <a:ext cx="1336766" cy="427286"/>
          </a:xfrm>
          <a:prstGeom prst="line">
            <a:avLst/>
          </a:prstGeom>
        </p:spPr>
        <p:style>
          <a:lnRef idx="1">
            <a:schemeClr val="accent1"/>
          </a:lnRef>
          <a:fillRef idx="0">
            <a:schemeClr val="accent1"/>
          </a:fillRef>
          <a:effectRef idx="0">
            <a:schemeClr val="accent1"/>
          </a:effectRef>
          <a:fontRef idx="minor">
            <a:schemeClr val="tx1"/>
          </a:fontRef>
        </p:style>
      </p:cxnSp>
      <p:cxnSp>
        <p:nvCxnSpPr>
          <p:cNvPr id="34" name="Straight Connector 33"/>
          <p:cNvCxnSpPr>
            <a:stCxn id="6" idx="2"/>
            <a:endCxn id="31" idx="0"/>
          </p:cNvCxnSpPr>
          <p:nvPr/>
        </p:nvCxnSpPr>
        <p:spPr>
          <a:xfrm>
            <a:off x="2819011" y="1469904"/>
            <a:ext cx="1336766" cy="1762442"/>
          </a:xfrm>
          <a:prstGeom prst="line">
            <a:avLst/>
          </a:prstGeom>
        </p:spPr>
        <p:style>
          <a:lnRef idx="1">
            <a:schemeClr val="accent1"/>
          </a:lnRef>
          <a:fillRef idx="0">
            <a:schemeClr val="accent1"/>
          </a:fillRef>
          <a:effectRef idx="0">
            <a:schemeClr val="accent1"/>
          </a:effectRef>
          <a:fontRef idx="minor">
            <a:schemeClr val="tx1"/>
          </a:fontRef>
        </p:style>
      </p:cxnSp>
      <p:sp>
        <p:nvSpPr>
          <p:cNvPr id="37" name="TextBox 36"/>
          <p:cNvSpPr txBox="1"/>
          <p:nvPr/>
        </p:nvSpPr>
        <p:spPr>
          <a:xfrm>
            <a:off x="1173997" y="3496524"/>
            <a:ext cx="1990177" cy="261610"/>
          </a:xfrm>
          <a:prstGeom prst="rect">
            <a:avLst/>
          </a:prstGeom>
          <a:noFill/>
          <a:ln>
            <a:solidFill>
              <a:schemeClr val="accent1">
                <a:shade val="95000"/>
                <a:satMod val="105000"/>
              </a:schemeClr>
            </a:solidFill>
          </a:ln>
        </p:spPr>
        <p:txBody>
          <a:bodyPr wrap="square" rtlCol="0">
            <a:spAutoFit/>
          </a:bodyPr>
          <a:lstStyle/>
          <a:p>
            <a:r>
              <a:rPr lang="en-US" sz="1100" b="1" dirty="0"/>
              <a:t>Z redeems Corp Y’s shares</a:t>
            </a:r>
          </a:p>
        </p:txBody>
      </p:sp>
      <p:sp>
        <p:nvSpPr>
          <p:cNvPr id="38" name="Oval 37"/>
          <p:cNvSpPr/>
          <p:nvPr/>
        </p:nvSpPr>
        <p:spPr>
          <a:xfrm>
            <a:off x="3236559" y="3462084"/>
            <a:ext cx="264244" cy="309189"/>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1</a:t>
            </a:r>
          </a:p>
        </p:txBody>
      </p:sp>
      <p:sp>
        <p:nvSpPr>
          <p:cNvPr id="39" name="Rectangle 38"/>
          <p:cNvSpPr/>
          <p:nvPr/>
        </p:nvSpPr>
        <p:spPr>
          <a:xfrm>
            <a:off x="6984779" y="801994"/>
            <a:ext cx="1041621" cy="667910"/>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Corp X</a:t>
            </a:r>
          </a:p>
        </p:txBody>
      </p:sp>
      <p:sp>
        <p:nvSpPr>
          <p:cNvPr id="40" name="Rectangle 39"/>
          <p:cNvSpPr/>
          <p:nvPr/>
        </p:nvSpPr>
        <p:spPr>
          <a:xfrm>
            <a:off x="7000309" y="2023584"/>
            <a:ext cx="1041622" cy="667910"/>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Corp Y</a:t>
            </a:r>
          </a:p>
        </p:txBody>
      </p:sp>
      <p:cxnSp>
        <p:nvCxnSpPr>
          <p:cNvPr id="41" name="Straight Connector 40"/>
          <p:cNvCxnSpPr/>
          <p:nvPr/>
        </p:nvCxnSpPr>
        <p:spPr>
          <a:xfrm flipH="1">
            <a:off x="7531144" y="1482229"/>
            <a:ext cx="1" cy="52903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42" name="Rectangle 41"/>
          <p:cNvSpPr/>
          <p:nvPr/>
        </p:nvSpPr>
        <p:spPr>
          <a:xfrm>
            <a:off x="8584353" y="2006297"/>
            <a:ext cx="1041622" cy="667910"/>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Corp Z</a:t>
            </a:r>
          </a:p>
        </p:txBody>
      </p:sp>
      <p:cxnSp>
        <p:nvCxnSpPr>
          <p:cNvPr id="44" name="Straight Connector 43"/>
          <p:cNvCxnSpPr>
            <a:stCxn id="39" idx="2"/>
            <a:endCxn id="42" idx="0"/>
          </p:cNvCxnSpPr>
          <p:nvPr/>
        </p:nvCxnSpPr>
        <p:spPr>
          <a:xfrm>
            <a:off x="7505590" y="1469904"/>
            <a:ext cx="1599574" cy="536393"/>
          </a:xfrm>
          <a:prstGeom prst="line">
            <a:avLst/>
          </a:prstGeom>
        </p:spPr>
        <p:style>
          <a:lnRef idx="1">
            <a:schemeClr val="accent1"/>
          </a:lnRef>
          <a:fillRef idx="0">
            <a:schemeClr val="accent1"/>
          </a:fillRef>
          <a:effectRef idx="0">
            <a:schemeClr val="accent1"/>
          </a:effectRef>
          <a:fontRef idx="minor">
            <a:schemeClr val="tx1"/>
          </a:fontRef>
        </p:style>
      </p:cxnSp>
      <p:cxnSp>
        <p:nvCxnSpPr>
          <p:cNvPr id="53" name="Straight Connector 52"/>
          <p:cNvCxnSpPr/>
          <p:nvPr/>
        </p:nvCxnSpPr>
        <p:spPr>
          <a:xfrm flipH="1">
            <a:off x="6091969" y="709645"/>
            <a:ext cx="4031" cy="3431115"/>
          </a:xfrm>
          <a:prstGeom prst="line">
            <a:avLst/>
          </a:prstGeom>
          <a:ln w="19050">
            <a:solidFill>
              <a:schemeClr val="accent1">
                <a:lumMod val="40000"/>
                <a:lumOff val="60000"/>
              </a:schemeClr>
            </a:solidFill>
          </a:ln>
        </p:spPr>
        <p:style>
          <a:lnRef idx="1">
            <a:schemeClr val="accent1"/>
          </a:lnRef>
          <a:fillRef idx="0">
            <a:schemeClr val="accent1"/>
          </a:fillRef>
          <a:effectRef idx="0">
            <a:schemeClr val="accent1"/>
          </a:effectRef>
          <a:fontRef idx="minor">
            <a:schemeClr val="tx1"/>
          </a:fontRef>
        </p:style>
      </p:cxnSp>
      <p:sp>
        <p:nvSpPr>
          <p:cNvPr id="55" name="TextBox 54"/>
          <p:cNvSpPr txBox="1"/>
          <p:nvPr/>
        </p:nvSpPr>
        <p:spPr>
          <a:xfrm>
            <a:off x="2392419" y="2916637"/>
            <a:ext cx="853182" cy="276999"/>
          </a:xfrm>
          <a:prstGeom prst="rect">
            <a:avLst/>
          </a:prstGeom>
          <a:noFill/>
        </p:spPr>
        <p:txBody>
          <a:bodyPr wrap="none" rtlCol="0">
            <a:spAutoFit/>
          </a:bodyPr>
          <a:lstStyle/>
          <a:p>
            <a:r>
              <a:rPr lang="en-US" sz="1200" dirty="0"/>
              <a:t>few shares</a:t>
            </a:r>
          </a:p>
        </p:txBody>
      </p:sp>
      <p:sp>
        <p:nvSpPr>
          <p:cNvPr id="56" name="TextBox 55"/>
          <p:cNvSpPr txBox="1"/>
          <p:nvPr/>
        </p:nvSpPr>
        <p:spPr>
          <a:xfrm>
            <a:off x="3716964" y="2575322"/>
            <a:ext cx="853182" cy="276999"/>
          </a:xfrm>
          <a:prstGeom prst="rect">
            <a:avLst/>
          </a:prstGeom>
          <a:noFill/>
        </p:spPr>
        <p:txBody>
          <a:bodyPr wrap="none" rtlCol="0">
            <a:spAutoFit/>
          </a:bodyPr>
          <a:lstStyle/>
          <a:p>
            <a:r>
              <a:rPr lang="en-US" sz="1200" dirty="0"/>
              <a:t>few shares</a:t>
            </a:r>
          </a:p>
        </p:txBody>
      </p:sp>
      <p:sp>
        <p:nvSpPr>
          <p:cNvPr id="57" name="TextBox 56"/>
          <p:cNvSpPr txBox="1"/>
          <p:nvPr/>
        </p:nvSpPr>
        <p:spPr>
          <a:xfrm>
            <a:off x="8239748" y="1449446"/>
            <a:ext cx="853182" cy="276999"/>
          </a:xfrm>
          <a:prstGeom prst="rect">
            <a:avLst/>
          </a:prstGeom>
          <a:noFill/>
        </p:spPr>
        <p:txBody>
          <a:bodyPr wrap="none" rtlCol="0">
            <a:spAutoFit/>
          </a:bodyPr>
          <a:lstStyle/>
          <a:p>
            <a:r>
              <a:rPr lang="en-US" sz="1200" dirty="0"/>
              <a:t>few shares</a:t>
            </a:r>
          </a:p>
        </p:txBody>
      </p:sp>
      <p:sp>
        <p:nvSpPr>
          <p:cNvPr id="58" name="Content Placeholder 1"/>
          <p:cNvSpPr>
            <a:spLocks noGrp="1"/>
          </p:cNvSpPr>
          <p:nvPr>
            <p:ph idx="1"/>
          </p:nvPr>
        </p:nvSpPr>
        <p:spPr>
          <a:xfrm>
            <a:off x="1356796" y="4601959"/>
            <a:ext cx="10432868" cy="1028387"/>
          </a:xfrm>
          <a:ln>
            <a:solidFill>
              <a:schemeClr val="accent1">
                <a:lumMod val="40000"/>
                <a:lumOff val="60000"/>
              </a:schemeClr>
            </a:solidFill>
          </a:ln>
        </p:spPr>
        <p:txBody>
          <a:bodyPr/>
          <a:lstStyle/>
          <a:p>
            <a:r>
              <a:rPr lang="en-US" sz="2000" dirty="0"/>
              <a:t>Why isn’t the redemption of Corp Y’s shares treated as a complete termination?</a:t>
            </a:r>
          </a:p>
          <a:p>
            <a:pPr lvl="1"/>
            <a:r>
              <a:rPr lang="en-US" sz="1800" i="1" dirty="0"/>
              <a:t>See</a:t>
            </a:r>
            <a:r>
              <a:rPr lang="en-US" sz="1800" dirty="0"/>
              <a:t> §318(a)(3)(C)</a:t>
            </a:r>
          </a:p>
          <a:p>
            <a:r>
              <a:rPr lang="en-US" sz="2000" dirty="0"/>
              <a:t>What was Corp Y’s ownership interest before and after the redemption? </a:t>
            </a:r>
          </a:p>
        </p:txBody>
      </p:sp>
      <p:sp>
        <p:nvSpPr>
          <p:cNvPr id="59" name="TextBox 58"/>
          <p:cNvSpPr txBox="1"/>
          <p:nvPr/>
        </p:nvSpPr>
        <p:spPr>
          <a:xfrm>
            <a:off x="4799694" y="3335468"/>
            <a:ext cx="1062727" cy="461665"/>
          </a:xfrm>
          <a:prstGeom prst="rect">
            <a:avLst/>
          </a:prstGeom>
          <a:noFill/>
        </p:spPr>
        <p:txBody>
          <a:bodyPr wrap="none" rtlCol="0">
            <a:spAutoFit/>
          </a:bodyPr>
          <a:lstStyle/>
          <a:p>
            <a:r>
              <a:rPr lang="en-US" sz="1200" dirty="0"/>
              <a:t>28mm </a:t>
            </a:r>
            <a:r>
              <a:rPr lang="en-US" sz="1200"/>
              <a:t>shares </a:t>
            </a:r>
          </a:p>
          <a:p>
            <a:r>
              <a:rPr lang="en-US" sz="1200" dirty="0"/>
              <a:t>outstanding</a:t>
            </a:r>
          </a:p>
        </p:txBody>
      </p:sp>
      <p:sp>
        <p:nvSpPr>
          <p:cNvPr id="5" name="Footer Placeholder 4">
            <a:extLst>
              <a:ext uri="{FF2B5EF4-FFF2-40B4-BE49-F238E27FC236}">
                <a16:creationId xmlns:a16="http://schemas.microsoft.com/office/drawing/2014/main" id="{A19929DD-9A00-954B-8635-2A52A249D4BB}"/>
              </a:ext>
            </a:extLst>
          </p:cNvPr>
          <p:cNvSpPr>
            <a:spLocks noGrp="1"/>
          </p:cNvSpPr>
          <p:nvPr>
            <p:ph type="ftr" sz="quarter" idx="11"/>
          </p:nvPr>
        </p:nvSpPr>
        <p:spPr/>
        <p:txBody>
          <a:bodyPr/>
          <a:lstStyle/>
          <a:p>
            <a:pPr>
              <a:defRPr/>
            </a:pPr>
            <a:r>
              <a:rPr lang="en-US"/>
              <a:t>Redemptions</a:t>
            </a:r>
            <a:endParaRPr lang="en-US" dirty="0"/>
          </a:p>
        </p:txBody>
      </p:sp>
    </p:spTree>
    <p:extLst>
      <p:ext uri="{BB962C8B-B14F-4D97-AF65-F5344CB8AC3E}">
        <p14:creationId xmlns:p14="http://schemas.microsoft.com/office/powerpoint/2010/main" val="2099381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8"/>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1"/>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2"/>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4"/>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38"/>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55"/>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56"/>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59"/>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37"/>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nodeType="clickEffect">
                                  <p:stCondLst>
                                    <p:cond delay="0"/>
                                  </p:stCondLst>
                                  <p:childTnLst>
                                    <p:set>
                                      <p:cBhvr>
                                        <p:cTn id="32" dur="1" fill="hold">
                                          <p:stCondLst>
                                            <p:cond delay="0"/>
                                          </p:stCondLst>
                                        </p:cTn>
                                        <p:tgtEl>
                                          <p:spTgt spid="53"/>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39"/>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40"/>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41"/>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42"/>
                                        </p:tgtEl>
                                        <p:attrNameLst>
                                          <p:attrName>style.visibility</p:attrName>
                                        </p:attrNameLst>
                                      </p:cBhvr>
                                      <p:to>
                                        <p:strVal val="visible"/>
                                      </p:to>
                                    </p:set>
                                  </p:childTnLst>
                                </p:cTn>
                              </p:par>
                              <p:par>
                                <p:cTn id="43" presetID="1" presetClass="entr" presetSubtype="0" fill="hold" nodeType="withEffect">
                                  <p:stCondLst>
                                    <p:cond delay="0"/>
                                  </p:stCondLst>
                                  <p:childTnLst>
                                    <p:set>
                                      <p:cBhvr>
                                        <p:cTn id="44" dur="1" fill="hold">
                                          <p:stCondLst>
                                            <p:cond delay="0"/>
                                          </p:stCondLst>
                                        </p:cTn>
                                        <p:tgtEl>
                                          <p:spTgt spid="44"/>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57"/>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grpId="0" nodeType="clickEffect">
                                  <p:stCondLst>
                                    <p:cond delay="0"/>
                                  </p:stCondLst>
                                  <p:childTnLst>
                                    <p:set>
                                      <p:cBhvr>
                                        <p:cTn id="50" dur="1" fill="hold">
                                          <p:stCondLst>
                                            <p:cond delay="0"/>
                                          </p:stCondLst>
                                        </p:cTn>
                                        <p:tgtEl>
                                          <p:spTgt spid="58">
                                            <p:bg/>
                                          </p:spTgt>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grpId="0" nodeType="clickEffect">
                                  <p:stCondLst>
                                    <p:cond delay="0"/>
                                  </p:stCondLst>
                                  <p:childTnLst>
                                    <p:set>
                                      <p:cBhvr>
                                        <p:cTn id="54" dur="1" fill="hold">
                                          <p:stCondLst>
                                            <p:cond delay="0"/>
                                          </p:stCondLst>
                                        </p:cTn>
                                        <p:tgtEl>
                                          <p:spTgt spid="58">
                                            <p:txEl>
                                              <p:pRg st="0" end="0"/>
                                            </p:txEl>
                                          </p:spTgt>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58">
                                            <p:txEl>
                                              <p:pRg st="1" end="1"/>
                                            </p:txEl>
                                          </p:spTgt>
                                        </p:tgtEl>
                                        <p:attrNameLst>
                                          <p:attrName>style.visibility</p:attrName>
                                        </p:attrNameLst>
                                      </p:cBhvr>
                                      <p:to>
                                        <p:strVal val="visible"/>
                                      </p:to>
                                    </p:set>
                                  </p:childTnLst>
                                </p:cTn>
                              </p:par>
                            </p:childTnLst>
                          </p:cTn>
                        </p:par>
                      </p:childTnLst>
                    </p:cTn>
                  </p:par>
                  <p:par>
                    <p:cTn id="57" fill="hold">
                      <p:stCondLst>
                        <p:cond delay="indefinite"/>
                      </p:stCondLst>
                      <p:childTnLst>
                        <p:par>
                          <p:cTn id="58" fill="hold">
                            <p:stCondLst>
                              <p:cond delay="0"/>
                            </p:stCondLst>
                            <p:childTnLst>
                              <p:par>
                                <p:cTn id="59" presetID="1" presetClass="entr" presetSubtype="0" fill="hold" grpId="0" nodeType="clickEffect">
                                  <p:stCondLst>
                                    <p:cond delay="0"/>
                                  </p:stCondLst>
                                  <p:childTnLst>
                                    <p:set>
                                      <p:cBhvr>
                                        <p:cTn id="60" dur="1" fill="hold">
                                          <p:stCondLst>
                                            <p:cond delay="0"/>
                                          </p:stCondLst>
                                        </p:cTn>
                                        <p:tgtEl>
                                          <p:spTgt spid="58">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31" grpId="0" animBg="1"/>
      <p:bldP spid="37" grpId="0" animBg="1"/>
      <p:bldP spid="38" grpId="0" animBg="1"/>
      <p:bldP spid="39" grpId="0" animBg="1"/>
      <p:bldP spid="40" grpId="0" animBg="1"/>
      <p:bldP spid="42" grpId="0" animBg="1"/>
      <p:bldP spid="55" grpId="0"/>
      <p:bldP spid="56" grpId="0"/>
      <p:bldP spid="57" grpId="0"/>
      <p:bldP spid="58" grpId="0" build="p" animBg="1"/>
      <p:bldP spid="59" grpId="0"/>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dirty="0"/>
              <a:t>Redemptions: Rev. Rul. 81-289</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16</a:t>
            </a:fld>
            <a:endParaRPr lang="en-US" altLang="en-US" dirty="0"/>
          </a:p>
        </p:txBody>
      </p:sp>
      <p:sp>
        <p:nvSpPr>
          <p:cNvPr id="6" name="Oval 5"/>
          <p:cNvSpPr/>
          <p:nvPr/>
        </p:nvSpPr>
        <p:spPr>
          <a:xfrm>
            <a:off x="2194529" y="801662"/>
            <a:ext cx="1041621" cy="667910"/>
          </a:xfrm>
          <a:prstGeom prst="ellipse">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solidFill>
                  <a:schemeClr val="tx1"/>
                </a:solidFill>
              </a:rPr>
              <a:t>A</a:t>
            </a:r>
            <a:endParaRPr lang="en-US" dirty="0">
              <a:solidFill>
                <a:schemeClr val="tx1"/>
              </a:solidFill>
            </a:endParaRPr>
          </a:p>
        </p:txBody>
      </p:sp>
      <p:sp>
        <p:nvSpPr>
          <p:cNvPr id="7" name="Rectangle 6"/>
          <p:cNvSpPr/>
          <p:nvPr/>
        </p:nvSpPr>
        <p:spPr>
          <a:xfrm>
            <a:off x="1409924" y="2137150"/>
            <a:ext cx="1041622" cy="667910"/>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Corp X</a:t>
            </a:r>
          </a:p>
        </p:txBody>
      </p:sp>
      <p:cxnSp>
        <p:nvCxnSpPr>
          <p:cNvPr id="8" name="Straight Connector 7"/>
          <p:cNvCxnSpPr>
            <a:stCxn id="6" idx="4"/>
            <a:endCxn id="7" idx="0"/>
          </p:cNvCxnSpPr>
          <p:nvPr/>
        </p:nvCxnSpPr>
        <p:spPr>
          <a:xfrm flipH="1">
            <a:off x="1930735" y="1469572"/>
            <a:ext cx="784605" cy="667578"/>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3" name="Straight Connector 52"/>
          <p:cNvCxnSpPr/>
          <p:nvPr/>
        </p:nvCxnSpPr>
        <p:spPr>
          <a:xfrm>
            <a:off x="6096001" y="709645"/>
            <a:ext cx="17416" cy="3892314"/>
          </a:xfrm>
          <a:prstGeom prst="line">
            <a:avLst/>
          </a:prstGeom>
          <a:ln w="19050">
            <a:solidFill>
              <a:schemeClr val="accent1">
                <a:lumMod val="40000"/>
                <a:lumOff val="60000"/>
              </a:schemeClr>
            </a:solidFill>
          </a:ln>
        </p:spPr>
        <p:style>
          <a:lnRef idx="1">
            <a:schemeClr val="accent1"/>
          </a:lnRef>
          <a:fillRef idx="0">
            <a:schemeClr val="accent1"/>
          </a:fillRef>
          <a:effectRef idx="0">
            <a:schemeClr val="accent1"/>
          </a:effectRef>
          <a:fontRef idx="minor">
            <a:schemeClr val="tx1"/>
          </a:fontRef>
        </p:style>
      </p:cxnSp>
      <p:sp>
        <p:nvSpPr>
          <p:cNvPr id="25" name="Oval 24"/>
          <p:cNvSpPr/>
          <p:nvPr/>
        </p:nvSpPr>
        <p:spPr>
          <a:xfrm>
            <a:off x="675766" y="823281"/>
            <a:ext cx="1041621" cy="667910"/>
          </a:xfrm>
          <a:prstGeom prst="ellipse">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Other </a:t>
            </a:r>
            <a:r>
              <a:rPr lang="en-US" dirty="0" err="1">
                <a:solidFill>
                  <a:schemeClr val="tx1"/>
                </a:solidFill>
              </a:rPr>
              <a:t>SHs</a:t>
            </a:r>
            <a:endParaRPr lang="en-US" dirty="0">
              <a:solidFill>
                <a:schemeClr val="tx1"/>
              </a:solidFill>
            </a:endParaRPr>
          </a:p>
        </p:txBody>
      </p:sp>
      <p:cxnSp>
        <p:nvCxnSpPr>
          <p:cNvPr id="26" name="Straight Connector 25"/>
          <p:cNvCxnSpPr>
            <a:stCxn id="25" idx="4"/>
            <a:endCxn id="7" idx="0"/>
          </p:cNvCxnSpPr>
          <p:nvPr/>
        </p:nvCxnSpPr>
        <p:spPr>
          <a:xfrm>
            <a:off x="1196577" y="1491191"/>
            <a:ext cx="734158" cy="645959"/>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29" name="TextBox 28"/>
          <p:cNvSpPr txBox="1"/>
          <p:nvPr/>
        </p:nvSpPr>
        <p:spPr>
          <a:xfrm>
            <a:off x="2649167" y="1608244"/>
            <a:ext cx="604653" cy="276999"/>
          </a:xfrm>
          <a:prstGeom prst="rect">
            <a:avLst/>
          </a:prstGeom>
          <a:noFill/>
        </p:spPr>
        <p:txBody>
          <a:bodyPr wrap="none" rtlCol="0">
            <a:spAutoFit/>
          </a:bodyPr>
          <a:lstStyle/>
          <a:p>
            <a:r>
              <a:rPr lang="en-US" sz="1200" dirty="0"/>
              <a:t>2,000x</a:t>
            </a:r>
          </a:p>
        </p:txBody>
      </p:sp>
      <p:sp>
        <p:nvSpPr>
          <p:cNvPr id="30" name="TextBox 29"/>
          <p:cNvSpPr txBox="1"/>
          <p:nvPr/>
        </p:nvSpPr>
        <p:spPr>
          <a:xfrm>
            <a:off x="2529898" y="2301251"/>
            <a:ext cx="928139" cy="461665"/>
          </a:xfrm>
          <a:prstGeom prst="rect">
            <a:avLst/>
          </a:prstGeom>
          <a:noFill/>
        </p:spPr>
        <p:txBody>
          <a:bodyPr wrap="none" rtlCol="0">
            <a:spAutoFit/>
          </a:bodyPr>
          <a:lstStyle/>
          <a:p>
            <a:r>
              <a:rPr lang="en-US" sz="1200" dirty="0"/>
              <a:t>1,000,000x </a:t>
            </a:r>
          </a:p>
          <a:p>
            <a:r>
              <a:rPr lang="en-US" sz="1200" dirty="0"/>
              <a:t>outstanding</a:t>
            </a:r>
          </a:p>
        </p:txBody>
      </p:sp>
      <p:sp>
        <p:nvSpPr>
          <p:cNvPr id="33" name="TextBox 32"/>
          <p:cNvSpPr txBox="1"/>
          <p:nvPr/>
        </p:nvSpPr>
        <p:spPr>
          <a:xfrm>
            <a:off x="925340" y="3317493"/>
            <a:ext cx="2479354" cy="307777"/>
          </a:xfrm>
          <a:prstGeom prst="rect">
            <a:avLst/>
          </a:prstGeom>
          <a:noFill/>
          <a:ln>
            <a:solidFill>
              <a:schemeClr val="accent1">
                <a:shade val="95000"/>
                <a:satMod val="105000"/>
              </a:schemeClr>
            </a:solidFill>
          </a:ln>
        </p:spPr>
        <p:txBody>
          <a:bodyPr wrap="square" rtlCol="0">
            <a:spAutoFit/>
          </a:bodyPr>
          <a:lstStyle/>
          <a:p>
            <a:r>
              <a:rPr lang="en-US" sz="1400" b="1" dirty="0"/>
              <a:t>X redeems 20,000x shares (2%)</a:t>
            </a:r>
          </a:p>
        </p:txBody>
      </p:sp>
      <p:sp>
        <p:nvSpPr>
          <p:cNvPr id="35" name="Oval 34"/>
          <p:cNvSpPr/>
          <p:nvPr/>
        </p:nvSpPr>
        <p:spPr>
          <a:xfrm>
            <a:off x="8480125" y="1181769"/>
            <a:ext cx="1041621" cy="667910"/>
          </a:xfrm>
          <a:prstGeom prst="ellipse">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solidFill>
                  <a:schemeClr val="tx1"/>
                </a:solidFill>
              </a:rPr>
              <a:t>A</a:t>
            </a:r>
            <a:endParaRPr lang="en-US" dirty="0">
              <a:solidFill>
                <a:schemeClr val="tx1"/>
              </a:solidFill>
            </a:endParaRPr>
          </a:p>
        </p:txBody>
      </p:sp>
      <p:sp>
        <p:nvSpPr>
          <p:cNvPr id="36" name="Rectangle 35"/>
          <p:cNvSpPr/>
          <p:nvPr/>
        </p:nvSpPr>
        <p:spPr>
          <a:xfrm>
            <a:off x="7695520" y="2517257"/>
            <a:ext cx="1041622" cy="667910"/>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Corp X</a:t>
            </a:r>
          </a:p>
        </p:txBody>
      </p:sp>
      <p:cxnSp>
        <p:nvCxnSpPr>
          <p:cNvPr id="43" name="Straight Connector 42"/>
          <p:cNvCxnSpPr>
            <a:stCxn id="46" idx="4"/>
            <a:endCxn id="47" idx="0"/>
          </p:cNvCxnSpPr>
          <p:nvPr/>
        </p:nvCxnSpPr>
        <p:spPr>
          <a:xfrm flipH="1">
            <a:off x="8216331" y="1849679"/>
            <a:ext cx="784605" cy="667578"/>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45" name="Oval 44"/>
          <p:cNvSpPr/>
          <p:nvPr/>
        </p:nvSpPr>
        <p:spPr>
          <a:xfrm>
            <a:off x="6961362" y="1203388"/>
            <a:ext cx="1041621" cy="667910"/>
          </a:xfrm>
          <a:prstGeom prst="ellipse">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Other </a:t>
            </a:r>
            <a:r>
              <a:rPr lang="en-US" dirty="0" err="1">
                <a:solidFill>
                  <a:schemeClr val="tx1"/>
                </a:solidFill>
              </a:rPr>
              <a:t>SHs</a:t>
            </a:r>
            <a:endParaRPr lang="en-US" dirty="0">
              <a:solidFill>
                <a:schemeClr val="tx1"/>
              </a:solidFill>
            </a:endParaRPr>
          </a:p>
        </p:txBody>
      </p:sp>
      <p:cxnSp>
        <p:nvCxnSpPr>
          <p:cNvPr id="46" name="Straight Connector 45"/>
          <p:cNvCxnSpPr>
            <a:endCxn id="47" idx="0"/>
          </p:cNvCxnSpPr>
          <p:nvPr/>
        </p:nvCxnSpPr>
        <p:spPr>
          <a:xfrm>
            <a:off x="7482173" y="1871298"/>
            <a:ext cx="734158" cy="645959"/>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47" name="TextBox 46"/>
          <p:cNvSpPr txBox="1"/>
          <p:nvPr/>
        </p:nvSpPr>
        <p:spPr>
          <a:xfrm>
            <a:off x="8934763" y="1988351"/>
            <a:ext cx="1024639" cy="276999"/>
          </a:xfrm>
          <a:prstGeom prst="rect">
            <a:avLst/>
          </a:prstGeom>
          <a:noFill/>
        </p:spPr>
        <p:txBody>
          <a:bodyPr wrap="none" rtlCol="0">
            <a:spAutoFit/>
          </a:bodyPr>
          <a:lstStyle/>
          <a:p>
            <a:r>
              <a:rPr lang="en-US" sz="1200" dirty="0"/>
              <a:t>1,960x</a:t>
            </a:r>
          </a:p>
        </p:txBody>
      </p:sp>
      <p:sp>
        <p:nvSpPr>
          <p:cNvPr id="48" name="TextBox 47"/>
          <p:cNvSpPr txBox="1"/>
          <p:nvPr/>
        </p:nvSpPr>
        <p:spPr>
          <a:xfrm>
            <a:off x="8815494" y="2681358"/>
            <a:ext cx="928139" cy="461665"/>
          </a:xfrm>
          <a:prstGeom prst="rect">
            <a:avLst/>
          </a:prstGeom>
          <a:noFill/>
        </p:spPr>
        <p:txBody>
          <a:bodyPr wrap="none" rtlCol="0">
            <a:spAutoFit/>
          </a:bodyPr>
          <a:lstStyle/>
          <a:p>
            <a:r>
              <a:rPr lang="en-US" sz="1200" dirty="0"/>
              <a:t>980,000x </a:t>
            </a:r>
          </a:p>
          <a:p>
            <a:r>
              <a:rPr lang="en-US" sz="1200" dirty="0"/>
              <a:t>outstanding</a:t>
            </a:r>
          </a:p>
        </p:txBody>
      </p:sp>
      <p:sp>
        <p:nvSpPr>
          <p:cNvPr id="49" name="TextBox 48"/>
          <p:cNvSpPr txBox="1"/>
          <p:nvPr/>
        </p:nvSpPr>
        <p:spPr>
          <a:xfrm>
            <a:off x="3404694" y="1587403"/>
            <a:ext cx="2479354" cy="307777"/>
          </a:xfrm>
          <a:prstGeom prst="rect">
            <a:avLst/>
          </a:prstGeom>
          <a:noFill/>
          <a:ln>
            <a:solidFill>
              <a:schemeClr val="accent1">
                <a:shade val="95000"/>
                <a:satMod val="105000"/>
              </a:schemeClr>
            </a:solidFill>
          </a:ln>
        </p:spPr>
        <p:txBody>
          <a:bodyPr wrap="square" rtlCol="0">
            <a:spAutoFit/>
          </a:bodyPr>
          <a:lstStyle/>
          <a:p>
            <a:r>
              <a:rPr lang="en-US" sz="1400" b="1" dirty="0"/>
              <a:t>A tenders 40x </a:t>
            </a:r>
            <a:r>
              <a:rPr lang="en-US" sz="1400" b="1"/>
              <a:t>shares (2</a:t>
            </a:r>
            <a:r>
              <a:rPr lang="en-US" sz="1400" b="1" dirty="0"/>
              <a:t>%)</a:t>
            </a:r>
          </a:p>
        </p:txBody>
      </p:sp>
      <p:sp>
        <p:nvSpPr>
          <p:cNvPr id="50" name="Content Placeholder 1"/>
          <p:cNvSpPr>
            <a:spLocks noGrp="1"/>
          </p:cNvSpPr>
          <p:nvPr>
            <p:ph idx="1"/>
          </p:nvPr>
        </p:nvSpPr>
        <p:spPr>
          <a:xfrm>
            <a:off x="2451546" y="5096643"/>
            <a:ext cx="7970083" cy="490258"/>
          </a:xfrm>
          <a:ln>
            <a:solidFill>
              <a:schemeClr val="accent1">
                <a:lumMod val="40000"/>
                <a:lumOff val="60000"/>
              </a:schemeClr>
            </a:solidFill>
          </a:ln>
        </p:spPr>
        <p:txBody>
          <a:bodyPr/>
          <a:lstStyle/>
          <a:p>
            <a:r>
              <a:rPr lang="en-US" sz="2000" dirty="0"/>
              <a:t>What was A’s ownership interest in X before and after the redemption? </a:t>
            </a:r>
          </a:p>
        </p:txBody>
      </p:sp>
      <p:sp>
        <p:nvSpPr>
          <p:cNvPr id="51" name="Oval 50"/>
          <p:cNvSpPr/>
          <p:nvPr/>
        </p:nvSpPr>
        <p:spPr>
          <a:xfrm>
            <a:off x="4308622" y="1199561"/>
            <a:ext cx="264244" cy="309189"/>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1</a:t>
            </a:r>
          </a:p>
        </p:txBody>
      </p:sp>
      <p:sp>
        <p:nvSpPr>
          <p:cNvPr id="52" name="Oval 51"/>
          <p:cNvSpPr/>
          <p:nvPr/>
        </p:nvSpPr>
        <p:spPr>
          <a:xfrm>
            <a:off x="1944285" y="2918820"/>
            <a:ext cx="264244" cy="309189"/>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1</a:t>
            </a:r>
          </a:p>
        </p:txBody>
      </p:sp>
      <p:sp>
        <p:nvSpPr>
          <p:cNvPr id="5" name="Footer Placeholder 4">
            <a:extLst>
              <a:ext uri="{FF2B5EF4-FFF2-40B4-BE49-F238E27FC236}">
                <a16:creationId xmlns:a16="http://schemas.microsoft.com/office/drawing/2014/main" id="{37351D54-4056-9D49-AEA1-17993A725544}"/>
              </a:ext>
            </a:extLst>
          </p:cNvPr>
          <p:cNvSpPr>
            <a:spLocks noGrp="1"/>
          </p:cNvSpPr>
          <p:nvPr>
            <p:ph type="ftr" sz="quarter" idx="11"/>
          </p:nvPr>
        </p:nvSpPr>
        <p:spPr/>
        <p:txBody>
          <a:bodyPr/>
          <a:lstStyle/>
          <a:p>
            <a:pPr>
              <a:defRPr/>
            </a:pPr>
            <a:r>
              <a:rPr lang="en-US"/>
              <a:t>Redemptions</a:t>
            </a:r>
            <a:endParaRPr lang="en-US" dirty="0"/>
          </a:p>
        </p:txBody>
      </p:sp>
    </p:spTree>
    <p:extLst>
      <p:ext uri="{BB962C8B-B14F-4D97-AF65-F5344CB8AC3E}">
        <p14:creationId xmlns:p14="http://schemas.microsoft.com/office/powerpoint/2010/main" val="20308983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8"/>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5"/>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26"/>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29"/>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30"/>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3"/>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52"/>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51"/>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49"/>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53"/>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35"/>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36"/>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43"/>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45"/>
                                        </p:tgtEl>
                                        <p:attrNameLst>
                                          <p:attrName>style.visibility</p:attrName>
                                        </p:attrNameLst>
                                      </p:cBhvr>
                                      <p:to>
                                        <p:strVal val="visible"/>
                                      </p:to>
                                    </p:set>
                                  </p:childTnLst>
                                </p:cTn>
                              </p:par>
                              <p:par>
                                <p:cTn id="45" presetID="1" presetClass="entr" presetSubtype="0" fill="hold" nodeType="withEffect">
                                  <p:stCondLst>
                                    <p:cond delay="0"/>
                                  </p:stCondLst>
                                  <p:childTnLst>
                                    <p:set>
                                      <p:cBhvr>
                                        <p:cTn id="46" dur="1" fill="hold">
                                          <p:stCondLst>
                                            <p:cond delay="0"/>
                                          </p:stCondLst>
                                        </p:cTn>
                                        <p:tgtEl>
                                          <p:spTgt spid="46"/>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47"/>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48"/>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grpId="0" nodeType="clickEffect">
                                  <p:stCondLst>
                                    <p:cond delay="0"/>
                                  </p:stCondLst>
                                  <p:childTnLst>
                                    <p:set>
                                      <p:cBhvr>
                                        <p:cTn id="54" dur="1" fill="hold">
                                          <p:stCondLst>
                                            <p:cond delay="0"/>
                                          </p:stCondLst>
                                        </p:cTn>
                                        <p:tgtEl>
                                          <p:spTgt spid="50">
                                            <p:bg/>
                                          </p:spTgt>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50">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25" grpId="0" animBg="1"/>
      <p:bldP spid="29" grpId="0"/>
      <p:bldP spid="30" grpId="0"/>
      <p:bldP spid="33" grpId="0" animBg="1"/>
      <p:bldP spid="35" grpId="0" animBg="1"/>
      <p:bldP spid="36" grpId="0" animBg="1"/>
      <p:bldP spid="45" grpId="0" animBg="1"/>
      <p:bldP spid="47" grpId="0"/>
      <p:bldP spid="48" grpId="0"/>
      <p:bldP spid="49" grpId="0" animBg="1"/>
      <p:bldP spid="50" grpId="0" uiExpand="1" build="p" animBg="1"/>
      <p:bldP spid="51" grpId="0" animBg="1"/>
      <p:bldP spid="52" grpId="0" animBg="1"/>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normAutofit fontScale="92500" lnSpcReduction="10000"/>
          </a:bodyPr>
          <a:lstStyle/>
          <a:p>
            <a:pPr marL="233363" indent="-222250">
              <a:defRPr/>
            </a:pPr>
            <a:r>
              <a:rPr lang="en-US" sz="2600" dirty="0"/>
              <a:t>Applies to </a:t>
            </a:r>
            <a:r>
              <a:rPr lang="en-US" sz="2600" b="1" dirty="0"/>
              <a:t>noncorporate</a:t>
            </a:r>
            <a:r>
              <a:rPr lang="en-US" sz="2600" dirty="0"/>
              <a:t> shareholder</a:t>
            </a:r>
          </a:p>
          <a:p>
            <a:pPr marL="233363" indent="-222250">
              <a:defRPr/>
            </a:pPr>
            <a:r>
              <a:rPr lang="en-US" sz="2600" dirty="0"/>
              <a:t>Can be non pro-rata</a:t>
            </a:r>
          </a:p>
          <a:p>
            <a:pPr marL="233363" indent="-222250">
              <a:defRPr/>
            </a:pPr>
            <a:r>
              <a:rPr lang="en-US" sz="2600" dirty="0"/>
              <a:t>Partial liquidation of corporation</a:t>
            </a:r>
          </a:p>
          <a:p>
            <a:pPr marL="461963" lvl="1" indent="-222250">
              <a:defRPr/>
            </a:pPr>
            <a:r>
              <a:rPr lang="en-US" dirty="0"/>
              <a:t>Distribution not essentially equivalent to a dividend (</a:t>
            </a:r>
            <a:r>
              <a:rPr lang="en-US" i="1" dirty="0"/>
              <a:t>determined at the corporate level</a:t>
            </a:r>
            <a:r>
              <a:rPr lang="en-US" dirty="0"/>
              <a:t>)</a:t>
            </a:r>
          </a:p>
          <a:p>
            <a:pPr marL="461963" lvl="1" indent="-222250">
              <a:defRPr/>
            </a:pPr>
            <a:r>
              <a:rPr lang="en-US" dirty="0"/>
              <a:t>Pursuant to a plan and occurs w/in the TY the plan is adopted or succeeding TY. §302(e)(1).</a:t>
            </a:r>
          </a:p>
          <a:p>
            <a:pPr marL="233363" indent="-222250">
              <a:defRPr/>
            </a:pPr>
            <a:r>
              <a:rPr lang="en-US" sz="2800" dirty="0"/>
              <a:t>Distribution is attributable to corporation’s ceasing to conduct (or consists of the assets of) </a:t>
            </a:r>
            <a:r>
              <a:rPr lang="en-US" sz="2800" b="1" dirty="0"/>
              <a:t>a </a:t>
            </a:r>
            <a:r>
              <a:rPr lang="en-US" sz="2800" dirty="0"/>
              <a:t>Qualified T/B; and immediately after distribution, distributing corporation is actively engaged in </a:t>
            </a:r>
            <a:r>
              <a:rPr lang="en-US" sz="2800" b="1" dirty="0"/>
              <a:t>a </a:t>
            </a:r>
            <a:r>
              <a:rPr lang="en-US" sz="2800" dirty="0"/>
              <a:t>Qualified T/B</a:t>
            </a:r>
          </a:p>
          <a:p>
            <a:pPr marL="461963" lvl="1" indent="-222250">
              <a:defRPr/>
            </a:pPr>
            <a:r>
              <a:rPr lang="en-US" sz="2400" i="1" dirty="0"/>
              <a:t>Qualified T/B</a:t>
            </a:r>
            <a:r>
              <a:rPr lang="en-US" sz="2400" dirty="0"/>
              <a:t>:  actively conducted throughout 5-year period ending on date of redemption; and not acquired in taxable transaction w/5 previous 5 years.</a:t>
            </a:r>
            <a:r>
              <a:rPr lang="en-US" sz="1800" dirty="0">
                <a:solidFill>
                  <a:srgbClr val="000000"/>
                </a:solidFill>
                <a:ea typeface="ＭＳ Ｐゴシック" pitchFamily="84" charset="-128"/>
              </a:rPr>
              <a:t> </a:t>
            </a:r>
            <a:r>
              <a:rPr lang="en-US" sz="2400" dirty="0"/>
              <a:t>§</a:t>
            </a:r>
            <a:r>
              <a:rPr lang="en-US" sz="2400" dirty="0">
                <a:solidFill>
                  <a:srgbClr val="000000"/>
                </a:solidFill>
                <a:ea typeface="ＭＳ Ｐゴシック" pitchFamily="84" charset="-128"/>
              </a:rPr>
              <a:t>302(e)(3).</a:t>
            </a:r>
          </a:p>
          <a:p>
            <a:pPr marL="173038" lvl="1" indent="-173038">
              <a:buFont typeface="Wingdings 2" pitchFamily="18" charset="2"/>
              <a:buChar char=""/>
              <a:defRPr/>
            </a:pPr>
            <a:r>
              <a:rPr lang="en-US" sz="2800" i="1" dirty="0">
                <a:solidFill>
                  <a:srgbClr val="000000"/>
                </a:solidFill>
              </a:rPr>
              <a:t>Corporate </a:t>
            </a:r>
            <a:r>
              <a:rPr lang="en-US" sz="2800" i="1" dirty="0" err="1">
                <a:solidFill>
                  <a:srgbClr val="000000"/>
                </a:solidFill>
              </a:rPr>
              <a:t>SH</a:t>
            </a:r>
            <a:r>
              <a:rPr lang="en-US" sz="2800" dirty="0">
                <a:solidFill>
                  <a:srgbClr val="000000"/>
                </a:solidFill>
              </a:rPr>
              <a:t>: any amount treated as dividend in a partial liquidation is an extraordinary dividend. </a:t>
            </a:r>
            <a:r>
              <a:rPr lang="en-US" sz="2800" dirty="0"/>
              <a:t>§</a:t>
            </a:r>
            <a:r>
              <a:rPr lang="en-US" sz="2800" dirty="0">
                <a:solidFill>
                  <a:srgbClr val="000000"/>
                </a:solidFill>
                <a:ea typeface="ＭＳ Ｐゴシック" pitchFamily="84" charset="-128"/>
              </a:rPr>
              <a:t>1059(e)(1)(A)(</a:t>
            </a:r>
            <a:r>
              <a:rPr lang="en-US" sz="2800" dirty="0" err="1">
                <a:solidFill>
                  <a:srgbClr val="000000"/>
                </a:solidFill>
                <a:ea typeface="ＭＳ Ｐゴシック" pitchFamily="84" charset="-128"/>
              </a:rPr>
              <a:t>i</a:t>
            </a:r>
            <a:r>
              <a:rPr lang="en-US" sz="2800" dirty="0">
                <a:solidFill>
                  <a:srgbClr val="000000"/>
                </a:solidFill>
                <a:ea typeface="ＭＳ Ｐゴシック" pitchFamily="84" charset="-128"/>
              </a:rPr>
              <a:t>).</a:t>
            </a:r>
          </a:p>
          <a:p>
            <a:pPr marL="173038" lvl="1" indent="-173038">
              <a:buFont typeface="Wingdings 2" pitchFamily="18" charset="2"/>
              <a:buChar char=""/>
              <a:defRPr/>
            </a:pPr>
            <a:r>
              <a:rPr lang="en-US" sz="2800" dirty="0">
                <a:solidFill>
                  <a:srgbClr val="000000"/>
                </a:solidFill>
                <a:ea typeface="ＭＳ Ｐゴシック" pitchFamily="84" charset="-128"/>
              </a:rPr>
              <a:t>For ruling purposes, the distribution must result in at least a 20% reduction in gross revenues, net fair market value of assets, and employees.  Rev. Proc. 2008-3.</a:t>
            </a:r>
            <a:endParaRPr lang="en-US" sz="2800" dirty="0"/>
          </a:p>
          <a:p>
            <a:endParaRPr lang="en-US" dirty="0"/>
          </a:p>
        </p:txBody>
      </p:sp>
      <p:sp>
        <p:nvSpPr>
          <p:cNvPr id="3" name="Title 2"/>
          <p:cNvSpPr>
            <a:spLocks noGrp="1"/>
          </p:cNvSpPr>
          <p:nvPr>
            <p:ph type="title"/>
          </p:nvPr>
        </p:nvSpPr>
        <p:spPr/>
        <p:txBody>
          <a:bodyPr/>
          <a:lstStyle/>
          <a:p>
            <a:r>
              <a:rPr lang="en-US" dirty="0"/>
              <a:t>Redemptions: Partial Liquidations--Section 302(e)</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17</a:t>
            </a:fld>
            <a:endParaRPr lang="en-US" altLang="en-US" dirty="0"/>
          </a:p>
        </p:txBody>
      </p:sp>
      <p:sp>
        <p:nvSpPr>
          <p:cNvPr id="5" name="Footer Placeholder 4">
            <a:extLst>
              <a:ext uri="{FF2B5EF4-FFF2-40B4-BE49-F238E27FC236}">
                <a16:creationId xmlns:a16="http://schemas.microsoft.com/office/drawing/2014/main" id="{D1383048-090D-AA49-A651-0E2169B958C9}"/>
              </a:ext>
            </a:extLst>
          </p:cNvPr>
          <p:cNvSpPr>
            <a:spLocks noGrp="1"/>
          </p:cNvSpPr>
          <p:nvPr>
            <p:ph type="ftr" sz="quarter" idx="11"/>
          </p:nvPr>
        </p:nvSpPr>
        <p:spPr/>
        <p:txBody>
          <a:bodyPr/>
          <a:lstStyle/>
          <a:p>
            <a:pPr>
              <a:defRPr/>
            </a:pPr>
            <a:r>
              <a:rPr lang="en-US"/>
              <a:t>Redemptions</a:t>
            </a:r>
            <a:endParaRPr lang="en-US" dirty="0"/>
          </a:p>
        </p:txBody>
      </p:sp>
    </p:spTree>
    <p:extLst>
      <p:ext uri="{BB962C8B-B14F-4D97-AF65-F5344CB8AC3E}">
        <p14:creationId xmlns:p14="http://schemas.microsoft.com/office/powerpoint/2010/main" val="21138573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2">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2">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dirty="0"/>
              <a:t>Redemptions: Rev. Rul. 60-322</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18</a:t>
            </a:fld>
            <a:endParaRPr lang="en-US" altLang="en-US" dirty="0"/>
          </a:p>
        </p:txBody>
      </p:sp>
      <p:sp>
        <p:nvSpPr>
          <p:cNvPr id="6" name="Oval 5"/>
          <p:cNvSpPr/>
          <p:nvPr/>
        </p:nvSpPr>
        <p:spPr>
          <a:xfrm>
            <a:off x="2843599" y="1741169"/>
            <a:ext cx="1041621" cy="667910"/>
          </a:xfrm>
          <a:prstGeom prst="ellipse">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SHs</a:t>
            </a:r>
            <a:endParaRPr lang="en-US" sz="2400" dirty="0">
              <a:solidFill>
                <a:schemeClr val="tx1"/>
              </a:solidFill>
            </a:endParaRPr>
          </a:p>
        </p:txBody>
      </p:sp>
      <p:sp>
        <p:nvSpPr>
          <p:cNvPr id="7" name="Rectangle 6"/>
          <p:cNvSpPr/>
          <p:nvPr/>
        </p:nvSpPr>
        <p:spPr>
          <a:xfrm>
            <a:off x="2058994" y="3076657"/>
            <a:ext cx="1041622" cy="667910"/>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rPr>
              <a:t>Corp X</a:t>
            </a:r>
          </a:p>
        </p:txBody>
      </p:sp>
      <p:cxnSp>
        <p:nvCxnSpPr>
          <p:cNvPr id="8" name="Straight Connector 7"/>
          <p:cNvCxnSpPr>
            <a:stCxn id="6" idx="4"/>
            <a:endCxn id="7" idx="0"/>
          </p:cNvCxnSpPr>
          <p:nvPr/>
        </p:nvCxnSpPr>
        <p:spPr>
          <a:xfrm flipH="1">
            <a:off x="2579805" y="2409079"/>
            <a:ext cx="784605" cy="667578"/>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3" name="Straight Connector 52"/>
          <p:cNvCxnSpPr/>
          <p:nvPr/>
        </p:nvCxnSpPr>
        <p:spPr>
          <a:xfrm>
            <a:off x="6089881" y="669073"/>
            <a:ext cx="6119" cy="5109427"/>
          </a:xfrm>
          <a:prstGeom prst="line">
            <a:avLst/>
          </a:prstGeom>
          <a:ln w="19050">
            <a:solidFill>
              <a:schemeClr val="accent1">
                <a:lumMod val="40000"/>
                <a:lumOff val="60000"/>
              </a:schemeClr>
            </a:solidFill>
          </a:ln>
        </p:spPr>
        <p:style>
          <a:lnRef idx="1">
            <a:schemeClr val="accent1"/>
          </a:lnRef>
          <a:fillRef idx="0">
            <a:schemeClr val="accent1"/>
          </a:fillRef>
          <a:effectRef idx="0">
            <a:schemeClr val="accent1"/>
          </a:effectRef>
          <a:fontRef idx="minor">
            <a:schemeClr val="tx1"/>
          </a:fontRef>
        </p:style>
      </p:cxnSp>
      <p:sp>
        <p:nvSpPr>
          <p:cNvPr id="25" name="Oval 24"/>
          <p:cNvSpPr/>
          <p:nvPr/>
        </p:nvSpPr>
        <p:spPr>
          <a:xfrm>
            <a:off x="1324836" y="1762788"/>
            <a:ext cx="1041621" cy="667910"/>
          </a:xfrm>
          <a:prstGeom prst="ellipse">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SHs</a:t>
            </a:r>
            <a:endParaRPr lang="en-US" sz="2400" dirty="0">
              <a:solidFill>
                <a:schemeClr val="tx1"/>
              </a:solidFill>
            </a:endParaRPr>
          </a:p>
        </p:txBody>
      </p:sp>
      <p:cxnSp>
        <p:nvCxnSpPr>
          <p:cNvPr id="26" name="Straight Connector 25"/>
          <p:cNvCxnSpPr>
            <a:stCxn id="25" idx="4"/>
            <a:endCxn id="7" idx="0"/>
          </p:cNvCxnSpPr>
          <p:nvPr/>
        </p:nvCxnSpPr>
        <p:spPr>
          <a:xfrm>
            <a:off x="1845647" y="2430698"/>
            <a:ext cx="734158" cy="645959"/>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29" name="TextBox 28"/>
          <p:cNvSpPr txBox="1"/>
          <p:nvPr/>
        </p:nvSpPr>
        <p:spPr>
          <a:xfrm>
            <a:off x="3417070" y="3076657"/>
            <a:ext cx="1236749" cy="830997"/>
          </a:xfrm>
          <a:prstGeom prst="rect">
            <a:avLst/>
          </a:prstGeom>
          <a:noFill/>
        </p:spPr>
        <p:txBody>
          <a:bodyPr wrap="none" rtlCol="0">
            <a:spAutoFit/>
          </a:bodyPr>
          <a:lstStyle/>
          <a:p>
            <a:r>
              <a:rPr lang="en-US" sz="1600" dirty="0"/>
              <a:t>3,800 shares</a:t>
            </a:r>
          </a:p>
          <a:p>
            <a:r>
              <a:rPr lang="en-US" sz="1600" dirty="0"/>
              <a:t>outstanding</a:t>
            </a:r>
          </a:p>
          <a:p>
            <a:endParaRPr lang="en-US" sz="1600" dirty="0"/>
          </a:p>
        </p:txBody>
      </p:sp>
      <p:sp>
        <p:nvSpPr>
          <p:cNvPr id="33" name="TextBox 32"/>
          <p:cNvSpPr txBox="1"/>
          <p:nvPr/>
        </p:nvSpPr>
        <p:spPr>
          <a:xfrm>
            <a:off x="1324837" y="4006899"/>
            <a:ext cx="2707304" cy="369332"/>
          </a:xfrm>
          <a:prstGeom prst="rect">
            <a:avLst/>
          </a:prstGeom>
          <a:noFill/>
          <a:ln>
            <a:solidFill>
              <a:schemeClr val="accent1">
                <a:shade val="95000"/>
                <a:satMod val="105000"/>
              </a:schemeClr>
            </a:solidFill>
          </a:ln>
        </p:spPr>
        <p:txBody>
          <a:bodyPr wrap="square" rtlCol="0">
            <a:spAutoFit/>
          </a:bodyPr>
          <a:lstStyle/>
          <a:p>
            <a:r>
              <a:rPr lang="en-US" dirty="0"/>
              <a:t>Accumulated </a:t>
            </a:r>
            <a:r>
              <a:rPr lang="en-US" dirty="0" err="1"/>
              <a:t>E&amp;Ps</a:t>
            </a:r>
            <a:r>
              <a:rPr lang="en-US" dirty="0"/>
              <a:t>: 1,500X</a:t>
            </a:r>
          </a:p>
        </p:txBody>
      </p:sp>
      <p:sp>
        <p:nvSpPr>
          <p:cNvPr id="2" name="Content Placeholder 1"/>
          <p:cNvSpPr>
            <a:spLocks noGrp="1"/>
          </p:cNvSpPr>
          <p:nvPr>
            <p:ph idx="1"/>
          </p:nvPr>
        </p:nvSpPr>
        <p:spPr>
          <a:xfrm>
            <a:off x="6359795" y="753601"/>
            <a:ext cx="5429869" cy="5477107"/>
          </a:xfrm>
        </p:spPr>
        <p:txBody>
          <a:bodyPr/>
          <a:lstStyle/>
          <a:p>
            <a:r>
              <a:rPr lang="en-US" dirty="0"/>
              <a:t>Leather trade no longer profitable</a:t>
            </a:r>
          </a:p>
          <a:p>
            <a:r>
              <a:rPr lang="en-US" dirty="0"/>
              <a:t>Losses</a:t>
            </a:r>
          </a:p>
          <a:p>
            <a:r>
              <a:rPr lang="en-US" dirty="0"/>
              <a:t>Excess inventory (5,000X)</a:t>
            </a:r>
          </a:p>
          <a:p>
            <a:r>
              <a:rPr lang="en-US" dirty="0"/>
              <a:t>Liquidation of inventory</a:t>
            </a:r>
          </a:p>
          <a:p>
            <a:r>
              <a:rPr lang="en-US" dirty="0"/>
              <a:t>Redeem portion of stock with cash from sale of G bonds and liquidation of inventory</a:t>
            </a:r>
          </a:p>
          <a:p>
            <a:r>
              <a:rPr lang="en-US" i="1" dirty="0"/>
              <a:t>Genuine contraction of the business?</a:t>
            </a:r>
          </a:p>
        </p:txBody>
      </p:sp>
      <p:sp>
        <p:nvSpPr>
          <p:cNvPr id="5" name="Footer Placeholder 4">
            <a:extLst>
              <a:ext uri="{FF2B5EF4-FFF2-40B4-BE49-F238E27FC236}">
                <a16:creationId xmlns:a16="http://schemas.microsoft.com/office/drawing/2014/main" id="{9ACE982D-1D1D-8647-9916-A28F9C887E0B}"/>
              </a:ext>
            </a:extLst>
          </p:cNvPr>
          <p:cNvSpPr>
            <a:spLocks noGrp="1"/>
          </p:cNvSpPr>
          <p:nvPr>
            <p:ph type="ftr" sz="quarter" idx="11"/>
          </p:nvPr>
        </p:nvSpPr>
        <p:spPr/>
        <p:txBody>
          <a:bodyPr/>
          <a:lstStyle/>
          <a:p>
            <a:pPr>
              <a:defRPr/>
            </a:pPr>
            <a:r>
              <a:rPr lang="en-US"/>
              <a:t>Redemptions</a:t>
            </a:r>
            <a:endParaRPr lang="en-US" dirty="0"/>
          </a:p>
        </p:txBody>
      </p:sp>
    </p:spTree>
    <p:extLst>
      <p:ext uri="{BB962C8B-B14F-4D97-AF65-F5344CB8AC3E}">
        <p14:creationId xmlns:p14="http://schemas.microsoft.com/office/powerpoint/2010/main" val="15463934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8"/>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5"/>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2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25" grpId="0" animBg="1"/>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lstStyle/>
          <a:p>
            <a:r>
              <a:rPr lang="en-US" dirty="0"/>
              <a:t>Redemption of an amount to pay estate, inheritance, legacy, and succession taxes and the amount of funeral and administration expenses treated as a sale/X.  </a:t>
            </a:r>
          </a:p>
          <a:p>
            <a:r>
              <a:rPr lang="en-US" dirty="0"/>
              <a:t>Applies only if the value of the stock which is included in  determining the value of the decedent’s gross estates exceeds 35% of the value of the gross estate over allowable deductions.</a:t>
            </a:r>
          </a:p>
        </p:txBody>
      </p:sp>
      <p:sp>
        <p:nvSpPr>
          <p:cNvPr id="3" name="Title 2"/>
          <p:cNvSpPr>
            <a:spLocks noGrp="1"/>
          </p:cNvSpPr>
          <p:nvPr>
            <p:ph type="title"/>
          </p:nvPr>
        </p:nvSpPr>
        <p:spPr/>
        <p:txBody>
          <a:bodyPr/>
          <a:lstStyle/>
          <a:p>
            <a:r>
              <a:rPr lang="en-US" dirty="0"/>
              <a:t>Redemptions: Section 303</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19</a:t>
            </a:fld>
            <a:endParaRPr lang="en-US" altLang="en-US" dirty="0"/>
          </a:p>
        </p:txBody>
      </p:sp>
      <p:sp>
        <p:nvSpPr>
          <p:cNvPr id="5" name="Footer Placeholder 4">
            <a:extLst>
              <a:ext uri="{FF2B5EF4-FFF2-40B4-BE49-F238E27FC236}">
                <a16:creationId xmlns:a16="http://schemas.microsoft.com/office/drawing/2014/main" id="{87F251A7-9E90-E546-927C-73EFAA978451}"/>
              </a:ext>
            </a:extLst>
          </p:cNvPr>
          <p:cNvSpPr>
            <a:spLocks noGrp="1"/>
          </p:cNvSpPr>
          <p:nvPr>
            <p:ph type="ftr" sz="quarter" idx="11"/>
          </p:nvPr>
        </p:nvSpPr>
        <p:spPr/>
        <p:txBody>
          <a:bodyPr/>
          <a:lstStyle/>
          <a:p>
            <a:pPr>
              <a:defRPr/>
            </a:pPr>
            <a:r>
              <a:rPr lang="en-US"/>
              <a:t>Redemptions</a:t>
            </a:r>
            <a:endParaRPr lang="en-US" dirty="0"/>
          </a:p>
        </p:txBody>
      </p:sp>
    </p:spTree>
    <p:extLst>
      <p:ext uri="{BB962C8B-B14F-4D97-AF65-F5344CB8AC3E}">
        <p14:creationId xmlns:p14="http://schemas.microsoft.com/office/powerpoint/2010/main" val="202157856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lstStyle/>
          <a:p>
            <a:pPr marL="177800" indent="-231775"/>
            <a:r>
              <a:rPr lang="en-US" altLang="en-US" sz="3200" b="1" dirty="0">
                <a:ea typeface="ＭＳ Ｐゴシック" charset="-128"/>
              </a:rPr>
              <a:t>Current Distribution</a:t>
            </a:r>
            <a:r>
              <a:rPr lang="en-US" altLang="en-US" sz="3200" dirty="0">
                <a:ea typeface="ＭＳ Ｐゴシック" charset="-128"/>
              </a:rPr>
              <a:t>:  </a:t>
            </a:r>
          </a:p>
          <a:p>
            <a:pPr marL="406400" lvl="1" indent="-231775"/>
            <a:r>
              <a:rPr lang="en-US" altLang="en-US" sz="2800" dirty="0" err="1">
                <a:ea typeface="ＭＳ Ｐゴシック" charset="-128"/>
              </a:rPr>
              <a:t>E&amp;Ps</a:t>
            </a:r>
            <a:r>
              <a:rPr lang="en-US" altLang="en-US" sz="2800" dirty="0">
                <a:ea typeface="ＭＳ Ｐゴシック" charset="-128"/>
              </a:rPr>
              <a:t> reduced by the amount of money; </a:t>
            </a:r>
          </a:p>
          <a:p>
            <a:pPr marL="406400" lvl="1" indent="-231775"/>
            <a:r>
              <a:rPr lang="en-US" altLang="en-US" sz="2800" dirty="0" err="1">
                <a:ea typeface="ＭＳ Ｐゴシック" charset="-128"/>
              </a:rPr>
              <a:t>E&amp;Ps</a:t>
            </a:r>
            <a:r>
              <a:rPr lang="en-US" altLang="en-US" sz="2800" dirty="0">
                <a:ea typeface="ＭＳ Ｐゴシック" charset="-128"/>
              </a:rPr>
              <a:t> reduced by adjusted basis of property (if greater than </a:t>
            </a:r>
            <a:r>
              <a:rPr lang="en-US" altLang="en-US" sz="2800" dirty="0" err="1">
                <a:ea typeface="ＭＳ Ｐゴシック" charset="-128"/>
              </a:rPr>
              <a:t>FMV</a:t>
            </a:r>
            <a:r>
              <a:rPr lang="en-US" altLang="en-US" sz="2800" dirty="0">
                <a:ea typeface="ＭＳ Ｐゴシック" charset="-128"/>
              </a:rPr>
              <a:t>); or </a:t>
            </a:r>
          </a:p>
          <a:p>
            <a:pPr marL="406400" lvl="1" indent="-231775"/>
            <a:r>
              <a:rPr lang="en-US" altLang="en-US" sz="2800" dirty="0" err="1">
                <a:ea typeface="ＭＳ Ｐゴシック" charset="-128"/>
              </a:rPr>
              <a:t>E&amp;Ps</a:t>
            </a:r>
            <a:r>
              <a:rPr lang="en-US" altLang="en-US" sz="2800" dirty="0">
                <a:ea typeface="ＭＳ Ｐゴシック" charset="-128"/>
              </a:rPr>
              <a:t> reduced by </a:t>
            </a:r>
            <a:r>
              <a:rPr lang="en-US" altLang="en-US" sz="2800" dirty="0" err="1">
                <a:ea typeface="ＭＳ Ｐゴシック" charset="-128"/>
              </a:rPr>
              <a:t>FMV</a:t>
            </a:r>
            <a:r>
              <a:rPr lang="en-US" altLang="en-US" sz="2800" dirty="0">
                <a:ea typeface="ＭＳ Ｐゴシック" charset="-128"/>
              </a:rPr>
              <a:t> of property if greater than AB of property (after first increasing </a:t>
            </a:r>
            <a:r>
              <a:rPr lang="en-US" altLang="en-US" sz="2800" dirty="0" err="1">
                <a:ea typeface="ＭＳ Ｐゴシック" charset="-128"/>
              </a:rPr>
              <a:t>E&amp;Ps</a:t>
            </a:r>
            <a:r>
              <a:rPr lang="en-US" altLang="en-US" sz="2800" dirty="0">
                <a:ea typeface="ＭＳ Ｐゴシック" charset="-128"/>
              </a:rPr>
              <a:t> for gain recognized). </a:t>
            </a:r>
            <a:r>
              <a:rPr lang="en-US" sz="2800" dirty="0"/>
              <a:t>§</a:t>
            </a:r>
            <a:r>
              <a:rPr lang="en-US" altLang="en-US" sz="2800" dirty="0">
                <a:ea typeface="ＭＳ Ｐゴシック" charset="-128"/>
              </a:rPr>
              <a:t>312(a) and (b).</a:t>
            </a:r>
          </a:p>
          <a:p>
            <a:pPr marL="177800" indent="-231775"/>
            <a:endParaRPr lang="en-US" altLang="en-US" sz="3200" dirty="0">
              <a:ea typeface="ＭＳ Ｐゴシック" charset="-128"/>
            </a:endParaRPr>
          </a:p>
          <a:p>
            <a:pPr marL="177800" indent="-231775"/>
            <a:r>
              <a:rPr lang="en-US" altLang="en-US" sz="3200" b="1" dirty="0">
                <a:ea typeface="ＭＳ Ｐゴシック" charset="-128"/>
              </a:rPr>
              <a:t>Sale/Exchange</a:t>
            </a:r>
            <a:r>
              <a:rPr lang="en-US" altLang="en-US" sz="3200" dirty="0">
                <a:ea typeface="ＭＳ Ｐゴシック" charset="-128"/>
              </a:rPr>
              <a:t>:  </a:t>
            </a:r>
          </a:p>
          <a:p>
            <a:pPr marL="406400" lvl="1" indent="-231775"/>
            <a:r>
              <a:rPr lang="en-US" altLang="en-US" sz="2800" dirty="0">
                <a:ea typeface="ＭＳ Ｐゴシック" charset="-128"/>
              </a:rPr>
              <a:t>E&amp;Ps reduced by </a:t>
            </a:r>
            <a:r>
              <a:rPr lang="en-US" altLang="en-US" sz="2800" b="1" i="1" dirty="0">
                <a:ea typeface="ＭＳ Ｐゴシック" charset="-128"/>
              </a:rPr>
              <a:t>ratable share </a:t>
            </a:r>
            <a:r>
              <a:rPr lang="en-US" altLang="en-US" sz="2800" dirty="0">
                <a:ea typeface="ＭＳ Ｐゴシック" charset="-128"/>
              </a:rPr>
              <a:t>of E&amp;Ps attributable to stock redeemed but capped at the actual amount of the distribution.  </a:t>
            </a:r>
            <a:r>
              <a:rPr lang="en-US" sz="2800" dirty="0"/>
              <a:t>§</a:t>
            </a:r>
            <a:r>
              <a:rPr lang="en-US" altLang="en-US" sz="2800" dirty="0">
                <a:ea typeface="ＭＳ Ｐゴシック" charset="-128"/>
              </a:rPr>
              <a:t>312(n)(7).</a:t>
            </a:r>
          </a:p>
          <a:p>
            <a:pPr marL="406400" lvl="1" indent="-231775"/>
            <a:r>
              <a:rPr lang="en-US" altLang="en-US" sz="2800" dirty="0">
                <a:ea typeface="ＭＳ Ｐゴシック" charset="-128"/>
              </a:rPr>
              <a:t>Is there another approach?</a:t>
            </a:r>
          </a:p>
          <a:p>
            <a:pPr marL="177800" indent="-231775"/>
            <a:endParaRPr lang="en-US" altLang="en-US" sz="2800" dirty="0">
              <a:ea typeface="ＭＳ Ｐゴシック" charset="-128"/>
            </a:endParaRPr>
          </a:p>
          <a:p>
            <a:endParaRPr lang="en-US" sz="2800" dirty="0"/>
          </a:p>
        </p:txBody>
      </p:sp>
      <p:sp>
        <p:nvSpPr>
          <p:cNvPr id="3" name="Title 2"/>
          <p:cNvSpPr>
            <a:spLocks noGrp="1"/>
          </p:cNvSpPr>
          <p:nvPr>
            <p:ph type="title"/>
          </p:nvPr>
        </p:nvSpPr>
        <p:spPr/>
        <p:txBody>
          <a:bodyPr/>
          <a:lstStyle/>
          <a:p>
            <a:r>
              <a:rPr lang="en-US" dirty="0"/>
              <a:t>Redemptions: Corporate-Level Consequences</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20</a:t>
            </a:fld>
            <a:endParaRPr lang="en-US" altLang="en-US" dirty="0"/>
          </a:p>
        </p:txBody>
      </p:sp>
      <p:sp>
        <p:nvSpPr>
          <p:cNvPr id="5" name="Footer Placeholder 4">
            <a:extLst>
              <a:ext uri="{FF2B5EF4-FFF2-40B4-BE49-F238E27FC236}">
                <a16:creationId xmlns:a16="http://schemas.microsoft.com/office/drawing/2014/main" id="{EC539B86-0081-094D-A30D-78C78E8669AB}"/>
              </a:ext>
            </a:extLst>
          </p:cNvPr>
          <p:cNvSpPr>
            <a:spLocks noGrp="1"/>
          </p:cNvSpPr>
          <p:nvPr>
            <p:ph type="ftr" sz="quarter" idx="11"/>
          </p:nvPr>
        </p:nvSpPr>
        <p:spPr/>
        <p:txBody>
          <a:bodyPr/>
          <a:lstStyle/>
          <a:p>
            <a:pPr>
              <a:defRPr/>
            </a:pPr>
            <a:r>
              <a:rPr lang="en-US"/>
              <a:t>Redemptions</a:t>
            </a:r>
            <a:endParaRPr lang="en-US" dirty="0"/>
          </a:p>
        </p:txBody>
      </p:sp>
    </p:spTree>
    <p:extLst>
      <p:ext uri="{BB962C8B-B14F-4D97-AF65-F5344CB8AC3E}">
        <p14:creationId xmlns:p14="http://schemas.microsoft.com/office/powerpoint/2010/main" val="16789722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dirty="0"/>
              <a:t>Redemptions and Tax Planning:  </a:t>
            </a:r>
            <a:r>
              <a:rPr lang="en-US" i="1" dirty="0" err="1"/>
              <a:t>Zenz</a:t>
            </a:r>
            <a:r>
              <a:rPr lang="en-US" i="1" dirty="0"/>
              <a:t> v. </a:t>
            </a:r>
            <a:r>
              <a:rPr lang="en-US" i="1" dirty="0" err="1"/>
              <a:t>Quinlivan</a:t>
            </a:r>
            <a:r>
              <a:rPr lang="en-US" i="1" dirty="0"/>
              <a:t>, </a:t>
            </a:r>
            <a:r>
              <a:rPr lang="en-US" dirty="0"/>
              <a:t>(6</a:t>
            </a:r>
            <a:r>
              <a:rPr lang="en-US" baseline="30000" dirty="0"/>
              <a:t>th</a:t>
            </a:r>
            <a:r>
              <a:rPr lang="en-US" dirty="0"/>
              <a:t> Cir. 1954)</a:t>
            </a:r>
            <a:endParaRPr lang="en-US" i="1" dirty="0"/>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21</a:t>
            </a:fld>
            <a:endParaRPr lang="en-US" altLang="en-US" dirty="0"/>
          </a:p>
        </p:txBody>
      </p:sp>
      <p:sp>
        <p:nvSpPr>
          <p:cNvPr id="6" name="Rectangle 5"/>
          <p:cNvSpPr>
            <a:spLocks noChangeArrowheads="1"/>
          </p:cNvSpPr>
          <p:nvPr/>
        </p:nvSpPr>
        <p:spPr bwMode="auto">
          <a:xfrm>
            <a:off x="2547049" y="3938072"/>
            <a:ext cx="1677094" cy="820594"/>
          </a:xfrm>
          <a:prstGeom prst="rect">
            <a:avLst/>
          </a:prstGeom>
          <a:solidFill>
            <a:schemeClr val="accent3">
              <a:lumMod val="25000"/>
              <a:lumOff val="75000"/>
            </a:schemeClr>
          </a:solidFill>
          <a:ln w="12700">
            <a:solidFill>
              <a:schemeClr val="tx1"/>
            </a:solidFill>
            <a:miter lim="800000"/>
            <a:headEnd/>
            <a:tailEnd/>
          </a:ln>
        </p:spPr>
        <p:txBody>
          <a:bodyPr wrap="none" anchor="ctr"/>
          <a:lstStyle>
            <a:lvl1pPr>
              <a:defRPr>
                <a:solidFill>
                  <a:schemeClr val="tx1"/>
                </a:solidFill>
                <a:latin typeface="Arial" charset="0"/>
                <a:ea typeface="ＭＳ Ｐゴシック" charset="-128"/>
              </a:defRPr>
            </a:lvl1pPr>
            <a:lvl2pPr marL="742950" indent="-285750">
              <a:defRPr>
                <a:solidFill>
                  <a:schemeClr val="tx1"/>
                </a:solidFill>
                <a:latin typeface="Arial" charset="0"/>
                <a:ea typeface="ＭＳ Ｐゴシック" charset="-128"/>
              </a:defRPr>
            </a:lvl2pPr>
            <a:lvl3pPr marL="1143000" indent="-228600">
              <a:defRPr>
                <a:solidFill>
                  <a:schemeClr val="tx1"/>
                </a:solidFill>
                <a:latin typeface="Arial" charset="0"/>
                <a:ea typeface="ＭＳ Ｐゴシック" charset="-128"/>
              </a:defRPr>
            </a:lvl3pPr>
            <a:lvl4pPr marL="1600200" indent="-228600">
              <a:defRPr>
                <a:solidFill>
                  <a:schemeClr val="tx1"/>
                </a:solidFill>
                <a:latin typeface="Arial" charset="0"/>
                <a:ea typeface="ＭＳ Ｐゴシック" charset="-128"/>
              </a:defRPr>
            </a:lvl4pPr>
            <a:lvl5pPr marL="2057400" indent="-228600">
              <a:defRPr>
                <a:solidFill>
                  <a:schemeClr val="tx1"/>
                </a:solidFill>
                <a:latin typeface="Arial" charset="0"/>
                <a:ea typeface="ＭＳ Ｐゴシック" charset="-128"/>
              </a:defRPr>
            </a:lvl5pPr>
            <a:lvl6pPr marL="2514600" indent="-228600" eaLnBrk="0" fontAlgn="base" hangingPunct="0">
              <a:spcBef>
                <a:spcPct val="0"/>
              </a:spcBef>
              <a:spcAft>
                <a:spcPct val="0"/>
              </a:spcAft>
              <a:defRPr>
                <a:solidFill>
                  <a:schemeClr val="tx1"/>
                </a:solidFill>
                <a:latin typeface="Arial" charset="0"/>
                <a:ea typeface="ＭＳ Ｐゴシック" charset="-128"/>
              </a:defRPr>
            </a:lvl6pPr>
            <a:lvl7pPr marL="2971800" indent="-228600" eaLnBrk="0" fontAlgn="base" hangingPunct="0">
              <a:spcBef>
                <a:spcPct val="0"/>
              </a:spcBef>
              <a:spcAft>
                <a:spcPct val="0"/>
              </a:spcAft>
              <a:defRPr>
                <a:solidFill>
                  <a:schemeClr val="tx1"/>
                </a:solidFill>
                <a:latin typeface="Arial" charset="0"/>
                <a:ea typeface="ＭＳ Ｐゴシック" charset="-128"/>
              </a:defRPr>
            </a:lvl7pPr>
            <a:lvl8pPr marL="3429000" indent="-228600" eaLnBrk="0" fontAlgn="base" hangingPunct="0">
              <a:spcBef>
                <a:spcPct val="0"/>
              </a:spcBef>
              <a:spcAft>
                <a:spcPct val="0"/>
              </a:spcAft>
              <a:defRPr>
                <a:solidFill>
                  <a:schemeClr val="tx1"/>
                </a:solidFill>
                <a:latin typeface="Arial" charset="0"/>
                <a:ea typeface="ＭＳ Ｐゴシック" charset="-128"/>
              </a:defRPr>
            </a:lvl8pPr>
            <a:lvl9pPr marL="3886200" indent="-228600" eaLnBrk="0" fontAlgn="base" hangingPunct="0">
              <a:spcBef>
                <a:spcPct val="0"/>
              </a:spcBef>
              <a:spcAft>
                <a:spcPct val="0"/>
              </a:spcAft>
              <a:defRPr>
                <a:solidFill>
                  <a:schemeClr val="tx1"/>
                </a:solidFill>
                <a:latin typeface="Arial" charset="0"/>
                <a:ea typeface="ＭＳ Ｐゴシック" charset="-128"/>
              </a:defRPr>
            </a:lvl9pPr>
          </a:lstStyle>
          <a:p>
            <a:pPr algn="ctr"/>
            <a:r>
              <a:rPr lang="en-US" altLang="en-US" sz="2400" b="1" dirty="0"/>
              <a:t>Corp</a:t>
            </a:r>
          </a:p>
        </p:txBody>
      </p:sp>
      <p:sp>
        <p:nvSpPr>
          <p:cNvPr id="7" name="Oval 6"/>
          <p:cNvSpPr>
            <a:spLocks noChangeArrowheads="1"/>
          </p:cNvSpPr>
          <p:nvPr/>
        </p:nvSpPr>
        <p:spPr bwMode="auto">
          <a:xfrm>
            <a:off x="2522343" y="1894313"/>
            <a:ext cx="1701800" cy="732648"/>
          </a:xfrm>
          <a:prstGeom prst="ellipse">
            <a:avLst/>
          </a:prstGeom>
          <a:solidFill>
            <a:schemeClr val="accent5">
              <a:lumMod val="20000"/>
              <a:lumOff val="80000"/>
            </a:schemeClr>
          </a:solidFill>
          <a:ln w="9525">
            <a:solidFill>
              <a:schemeClr val="tx1"/>
            </a:solidFill>
            <a:round/>
            <a:headEnd/>
            <a:tailEnd/>
          </a:ln>
        </p:spPr>
        <p:txBody>
          <a:bodyPr wrap="none" anchor="ctr"/>
          <a:lstStyle>
            <a:lvl1pPr>
              <a:defRPr>
                <a:solidFill>
                  <a:schemeClr val="tx1"/>
                </a:solidFill>
                <a:latin typeface="Arial" charset="0"/>
                <a:ea typeface="ＭＳ Ｐゴシック" charset="-128"/>
              </a:defRPr>
            </a:lvl1pPr>
            <a:lvl2pPr marL="742950" indent="-285750">
              <a:defRPr>
                <a:solidFill>
                  <a:schemeClr val="tx1"/>
                </a:solidFill>
                <a:latin typeface="Arial" charset="0"/>
                <a:ea typeface="ＭＳ Ｐゴシック" charset="-128"/>
              </a:defRPr>
            </a:lvl2pPr>
            <a:lvl3pPr marL="1143000" indent="-228600">
              <a:defRPr>
                <a:solidFill>
                  <a:schemeClr val="tx1"/>
                </a:solidFill>
                <a:latin typeface="Arial" charset="0"/>
                <a:ea typeface="ＭＳ Ｐゴシック" charset="-128"/>
              </a:defRPr>
            </a:lvl3pPr>
            <a:lvl4pPr marL="1600200" indent="-228600">
              <a:defRPr>
                <a:solidFill>
                  <a:schemeClr val="tx1"/>
                </a:solidFill>
                <a:latin typeface="Arial" charset="0"/>
                <a:ea typeface="ＭＳ Ｐゴシック" charset="-128"/>
              </a:defRPr>
            </a:lvl4pPr>
            <a:lvl5pPr marL="2057400" indent="-228600">
              <a:defRPr>
                <a:solidFill>
                  <a:schemeClr val="tx1"/>
                </a:solidFill>
                <a:latin typeface="Arial" charset="0"/>
                <a:ea typeface="ＭＳ Ｐゴシック" charset="-128"/>
              </a:defRPr>
            </a:lvl5pPr>
            <a:lvl6pPr marL="2514600" indent="-228600" eaLnBrk="0" fontAlgn="base" hangingPunct="0">
              <a:spcBef>
                <a:spcPct val="0"/>
              </a:spcBef>
              <a:spcAft>
                <a:spcPct val="0"/>
              </a:spcAft>
              <a:defRPr>
                <a:solidFill>
                  <a:schemeClr val="tx1"/>
                </a:solidFill>
                <a:latin typeface="Arial" charset="0"/>
                <a:ea typeface="ＭＳ Ｐゴシック" charset="-128"/>
              </a:defRPr>
            </a:lvl6pPr>
            <a:lvl7pPr marL="2971800" indent="-228600" eaLnBrk="0" fontAlgn="base" hangingPunct="0">
              <a:spcBef>
                <a:spcPct val="0"/>
              </a:spcBef>
              <a:spcAft>
                <a:spcPct val="0"/>
              </a:spcAft>
              <a:defRPr>
                <a:solidFill>
                  <a:schemeClr val="tx1"/>
                </a:solidFill>
                <a:latin typeface="Arial" charset="0"/>
                <a:ea typeface="ＭＳ Ｐゴシック" charset="-128"/>
              </a:defRPr>
            </a:lvl7pPr>
            <a:lvl8pPr marL="3429000" indent="-228600" eaLnBrk="0" fontAlgn="base" hangingPunct="0">
              <a:spcBef>
                <a:spcPct val="0"/>
              </a:spcBef>
              <a:spcAft>
                <a:spcPct val="0"/>
              </a:spcAft>
              <a:defRPr>
                <a:solidFill>
                  <a:schemeClr val="tx1"/>
                </a:solidFill>
                <a:latin typeface="Arial" charset="0"/>
                <a:ea typeface="ＭＳ Ｐゴシック" charset="-128"/>
              </a:defRPr>
            </a:lvl8pPr>
            <a:lvl9pPr marL="3886200" indent="-228600" eaLnBrk="0" fontAlgn="base" hangingPunct="0">
              <a:spcBef>
                <a:spcPct val="0"/>
              </a:spcBef>
              <a:spcAft>
                <a:spcPct val="0"/>
              </a:spcAft>
              <a:defRPr>
                <a:solidFill>
                  <a:schemeClr val="tx1"/>
                </a:solidFill>
                <a:latin typeface="Arial" charset="0"/>
                <a:ea typeface="ＭＳ Ｐゴシック" charset="-128"/>
              </a:defRPr>
            </a:lvl9pPr>
          </a:lstStyle>
          <a:p>
            <a:pPr algn="ctr"/>
            <a:r>
              <a:rPr lang="en-US" altLang="en-US" sz="2400" b="1"/>
              <a:t>Zenz</a:t>
            </a:r>
            <a:endParaRPr lang="en-US" altLang="en-US" dirty="0"/>
          </a:p>
        </p:txBody>
      </p:sp>
      <p:sp>
        <p:nvSpPr>
          <p:cNvPr id="9" name="Line 8"/>
          <p:cNvSpPr>
            <a:spLocks noChangeShapeType="1"/>
          </p:cNvSpPr>
          <p:nvPr/>
        </p:nvSpPr>
        <p:spPr bwMode="auto">
          <a:xfrm flipV="1">
            <a:off x="4184068" y="2438400"/>
            <a:ext cx="1349607" cy="1"/>
          </a:xfrm>
          <a:prstGeom prst="line">
            <a:avLst/>
          </a:prstGeom>
          <a:noFill/>
          <a:ln w="38100">
            <a:solidFill>
              <a:schemeClr val="tx1"/>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en-US"/>
          </a:p>
        </p:txBody>
      </p:sp>
      <p:sp>
        <p:nvSpPr>
          <p:cNvPr id="10" name="Line 9"/>
          <p:cNvSpPr>
            <a:spLocks noChangeShapeType="1"/>
          </p:cNvSpPr>
          <p:nvPr/>
        </p:nvSpPr>
        <p:spPr bwMode="auto">
          <a:xfrm flipH="1">
            <a:off x="4260268" y="2125146"/>
            <a:ext cx="1193800" cy="0"/>
          </a:xfrm>
          <a:prstGeom prst="line">
            <a:avLst/>
          </a:prstGeom>
          <a:noFill/>
          <a:ln w="38100">
            <a:solidFill>
              <a:schemeClr val="tx1"/>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en-US"/>
          </a:p>
        </p:txBody>
      </p:sp>
      <p:sp>
        <p:nvSpPr>
          <p:cNvPr id="11" name="Line 10"/>
          <p:cNvSpPr>
            <a:spLocks noChangeShapeType="1"/>
          </p:cNvSpPr>
          <p:nvPr/>
        </p:nvSpPr>
        <p:spPr bwMode="auto">
          <a:xfrm flipV="1">
            <a:off x="2884526" y="2727325"/>
            <a:ext cx="0" cy="1183574"/>
          </a:xfrm>
          <a:prstGeom prst="line">
            <a:avLst/>
          </a:prstGeom>
          <a:noFill/>
          <a:ln w="38100">
            <a:solidFill>
              <a:schemeClr val="tx1"/>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en-US"/>
          </a:p>
        </p:txBody>
      </p:sp>
      <p:sp>
        <p:nvSpPr>
          <p:cNvPr id="12" name="Text Box 11"/>
          <p:cNvSpPr txBox="1">
            <a:spLocks noChangeArrowheads="1"/>
          </p:cNvSpPr>
          <p:nvPr/>
        </p:nvSpPr>
        <p:spPr bwMode="auto">
          <a:xfrm>
            <a:off x="4772914" y="1752600"/>
            <a:ext cx="395288" cy="3968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a:solidFill>
                  <a:schemeClr val="tx1"/>
                </a:solidFill>
                <a:latin typeface="Arial" charset="0"/>
                <a:ea typeface="ＭＳ Ｐゴシック" charset="-128"/>
              </a:defRPr>
            </a:lvl1pPr>
            <a:lvl2pPr marL="742950" indent="-285750">
              <a:defRPr>
                <a:solidFill>
                  <a:schemeClr val="tx1"/>
                </a:solidFill>
                <a:latin typeface="Arial" charset="0"/>
                <a:ea typeface="ＭＳ Ｐゴシック" charset="-128"/>
              </a:defRPr>
            </a:lvl2pPr>
            <a:lvl3pPr marL="1143000" indent="-228600">
              <a:defRPr>
                <a:solidFill>
                  <a:schemeClr val="tx1"/>
                </a:solidFill>
                <a:latin typeface="Arial" charset="0"/>
                <a:ea typeface="ＭＳ Ｐゴシック" charset="-128"/>
              </a:defRPr>
            </a:lvl3pPr>
            <a:lvl4pPr marL="1600200" indent="-228600">
              <a:defRPr>
                <a:solidFill>
                  <a:schemeClr val="tx1"/>
                </a:solidFill>
                <a:latin typeface="Arial" charset="0"/>
                <a:ea typeface="ＭＳ Ｐゴシック" charset="-128"/>
              </a:defRPr>
            </a:lvl4pPr>
            <a:lvl5pPr marL="2057400" indent="-228600">
              <a:defRPr>
                <a:solidFill>
                  <a:schemeClr val="tx1"/>
                </a:solidFill>
                <a:latin typeface="Arial" charset="0"/>
                <a:ea typeface="ＭＳ Ｐゴシック" charset="-128"/>
              </a:defRPr>
            </a:lvl5pPr>
            <a:lvl6pPr marL="2514600" indent="-228600" eaLnBrk="0" fontAlgn="base" hangingPunct="0">
              <a:spcBef>
                <a:spcPct val="0"/>
              </a:spcBef>
              <a:spcAft>
                <a:spcPct val="0"/>
              </a:spcAft>
              <a:defRPr>
                <a:solidFill>
                  <a:schemeClr val="tx1"/>
                </a:solidFill>
                <a:latin typeface="Arial" charset="0"/>
                <a:ea typeface="ＭＳ Ｐゴシック" charset="-128"/>
              </a:defRPr>
            </a:lvl6pPr>
            <a:lvl7pPr marL="2971800" indent="-228600" eaLnBrk="0" fontAlgn="base" hangingPunct="0">
              <a:spcBef>
                <a:spcPct val="0"/>
              </a:spcBef>
              <a:spcAft>
                <a:spcPct val="0"/>
              </a:spcAft>
              <a:defRPr>
                <a:solidFill>
                  <a:schemeClr val="tx1"/>
                </a:solidFill>
                <a:latin typeface="Arial" charset="0"/>
                <a:ea typeface="ＭＳ Ｐゴシック" charset="-128"/>
              </a:defRPr>
            </a:lvl7pPr>
            <a:lvl8pPr marL="3429000" indent="-228600" eaLnBrk="0" fontAlgn="base" hangingPunct="0">
              <a:spcBef>
                <a:spcPct val="0"/>
              </a:spcBef>
              <a:spcAft>
                <a:spcPct val="0"/>
              </a:spcAft>
              <a:defRPr>
                <a:solidFill>
                  <a:schemeClr val="tx1"/>
                </a:solidFill>
                <a:latin typeface="Arial" charset="0"/>
                <a:ea typeface="ＭＳ Ｐゴシック" charset="-128"/>
              </a:defRPr>
            </a:lvl8pPr>
            <a:lvl9pPr marL="3886200" indent="-228600" eaLnBrk="0" fontAlgn="base" hangingPunct="0">
              <a:spcBef>
                <a:spcPct val="0"/>
              </a:spcBef>
              <a:spcAft>
                <a:spcPct val="0"/>
              </a:spcAft>
              <a:defRPr>
                <a:solidFill>
                  <a:schemeClr val="tx1"/>
                </a:solidFill>
                <a:latin typeface="Arial" charset="0"/>
                <a:ea typeface="ＭＳ Ｐゴシック" charset="-128"/>
              </a:defRPr>
            </a:lvl9pPr>
          </a:lstStyle>
          <a:p>
            <a:pPr algn="ctr"/>
            <a:r>
              <a:rPr lang="en-US" altLang="en-US" sz="2000" b="1" dirty="0"/>
              <a:t>$ </a:t>
            </a:r>
          </a:p>
        </p:txBody>
      </p:sp>
      <p:sp>
        <p:nvSpPr>
          <p:cNvPr id="13" name="Text Box 13"/>
          <p:cNvSpPr txBox="1">
            <a:spLocks noChangeArrowheads="1"/>
          </p:cNvSpPr>
          <p:nvPr/>
        </p:nvSpPr>
        <p:spPr bwMode="auto">
          <a:xfrm>
            <a:off x="4431602" y="2514600"/>
            <a:ext cx="1384300" cy="3968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a:solidFill>
                  <a:schemeClr val="tx1"/>
                </a:solidFill>
                <a:latin typeface="Arial" charset="0"/>
                <a:ea typeface="ＭＳ Ｐゴシック" charset="-128"/>
              </a:defRPr>
            </a:lvl1pPr>
            <a:lvl2pPr marL="742950" indent="-285750">
              <a:defRPr>
                <a:solidFill>
                  <a:schemeClr val="tx1"/>
                </a:solidFill>
                <a:latin typeface="Arial" charset="0"/>
                <a:ea typeface="ＭＳ Ｐゴシック" charset="-128"/>
              </a:defRPr>
            </a:lvl2pPr>
            <a:lvl3pPr marL="1143000" indent="-228600">
              <a:defRPr>
                <a:solidFill>
                  <a:schemeClr val="tx1"/>
                </a:solidFill>
                <a:latin typeface="Arial" charset="0"/>
                <a:ea typeface="ＭＳ Ｐゴシック" charset="-128"/>
              </a:defRPr>
            </a:lvl3pPr>
            <a:lvl4pPr marL="1600200" indent="-228600">
              <a:defRPr>
                <a:solidFill>
                  <a:schemeClr val="tx1"/>
                </a:solidFill>
                <a:latin typeface="Arial" charset="0"/>
                <a:ea typeface="ＭＳ Ｐゴシック" charset="-128"/>
              </a:defRPr>
            </a:lvl4pPr>
            <a:lvl5pPr marL="2057400" indent="-228600">
              <a:defRPr>
                <a:solidFill>
                  <a:schemeClr val="tx1"/>
                </a:solidFill>
                <a:latin typeface="Arial" charset="0"/>
                <a:ea typeface="ＭＳ Ｐゴシック" charset="-128"/>
              </a:defRPr>
            </a:lvl5pPr>
            <a:lvl6pPr marL="2514600" indent="-228600" eaLnBrk="0" fontAlgn="base" hangingPunct="0">
              <a:spcBef>
                <a:spcPct val="0"/>
              </a:spcBef>
              <a:spcAft>
                <a:spcPct val="0"/>
              </a:spcAft>
              <a:defRPr>
                <a:solidFill>
                  <a:schemeClr val="tx1"/>
                </a:solidFill>
                <a:latin typeface="Arial" charset="0"/>
                <a:ea typeface="ＭＳ Ｐゴシック" charset="-128"/>
              </a:defRPr>
            </a:lvl6pPr>
            <a:lvl7pPr marL="2971800" indent="-228600" eaLnBrk="0" fontAlgn="base" hangingPunct="0">
              <a:spcBef>
                <a:spcPct val="0"/>
              </a:spcBef>
              <a:spcAft>
                <a:spcPct val="0"/>
              </a:spcAft>
              <a:defRPr>
                <a:solidFill>
                  <a:schemeClr val="tx1"/>
                </a:solidFill>
                <a:latin typeface="Arial" charset="0"/>
                <a:ea typeface="ＭＳ Ｐゴシック" charset="-128"/>
              </a:defRPr>
            </a:lvl7pPr>
            <a:lvl8pPr marL="3429000" indent="-228600" eaLnBrk="0" fontAlgn="base" hangingPunct="0">
              <a:spcBef>
                <a:spcPct val="0"/>
              </a:spcBef>
              <a:spcAft>
                <a:spcPct val="0"/>
              </a:spcAft>
              <a:defRPr>
                <a:solidFill>
                  <a:schemeClr val="tx1"/>
                </a:solidFill>
                <a:latin typeface="Arial" charset="0"/>
                <a:ea typeface="ＭＳ Ｐゴシック" charset="-128"/>
              </a:defRPr>
            </a:lvl8pPr>
            <a:lvl9pPr marL="3886200" indent="-228600" eaLnBrk="0" fontAlgn="base" hangingPunct="0">
              <a:spcBef>
                <a:spcPct val="0"/>
              </a:spcBef>
              <a:spcAft>
                <a:spcPct val="0"/>
              </a:spcAft>
              <a:defRPr>
                <a:solidFill>
                  <a:schemeClr val="tx1"/>
                </a:solidFill>
                <a:latin typeface="Arial" charset="0"/>
                <a:ea typeface="ＭＳ Ｐゴシック" charset="-128"/>
              </a:defRPr>
            </a:lvl9pPr>
          </a:lstStyle>
          <a:p>
            <a:pPr algn="ctr"/>
            <a:r>
              <a:rPr lang="en-US" altLang="en-US" sz="2000" b="1"/>
              <a:t>47 Shares</a:t>
            </a:r>
          </a:p>
        </p:txBody>
      </p:sp>
      <p:sp>
        <p:nvSpPr>
          <p:cNvPr id="14" name="Oval 14"/>
          <p:cNvSpPr>
            <a:spLocks noChangeArrowheads="1"/>
          </p:cNvSpPr>
          <p:nvPr/>
        </p:nvSpPr>
        <p:spPr bwMode="auto">
          <a:xfrm>
            <a:off x="5441523" y="1894313"/>
            <a:ext cx="1701800" cy="685188"/>
          </a:xfrm>
          <a:prstGeom prst="ellipse">
            <a:avLst/>
          </a:prstGeom>
          <a:solidFill>
            <a:schemeClr val="accent5">
              <a:lumMod val="20000"/>
              <a:lumOff val="80000"/>
            </a:schemeClr>
          </a:solidFill>
          <a:ln w="9525">
            <a:solidFill>
              <a:schemeClr val="tx1"/>
            </a:solidFill>
            <a:round/>
            <a:headEnd/>
            <a:tailEnd/>
          </a:ln>
        </p:spPr>
        <p:txBody>
          <a:bodyPr wrap="none" anchor="ctr"/>
          <a:lstStyle>
            <a:lvl1pPr>
              <a:defRPr>
                <a:solidFill>
                  <a:schemeClr val="tx1"/>
                </a:solidFill>
                <a:latin typeface="Arial" charset="0"/>
                <a:ea typeface="ＭＳ Ｐゴシック" charset="-128"/>
              </a:defRPr>
            </a:lvl1pPr>
            <a:lvl2pPr marL="742950" indent="-285750">
              <a:defRPr>
                <a:solidFill>
                  <a:schemeClr val="tx1"/>
                </a:solidFill>
                <a:latin typeface="Arial" charset="0"/>
                <a:ea typeface="ＭＳ Ｐゴシック" charset="-128"/>
              </a:defRPr>
            </a:lvl2pPr>
            <a:lvl3pPr marL="1143000" indent="-228600">
              <a:defRPr>
                <a:solidFill>
                  <a:schemeClr val="tx1"/>
                </a:solidFill>
                <a:latin typeface="Arial" charset="0"/>
                <a:ea typeface="ＭＳ Ｐゴシック" charset="-128"/>
              </a:defRPr>
            </a:lvl3pPr>
            <a:lvl4pPr marL="1600200" indent="-228600">
              <a:defRPr>
                <a:solidFill>
                  <a:schemeClr val="tx1"/>
                </a:solidFill>
                <a:latin typeface="Arial" charset="0"/>
                <a:ea typeface="ＭＳ Ｐゴシック" charset="-128"/>
              </a:defRPr>
            </a:lvl4pPr>
            <a:lvl5pPr marL="2057400" indent="-228600">
              <a:defRPr>
                <a:solidFill>
                  <a:schemeClr val="tx1"/>
                </a:solidFill>
                <a:latin typeface="Arial" charset="0"/>
                <a:ea typeface="ＭＳ Ｐゴシック" charset="-128"/>
              </a:defRPr>
            </a:lvl5pPr>
            <a:lvl6pPr marL="2514600" indent="-228600" eaLnBrk="0" fontAlgn="base" hangingPunct="0">
              <a:spcBef>
                <a:spcPct val="0"/>
              </a:spcBef>
              <a:spcAft>
                <a:spcPct val="0"/>
              </a:spcAft>
              <a:defRPr>
                <a:solidFill>
                  <a:schemeClr val="tx1"/>
                </a:solidFill>
                <a:latin typeface="Arial" charset="0"/>
                <a:ea typeface="ＭＳ Ｐゴシック" charset="-128"/>
              </a:defRPr>
            </a:lvl6pPr>
            <a:lvl7pPr marL="2971800" indent="-228600" eaLnBrk="0" fontAlgn="base" hangingPunct="0">
              <a:spcBef>
                <a:spcPct val="0"/>
              </a:spcBef>
              <a:spcAft>
                <a:spcPct val="0"/>
              </a:spcAft>
              <a:defRPr>
                <a:solidFill>
                  <a:schemeClr val="tx1"/>
                </a:solidFill>
                <a:latin typeface="Arial" charset="0"/>
                <a:ea typeface="ＭＳ Ｐゴシック" charset="-128"/>
              </a:defRPr>
            </a:lvl7pPr>
            <a:lvl8pPr marL="3429000" indent="-228600" eaLnBrk="0" fontAlgn="base" hangingPunct="0">
              <a:spcBef>
                <a:spcPct val="0"/>
              </a:spcBef>
              <a:spcAft>
                <a:spcPct val="0"/>
              </a:spcAft>
              <a:defRPr>
                <a:solidFill>
                  <a:schemeClr val="tx1"/>
                </a:solidFill>
                <a:latin typeface="Arial" charset="0"/>
                <a:ea typeface="ＭＳ Ｐゴシック" charset="-128"/>
              </a:defRPr>
            </a:lvl8pPr>
            <a:lvl9pPr marL="3886200" indent="-228600" eaLnBrk="0" fontAlgn="base" hangingPunct="0">
              <a:spcBef>
                <a:spcPct val="0"/>
              </a:spcBef>
              <a:spcAft>
                <a:spcPct val="0"/>
              </a:spcAft>
              <a:defRPr>
                <a:solidFill>
                  <a:schemeClr val="tx1"/>
                </a:solidFill>
                <a:latin typeface="Arial" charset="0"/>
                <a:ea typeface="ＭＳ Ｐゴシック" charset="-128"/>
              </a:defRPr>
            </a:lvl9pPr>
          </a:lstStyle>
          <a:p>
            <a:pPr algn="ctr"/>
            <a:r>
              <a:rPr lang="en-US" altLang="en-US" sz="2000" b="1" dirty="0"/>
              <a:t>3rd</a:t>
            </a:r>
          </a:p>
          <a:p>
            <a:pPr algn="ctr"/>
            <a:r>
              <a:rPr lang="en-US" altLang="en-US" sz="2000" b="1" dirty="0"/>
              <a:t>Party</a:t>
            </a:r>
          </a:p>
        </p:txBody>
      </p:sp>
      <p:sp>
        <p:nvSpPr>
          <p:cNvPr id="15" name="Oval 16"/>
          <p:cNvSpPr>
            <a:spLocks noChangeArrowheads="1"/>
          </p:cNvSpPr>
          <p:nvPr/>
        </p:nvSpPr>
        <p:spPr bwMode="auto">
          <a:xfrm>
            <a:off x="4595114" y="1143000"/>
            <a:ext cx="609600" cy="457200"/>
          </a:xfrm>
          <a:prstGeom prst="ellipse">
            <a:avLst/>
          </a:prstGeom>
          <a:solidFill>
            <a:schemeClr val="accent1">
              <a:lumMod val="20000"/>
              <a:lumOff val="80000"/>
            </a:schemeClr>
          </a:solidFill>
          <a:ln w="9525">
            <a:solidFill>
              <a:schemeClr val="tx1"/>
            </a:solidFill>
            <a:round/>
            <a:headEnd/>
            <a:tailEnd/>
          </a:ln>
        </p:spPr>
        <p:txBody>
          <a:bodyPr wrap="none" anchor="ctr"/>
          <a:lstStyle>
            <a:lvl1pPr>
              <a:defRPr>
                <a:solidFill>
                  <a:schemeClr val="tx1"/>
                </a:solidFill>
                <a:latin typeface="Arial" charset="0"/>
                <a:ea typeface="ＭＳ Ｐゴシック" charset="-128"/>
              </a:defRPr>
            </a:lvl1pPr>
            <a:lvl2pPr marL="742950" indent="-285750">
              <a:defRPr>
                <a:solidFill>
                  <a:schemeClr val="tx1"/>
                </a:solidFill>
                <a:latin typeface="Arial" charset="0"/>
                <a:ea typeface="ＭＳ Ｐゴシック" charset="-128"/>
              </a:defRPr>
            </a:lvl2pPr>
            <a:lvl3pPr marL="1143000" indent="-228600">
              <a:defRPr>
                <a:solidFill>
                  <a:schemeClr val="tx1"/>
                </a:solidFill>
                <a:latin typeface="Arial" charset="0"/>
                <a:ea typeface="ＭＳ Ｐゴシック" charset="-128"/>
              </a:defRPr>
            </a:lvl3pPr>
            <a:lvl4pPr marL="1600200" indent="-228600">
              <a:defRPr>
                <a:solidFill>
                  <a:schemeClr val="tx1"/>
                </a:solidFill>
                <a:latin typeface="Arial" charset="0"/>
                <a:ea typeface="ＭＳ Ｐゴシック" charset="-128"/>
              </a:defRPr>
            </a:lvl4pPr>
            <a:lvl5pPr marL="2057400" indent="-228600">
              <a:defRPr>
                <a:solidFill>
                  <a:schemeClr val="tx1"/>
                </a:solidFill>
                <a:latin typeface="Arial" charset="0"/>
                <a:ea typeface="ＭＳ Ｐゴシック" charset="-128"/>
              </a:defRPr>
            </a:lvl5pPr>
            <a:lvl6pPr marL="2514600" indent="-228600" eaLnBrk="0" fontAlgn="base" hangingPunct="0">
              <a:spcBef>
                <a:spcPct val="0"/>
              </a:spcBef>
              <a:spcAft>
                <a:spcPct val="0"/>
              </a:spcAft>
              <a:defRPr>
                <a:solidFill>
                  <a:schemeClr val="tx1"/>
                </a:solidFill>
                <a:latin typeface="Arial" charset="0"/>
                <a:ea typeface="ＭＳ Ｐゴシック" charset="-128"/>
              </a:defRPr>
            </a:lvl6pPr>
            <a:lvl7pPr marL="2971800" indent="-228600" eaLnBrk="0" fontAlgn="base" hangingPunct="0">
              <a:spcBef>
                <a:spcPct val="0"/>
              </a:spcBef>
              <a:spcAft>
                <a:spcPct val="0"/>
              </a:spcAft>
              <a:defRPr>
                <a:solidFill>
                  <a:schemeClr val="tx1"/>
                </a:solidFill>
                <a:latin typeface="Arial" charset="0"/>
                <a:ea typeface="ＭＳ Ｐゴシック" charset="-128"/>
              </a:defRPr>
            </a:lvl7pPr>
            <a:lvl8pPr marL="3429000" indent="-228600" eaLnBrk="0" fontAlgn="base" hangingPunct="0">
              <a:spcBef>
                <a:spcPct val="0"/>
              </a:spcBef>
              <a:spcAft>
                <a:spcPct val="0"/>
              </a:spcAft>
              <a:defRPr>
                <a:solidFill>
                  <a:schemeClr val="tx1"/>
                </a:solidFill>
                <a:latin typeface="Arial" charset="0"/>
                <a:ea typeface="ＭＳ Ｐゴシック" charset="-128"/>
              </a:defRPr>
            </a:lvl8pPr>
            <a:lvl9pPr marL="3886200" indent="-228600" eaLnBrk="0" fontAlgn="base" hangingPunct="0">
              <a:spcBef>
                <a:spcPct val="0"/>
              </a:spcBef>
              <a:spcAft>
                <a:spcPct val="0"/>
              </a:spcAft>
              <a:defRPr>
                <a:solidFill>
                  <a:schemeClr val="tx1"/>
                </a:solidFill>
                <a:latin typeface="Arial" charset="0"/>
                <a:ea typeface="ＭＳ Ｐゴシック" charset="-128"/>
              </a:defRPr>
            </a:lvl9pPr>
          </a:lstStyle>
          <a:p>
            <a:pPr algn="ctr"/>
            <a:r>
              <a:rPr lang="en-US" altLang="en-US" sz="2800" b="1"/>
              <a:t>1</a:t>
            </a:r>
            <a:endParaRPr lang="en-US" altLang="en-US"/>
          </a:p>
        </p:txBody>
      </p:sp>
      <p:sp>
        <p:nvSpPr>
          <p:cNvPr id="16" name="Oval 17"/>
          <p:cNvSpPr>
            <a:spLocks noChangeArrowheads="1"/>
          </p:cNvSpPr>
          <p:nvPr/>
        </p:nvSpPr>
        <p:spPr bwMode="auto">
          <a:xfrm>
            <a:off x="200724" y="2743200"/>
            <a:ext cx="609600" cy="457200"/>
          </a:xfrm>
          <a:prstGeom prst="ellipse">
            <a:avLst/>
          </a:prstGeom>
          <a:solidFill>
            <a:schemeClr val="accent1">
              <a:lumMod val="20000"/>
              <a:lumOff val="80000"/>
            </a:schemeClr>
          </a:solidFill>
          <a:ln w="9525">
            <a:solidFill>
              <a:schemeClr val="tx1"/>
            </a:solidFill>
            <a:round/>
            <a:headEnd/>
            <a:tailEnd/>
          </a:ln>
        </p:spPr>
        <p:txBody>
          <a:bodyPr wrap="none" anchor="ctr"/>
          <a:lstStyle>
            <a:lvl1pPr>
              <a:defRPr>
                <a:solidFill>
                  <a:schemeClr val="tx1"/>
                </a:solidFill>
                <a:latin typeface="Arial" charset="0"/>
                <a:ea typeface="ＭＳ Ｐゴシック" charset="-128"/>
              </a:defRPr>
            </a:lvl1pPr>
            <a:lvl2pPr marL="742950" indent="-285750">
              <a:defRPr>
                <a:solidFill>
                  <a:schemeClr val="tx1"/>
                </a:solidFill>
                <a:latin typeface="Arial" charset="0"/>
                <a:ea typeface="ＭＳ Ｐゴシック" charset="-128"/>
              </a:defRPr>
            </a:lvl2pPr>
            <a:lvl3pPr marL="1143000" indent="-228600">
              <a:defRPr>
                <a:solidFill>
                  <a:schemeClr val="tx1"/>
                </a:solidFill>
                <a:latin typeface="Arial" charset="0"/>
                <a:ea typeface="ＭＳ Ｐゴシック" charset="-128"/>
              </a:defRPr>
            </a:lvl3pPr>
            <a:lvl4pPr marL="1600200" indent="-228600">
              <a:defRPr>
                <a:solidFill>
                  <a:schemeClr val="tx1"/>
                </a:solidFill>
                <a:latin typeface="Arial" charset="0"/>
                <a:ea typeface="ＭＳ Ｐゴシック" charset="-128"/>
              </a:defRPr>
            </a:lvl4pPr>
            <a:lvl5pPr marL="2057400" indent="-228600">
              <a:defRPr>
                <a:solidFill>
                  <a:schemeClr val="tx1"/>
                </a:solidFill>
                <a:latin typeface="Arial" charset="0"/>
                <a:ea typeface="ＭＳ Ｐゴシック" charset="-128"/>
              </a:defRPr>
            </a:lvl5pPr>
            <a:lvl6pPr marL="2514600" indent="-228600" eaLnBrk="0" fontAlgn="base" hangingPunct="0">
              <a:spcBef>
                <a:spcPct val="0"/>
              </a:spcBef>
              <a:spcAft>
                <a:spcPct val="0"/>
              </a:spcAft>
              <a:defRPr>
                <a:solidFill>
                  <a:schemeClr val="tx1"/>
                </a:solidFill>
                <a:latin typeface="Arial" charset="0"/>
                <a:ea typeface="ＭＳ Ｐゴシック" charset="-128"/>
              </a:defRPr>
            </a:lvl6pPr>
            <a:lvl7pPr marL="2971800" indent="-228600" eaLnBrk="0" fontAlgn="base" hangingPunct="0">
              <a:spcBef>
                <a:spcPct val="0"/>
              </a:spcBef>
              <a:spcAft>
                <a:spcPct val="0"/>
              </a:spcAft>
              <a:defRPr>
                <a:solidFill>
                  <a:schemeClr val="tx1"/>
                </a:solidFill>
                <a:latin typeface="Arial" charset="0"/>
                <a:ea typeface="ＭＳ Ｐゴシック" charset="-128"/>
              </a:defRPr>
            </a:lvl7pPr>
            <a:lvl8pPr marL="3429000" indent="-228600" eaLnBrk="0" fontAlgn="base" hangingPunct="0">
              <a:spcBef>
                <a:spcPct val="0"/>
              </a:spcBef>
              <a:spcAft>
                <a:spcPct val="0"/>
              </a:spcAft>
              <a:defRPr>
                <a:solidFill>
                  <a:schemeClr val="tx1"/>
                </a:solidFill>
                <a:latin typeface="Arial" charset="0"/>
                <a:ea typeface="ＭＳ Ｐゴシック" charset="-128"/>
              </a:defRPr>
            </a:lvl8pPr>
            <a:lvl9pPr marL="3886200" indent="-228600" eaLnBrk="0" fontAlgn="base" hangingPunct="0">
              <a:spcBef>
                <a:spcPct val="0"/>
              </a:spcBef>
              <a:spcAft>
                <a:spcPct val="0"/>
              </a:spcAft>
              <a:defRPr>
                <a:solidFill>
                  <a:schemeClr val="tx1"/>
                </a:solidFill>
                <a:latin typeface="Arial" charset="0"/>
                <a:ea typeface="ＭＳ Ｐゴシック" charset="-128"/>
              </a:defRPr>
            </a:lvl9pPr>
          </a:lstStyle>
          <a:p>
            <a:pPr algn="ctr"/>
            <a:r>
              <a:rPr lang="en-US" altLang="en-US" sz="2800" b="1" dirty="0"/>
              <a:t>2</a:t>
            </a:r>
            <a:endParaRPr lang="en-US" altLang="en-US" dirty="0"/>
          </a:p>
        </p:txBody>
      </p:sp>
      <p:sp>
        <p:nvSpPr>
          <p:cNvPr id="17" name="Text Box 18"/>
          <p:cNvSpPr txBox="1">
            <a:spLocks noChangeArrowheads="1"/>
          </p:cNvSpPr>
          <p:nvPr/>
        </p:nvSpPr>
        <p:spPr bwMode="auto">
          <a:xfrm>
            <a:off x="880174" y="2727325"/>
            <a:ext cx="1666875" cy="7016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a:solidFill>
                  <a:schemeClr val="tx1"/>
                </a:solidFill>
                <a:latin typeface="Arial" charset="0"/>
                <a:ea typeface="ＭＳ Ｐゴシック" charset="-128"/>
              </a:defRPr>
            </a:lvl1pPr>
            <a:lvl2pPr marL="742950" indent="-285750">
              <a:defRPr>
                <a:solidFill>
                  <a:schemeClr val="tx1"/>
                </a:solidFill>
                <a:latin typeface="Arial" charset="0"/>
                <a:ea typeface="ＭＳ Ｐゴシック" charset="-128"/>
              </a:defRPr>
            </a:lvl2pPr>
            <a:lvl3pPr marL="1143000" indent="-228600">
              <a:defRPr>
                <a:solidFill>
                  <a:schemeClr val="tx1"/>
                </a:solidFill>
                <a:latin typeface="Arial" charset="0"/>
                <a:ea typeface="ＭＳ Ｐゴシック" charset="-128"/>
              </a:defRPr>
            </a:lvl3pPr>
            <a:lvl4pPr marL="1600200" indent="-228600">
              <a:defRPr>
                <a:solidFill>
                  <a:schemeClr val="tx1"/>
                </a:solidFill>
                <a:latin typeface="Arial" charset="0"/>
                <a:ea typeface="ＭＳ Ｐゴシック" charset="-128"/>
              </a:defRPr>
            </a:lvl4pPr>
            <a:lvl5pPr marL="2057400" indent="-228600">
              <a:defRPr>
                <a:solidFill>
                  <a:schemeClr val="tx1"/>
                </a:solidFill>
                <a:latin typeface="Arial" charset="0"/>
                <a:ea typeface="ＭＳ Ｐゴシック" charset="-128"/>
              </a:defRPr>
            </a:lvl5pPr>
            <a:lvl6pPr marL="2514600" indent="-228600" eaLnBrk="0" fontAlgn="base" hangingPunct="0">
              <a:spcBef>
                <a:spcPct val="0"/>
              </a:spcBef>
              <a:spcAft>
                <a:spcPct val="0"/>
              </a:spcAft>
              <a:defRPr>
                <a:solidFill>
                  <a:schemeClr val="tx1"/>
                </a:solidFill>
                <a:latin typeface="Arial" charset="0"/>
                <a:ea typeface="ＭＳ Ｐゴシック" charset="-128"/>
              </a:defRPr>
            </a:lvl6pPr>
            <a:lvl7pPr marL="2971800" indent="-228600" eaLnBrk="0" fontAlgn="base" hangingPunct="0">
              <a:spcBef>
                <a:spcPct val="0"/>
              </a:spcBef>
              <a:spcAft>
                <a:spcPct val="0"/>
              </a:spcAft>
              <a:defRPr>
                <a:solidFill>
                  <a:schemeClr val="tx1"/>
                </a:solidFill>
                <a:latin typeface="Arial" charset="0"/>
                <a:ea typeface="ＭＳ Ｐゴシック" charset="-128"/>
              </a:defRPr>
            </a:lvl7pPr>
            <a:lvl8pPr marL="3429000" indent="-228600" eaLnBrk="0" fontAlgn="base" hangingPunct="0">
              <a:spcBef>
                <a:spcPct val="0"/>
              </a:spcBef>
              <a:spcAft>
                <a:spcPct val="0"/>
              </a:spcAft>
              <a:defRPr>
                <a:solidFill>
                  <a:schemeClr val="tx1"/>
                </a:solidFill>
                <a:latin typeface="Arial" charset="0"/>
                <a:ea typeface="ＭＳ Ｐゴシック" charset="-128"/>
              </a:defRPr>
            </a:lvl8pPr>
            <a:lvl9pPr marL="3886200" indent="-228600" eaLnBrk="0" fontAlgn="base" hangingPunct="0">
              <a:spcBef>
                <a:spcPct val="0"/>
              </a:spcBef>
              <a:spcAft>
                <a:spcPct val="0"/>
              </a:spcAft>
              <a:defRPr>
                <a:solidFill>
                  <a:schemeClr val="tx1"/>
                </a:solidFill>
                <a:latin typeface="Arial" charset="0"/>
                <a:ea typeface="ＭＳ Ｐゴシック" charset="-128"/>
              </a:defRPr>
            </a:lvl9pPr>
          </a:lstStyle>
          <a:p>
            <a:pPr algn="ctr"/>
            <a:r>
              <a:rPr lang="en-US" altLang="en-US" sz="2000" b="1" dirty="0"/>
              <a:t>Redemption</a:t>
            </a:r>
          </a:p>
          <a:p>
            <a:pPr algn="ctr"/>
            <a:r>
              <a:rPr lang="en-US" altLang="en-US" sz="2000" b="1" dirty="0"/>
              <a:t>of 61 shares</a:t>
            </a:r>
          </a:p>
        </p:txBody>
      </p:sp>
      <p:cxnSp>
        <p:nvCxnSpPr>
          <p:cNvPr id="19" name="Straight Connector 18"/>
          <p:cNvCxnSpPr>
            <a:stCxn id="7" idx="4"/>
            <a:endCxn id="6" idx="0"/>
          </p:cNvCxnSpPr>
          <p:nvPr/>
        </p:nvCxnSpPr>
        <p:spPr>
          <a:xfrm>
            <a:off x="3373243" y="2626961"/>
            <a:ext cx="12353" cy="1311111"/>
          </a:xfrm>
          <a:prstGeom prst="line">
            <a:avLst/>
          </a:prstGeom>
        </p:spPr>
        <p:style>
          <a:lnRef idx="1">
            <a:schemeClr val="accent1"/>
          </a:lnRef>
          <a:fillRef idx="0">
            <a:schemeClr val="accent1"/>
          </a:fillRef>
          <a:effectRef idx="0">
            <a:schemeClr val="accent1"/>
          </a:effectRef>
          <a:fontRef idx="minor">
            <a:schemeClr val="tx1"/>
          </a:fontRef>
        </p:style>
      </p:cxnSp>
      <p:sp>
        <p:nvSpPr>
          <p:cNvPr id="23" name="TextBox 22"/>
          <p:cNvSpPr txBox="1"/>
          <p:nvPr/>
        </p:nvSpPr>
        <p:spPr>
          <a:xfrm>
            <a:off x="8026400" y="1894313"/>
            <a:ext cx="3548472" cy="461665"/>
          </a:xfrm>
          <a:prstGeom prst="rect">
            <a:avLst/>
          </a:prstGeom>
          <a:noFill/>
        </p:spPr>
        <p:txBody>
          <a:bodyPr wrap="none" rtlCol="0">
            <a:spAutoFit/>
          </a:bodyPr>
          <a:lstStyle/>
          <a:p>
            <a:pPr marL="285750" indent="-285750">
              <a:buFont typeface="Arial" charset="0"/>
              <a:buChar char="•"/>
            </a:pPr>
            <a:r>
              <a:rPr lang="en-US" sz="2400" b="1" dirty="0"/>
              <a:t>What did the IRS argue?</a:t>
            </a:r>
          </a:p>
        </p:txBody>
      </p:sp>
      <p:sp>
        <p:nvSpPr>
          <p:cNvPr id="5" name="Footer Placeholder 4">
            <a:extLst>
              <a:ext uri="{FF2B5EF4-FFF2-40B4-BE49-F238E27FC236}">
                <a16:creationId xmlns:a16="http://schemas.microsoft.com/office/drawing/2014/main" id="{8BBF7935-23EB-E246-9EC4-73E45366CA56}"/>
              </a:ext>
            </a:extLst>
          </p:cNvPr>
          <p:cNvSpPr>
            <a:spLocks noGrp="1"/>
          </p:cNvSpPr>
          <p:nvPr>
            <p:ph type="ftr" sz="quarter" idx="11"/>
          </p:nvPr>
        </p:nvSpPr>
        <p:spPr/>
        <p:txBody>
          <a:bodyPr/>
          <a:lstStyle/>
          <a:p>
            <a:pPr>
              <a:defRPr/>
            </a:pPr>
            <a:r>
              <a:rPr lang="en-US"/>
              <a:t>Redemptions</a:t>
            </a:r>
            <a:endParaRPr lang="en-US" dirty="0"/>
          </a:p>
        </p:txBody>
      </p:sp>
    </p:spTree>
    <p:extLst>
      <p:ext uri="{BB962C8B-B14F-4D97-AF65-F5344CB8AC3E}">
        <p14:creationId xmlns:p14="http://schemas.microsoft.com/office/powerpoint/2010/main" val="1570312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9"/>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5"/>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2"/>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0"/>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9"/>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3"/>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4"/>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11"/>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7"/>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16"/>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2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9" grpId="0" animBg="1"/>
      <p:bldP spid="10" grpId="0" animBg="1"/>
      <p:bldP spid="11" grpId="0" animBg="1"/>
      <p:bldP spid="12" grpId="0"/>
      <p:bldP spid="13" grpId="0"/>
      <p:bldP spid="14" grpId="0" animBg="1"/>
      <p:bldP spid="15" grpId="0" animBg="1"/>
      <p:bldP spid="16" grpId="0" animBg="1"/>
      <p:bldP spid="17" grpId="0"/>
      <p:bldP spid="23" grpId="0"/>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dirty="0"/>
              <a:t>Redemptions and Tax Planning:  Rev. Rul. 75-447</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22</a:t>
            </a:fld>
            <a:endParaRPr lang="en-US" altLang="en-US" dirty="0"/>
          </a:p>
        </p:txBody>
      </p:sp>
      <p:sp>
        <p:nvSpPr>
          <p:cNvPr id="6" name="Rectangle 7"/>
          <p:cNvSpPr>
            <a:spLocks noChangeArrowheads="1"/>
          </p:cNvSpPr>
          <p:nvPr/>
        </p:nvSpPr>
        <p:spPr bwMode="auto">
          <a:xfrm>
            <a:off x="1512731" y="1774953"/>
            <a:ext cx="914400" cy="914400"/>
          </a:xfrm>
          <a:prstGeom prst="rect">
            <a:avLst/>
          </a:prstGeom>
          <a:solidFill>
            <a:schemeClr val="accent1">
              <a:lumMod val="40000"/>
              <a:lumOff val="60000"/>
            </a:schemeClr>
          </a:solidFill>
          <a:ln w="9525">
            <a:solidFill>
              <a:schemeClr val="accent1">
                <a:lumMod val="20000"/>
                <a:lumOff val="80000"/>
              </a:schemeClr>
            </a:solidFill>
            <a:miter lim="800000"/>
            <a:headEnd/>
            <a:tailEnd/>
          </a:ln>
        </p:spPr>
        <p:txBody>
          <a:bodyPr wrap="none" anchor="ctr"/>
          <a:lstStyle>
            <a:lvl1pPr>
              <a:defRPr>
                <a:solidFill>
                  <a:schemeClr val="tx1"/>
                </a:solidFill>
                <a:latin typeface="Arial" charset="0"/>
                <a:ea typeface="ＭＳ Ｐゴシック" charset="-128"/>
              </a:defRPr>
            </a:lvl1pPr>
            <a:lvl2pPr marL="742950" indent="-285750">
              <a:defRPr>
                <a:solidFill>
                  <a:schemeClr val="tx1"/>
                </a:solidFill>
                <a:latin typeface="Arial" charset="0"/>
                <a:ea typeface="ＭＳ Ｐゴシック" charset="-128"/>
              </a:defRPr>
            </a:lvl2pPr>
            <a:lvl3pPr marL="1143000" indent="-228600">
              <a:defRPr>
                <a:solidFill>
                  <a:schemeClr val="tx1"/>
                </a:solidFill>
                <a:latin typeface="Arial" charset="0"/>
                <a:ea typeface="ＭＳ Ｐゴシック" charset="-128"/>
              </a:defRPr>
            </a:lvl3pPr>
            <a:lvl4pPr marL="1600200" indent="-228600">
              <a:defRPr>
                <a:solidFill>
                  <a:schemeClr val="tx1"/>
                </a:solidFill>
                <a:latin typeface="Arial" charset="0"/>
                <a:ea typeface="ＭＳ Ｐゴシック" charset="-128"/>
              </a:defRPr>
            </a:lvl4pPr>
            <a:lvl5pPr marL="2057400" indent="-228600">
              <a:defRPr>
                <a:solidFill>
                  <a:schemeClr val="tx1"/>
                </a:solidFill>
                <a:latin typeface="Arial" charset="0"/>
                <a:ea typeface="ＭＳ Ｐゴシック" charset="-128"/>
              </a:defRPr>
            </a:lvl5pPr>
            <a:lvl6pPr marL="2514600" indent="-228600" eaLnBrk="0" fontAlgn="base" hangingPunct="0">
              <a:spcBef>
                <a:spcPct val="0"/>
              </a:spcBef>
              <a:spcAft>
                <a:spcPct val="0"/>
              </a:spcAft>
              <a:defRPr>
                <a:solidFill>
                  <a:schemeClr val="tx1"/>
                </a:solidFill>
                <a:latin typeface="Arial" charset="0"/>
                <a:ea typeface="ＭＳ Ｐゴシック" charset="-128"/>
              </a:defRPr>
            </a:lvl6pPr>
            <a:lvl7pPr marL="2971800" indent="-228600" eaLnBrk="0" fontAlgn="base" hangingPunct="0">
              <a:spcBef>
                <a:spcPct val="0"/>
              </a:spcBef>
              <a:spcAft>
                <a:spcPct val="0"/>
              </a:spcAft>
              <a:defRPr>
                <a:solidFill>
                  <a:schemeClr val="tx1"/>
                </a:solidFill>
                <a:latin typeface="Arial" charset="0"/>
                <a:ea typeface="ＭＳ Ｐゴシック" charset="-128"/>
              </a:defRPr>
            </a:lvl7pPr>
            <a:lvl8pPr marL="3429000" indent="-228600" eaLnBrk="0" fontAlgn="base" hangingPunct="0">
              <a:spcBef>
                <a:spcPct val="0"/>
              </a:spcBef>
              <a:spcAft>
                <a:spcPct val="0"/>
              </a:spcAft>
              <a:defRPr>
                <a:solidFill>
                  <a:schemeClr val="tx1"/>
                </a:solidFill>
                <a:latin typeface="Arial" charset="0"/>
                <a:ea typeface="ＭＳ Ｐゴシック" charset="-128"/>
              </a:defRPr>
            </a:lvl8pPr>
            <a:lvl9pPr marL="3886200" indent="-228600" eaLnBrk="0" fontAlgn="base" hangingPunct="0">
              <a:spcBef>
                <a:spcPct val="0"/>
              </a:spcBef>
              <a:spcAft>
                <a:spcPct val="0"/>
              </a:spcAft>
              <a:defRPr>
                <a:solidFill>
                  <a:schemeClr val="tx1"/>
                </a:solidFill>
                <a:latin typeface="Arial" charset="0"/>
                <a:ea typeface="ＭＳ Ｐゴシック" charset="-128"/>
              </a:defRPr>
            </a:lvl9pPr>
          </a:lstStyle>
          <a:p>
            <a:pPr algn="ctr"/>
            <a:r>
              <a:rPr lang="en-US" altLang="en-US" b="1" dirty="0"/>
              <a:t>X </a:t>
            </a:r>
            <a:endParaRPr lang="en-US" altLang="en-US" dirty="0"/>
          </a:p>
        </p:txBody>
      </p:sp>
      <p:sp>
        <p:nvSpPr>
          <p:cNvPr id="7" name="Oval 9"/>
          <p:cNvSpPr>
            <a:spLocks noChangeArrowheads="1"/>
          </p:cNvSpPr>
          <p:nvPr/>
        </p:nvSpPr>
        <p:spPr bwMode="auto">
          <a:xfrm>
            <a:off x="685800" y="700017"/>
            <a:ext cx="1066800" cy="533400"/>
          </a:xfrm>
          <a:prstGeom prst="ellipse">
            <a:avLst/>
          </a:prstGeom>
          <a:solidFill>
            <a:schemeClr val="accent3">
              <a:lumMod val="10000"/>
              <a:lumOff val="90000"/>
            </a:schemeClr>
          </a:solidFill>
          <a:ln w="9525">
            <a:solidFill>
              <a:schemeClr val="accent1">
                <a:lumMod val="20000"/>
                <a:lumOff val="80000"/>
              </a:schemeClr>
            </a:solidFill>
            <a:round/>
            <a:headEnd/>
            <a:tailEnd/>
          </a:ln>
        </p:spPr>
        <p:txBody>
          <a:bodyPr wrap="none" anchor="ctr"/>
          <a:lstStyle>
            <a:lvl1pPr>
              <a:defRPr>
                <a:solidFill>
                  <a:schemeClr val="tx1"/>
                </a:solidFill>
                <a:latin typeface="Arial" charset="0"/>
                <a:ea typeface="ＭＳ Ｐゴシック" charset="-128"/>
              </a:defRPr>
            </a:lvl1pPr>
            <a:lvl2pPr marL="742950" indent="-285750">
              <a:defRPr>
                <a:solidFill>
                  <a:schemeClr val="tx1"/>
                </a:solidFill>
                <a:latin typeface="Arial" charset="0"/>
                <a:ea typeface="ＭＳ Ｐゴシック" charset="-128"/>
              </a:defRPr>
            </a:lvl2pPr>
            <a:lvl3pPr marL="1143000" indent="-228600">
              <a:defRPr>
                <a:solidFill>
                  <a:schemeClr val="tx1"/>
                </a:solidFill>
                <a:latin typeface="Arial" charset="0"/>
                <a:ea typeface="ＭＳ Ｐゴシック" charset="-128"/>
              </a:defRPr>
            </a:lvl3pPr>
            <a:lvl4pPr marL="1600200" indent="-228600">
              <a:defRPr>
                <a:solidFill>
                  <a:schemeClr val="tx1"/>
                </a:solidFill>
                <a:latin typeface="Arial" charset="0"/>
                <a:ea typeface="ＭＳ Ｐゴシック" charset="-128"/>
              </a:defRPr>
            </a:lvl4pPr>
            <a:lvl5pPr marL="2057400" indent="-228600">
              <a:defRPr>
                <a:solidFill>
                  <a:schemeClr val="tx1"/>
                </a:solidFill>
                <a:latin typeface="Arial" charset="0"/>
                <a:ea typeface="ＭＳ Ｐゴシック" charset="-128"/>
              </a:defRPr>
            </a:lvl5pPr>
            <a:lvl6pPr marL="2514600" indent="-228600" eaLnBrk="0" fontAlgn="base" hangingPunct="0">
              <a:spcBef>
                <a:spcPct val="0"/>
              </a:spcBef>
              <a:spcAft>
                <a:spcPct val="0"/>
              </a:spcAft>
              <a:defRPr>
                <a:solidFill>
                  <a:schemeClr val="tx1"/>
                </a:solidFill>
                <a:latin typeface="Arial" charset="0"/>
                <a:ea typeface="ＭＳ Ｐゴシック" charset="-128"/>
              </a:defRPr>
            </a:lvl6pPr>
            <a:lvl7pPr marL="2971800" indent="-228600" eaLnBrk="0" fontAlgn="base" hangingPunct="0">
              <a:spcBef>
                <a:spcPct val="0"/>
              </a:spcBef>
              <a:spcAft>
                <a:spcPct val="0"/>
              </a:spcAft>
              <a:defRPr>
                <a:solidFill>
                  <a:schemeClr val="tx1"/>
                </a:solidFill>
                <a:latin typeface="Arial" charset="0"/>
                <a:ea typeface="ＭＳ Ｐゴシック" charset="-128"/>
              </a:defRPr>
            </a:lvl7pPr>
            <a:lvl8pPr marL="3429000" indent="-228600" eaLnBrk="0" fontAlgn="base" hangingPunct="0">
              <a:spcBef>
                <a:spcPct val="0"/>
              </a:spcBef>
              <a:spcAft>
                <a:spcPct val="0"/>
              </a:spcAft>
              <a:defRPr>
                <a:solidFill>
                  <a:schemeClr val="tx1"/>
                </a:solidFill>
                <a:latin typeface="Arial" charset="0"/>
                <a:ea typeface="ＭＳ Ｐゴシック" charset="-128"/>
              </a:defRPr>
            </a:lvl8pPr>
            <a:lvl9pPr marL="3886200" indent="-228600" eaLnBrk="0" fontAlgn="base" hangingPunct="0">
              <a:spcBef>
                <a:spcPct val="0"/>
              </a:spcBef>
              <a:spcAft>
                <a:spcPct val="0"/>
              </a:spcAft>
              <a:defRPr>
                <a:solidFill>
                  <a:schemeClr val="tx1"/>
                </a:solidFill>
                <a:latin typeface="Arial" charset="0"/>
                <a:ea typeface="ＭＳ Ｐゴシック" charset="-128"/>
              </a:defRPr>
            </a:lvl9pPr>
          </a:lstStyle>
          <a:p>
            <a:pPr algn="ctr"/>
            <a:r>
              <a:rPr lang="en-US" altLang="en-US" b="1"/>
              <a:t>A</a:t>
            </a:r>
          </a:p>
        </p:txBody>
      </p:sp>
      <p:sp>
        <p:nvSpPr>
          <p:cNvPr id="9" name="Oval 19"/>
          <p:cNvSpPr>
            <a:spLocks noChangeArrowheads="1"/>
          </p:cNvSpPr>
          <p:nvPr/>
        </p:nvSpPr>
        <p:spPr bwMode="auto">
          <a:xfrm>
            <a:off x="2193073" y="658190"/>
            <a:ext cx="1066800" cy="533400"/>
          </a:xfrm>
          <a:prstGeom prst="ellipse">
            <a:avLst/>
          </a:prstGeom>
          <a:solidFill>
            <a:schemeClr val="accent3">
              <a:lumMod val="10000"/>
              <a:lumOff val="90000"/>
            </a:schemeClr>
          </a:solidFill>
          <a:ln w="9525">
            <a:solidFill>
              <a:schemeClr val="accent1">
                <a:lumMod val="20000"/>
                <a:lumOff val="80000"/>
              </a:schemeClr>
            </a:solidFill>
            <a:round/>
            <a:headEnd/>
            <a:tailEnd/>
          </a:ln>
        </p:spPr>
        <p:txBody>
          <a:bodyPr wrap="none" anchor="ctr"/>
          <a:lstStyle>
            <a:lvl1pPr>
              <a:defRPr>
                <a:solidFill>
                  <a:schemeClr val="tx1"/>
                </a:solidFill>
                <a:latin typeface="Arial" charset="0"/>
                <a:ea typeface="ＭＳ Ｐゴシック" charset="-128"/>
              </a:defRPr>
            </a:lvl1pPr>
            <a:lvl2pPr marL="742950" indent="-285750">
              <a:defRPr>
                <a:solidFill>
                  <a:schemeClr val="tx1"/>
                </a:solidFill>
                <a:latin typeface="Arial" charset="0"/>
                <a:ea typeface="ＭＳ Ｐゴシック" charset="-128"/>
              </a:defRPr>
            </a:lvl2pPr>
            <a:lvl3pPr marL="1143000" indent="-228600">
              <a:defRPr>
                <a:solidFill>
                  <a:schemeClr val="tx1"/>
                </a:solidFill>
                <a:latin typeface="Arial" charset="0"/>
                <a:ea typeface="ＭＳ Ｐゴシック" charset="-128"/>
              </a:defRPr>
            </a:lvl3pPr>
            <a:lvl4pPr marL="1600200" indent="-228600">
              <a:defRPr>
                <a:solidFill>
                  <a:schemeClr val="tx1"/>
                </a:solidFill>
                <a:latin typeface="Arial" charset="0"/>
                <a:ea typeface="ＭＳ Ｐゴシック" charset="-128"/>
              </a:defRPr>
            </a:lvl4pPr>
            <a:lvl5pPr marL="2057400" indent="-228600">
              <a:defRPr>
                <a:solidFill>
                  <a:schemeClr val="tx1"/>
                </a:solidFill>
                <a:latin typeface="Arial" charset="0"/>
                <a:ea typeface="ＭＳ Ｐゴシック" charset="-128"/>
              </a:defRPr>
            </a:lvl5pPr>
            <a:lvl6pPr marL="2514600" indent="-228600" eaLnBrk="0" fontAlgn="base" hangingPunct="0">
              <a:spcBef>
                <a:spcPct val="0"/>
              </a:spcBef>
              <a:spcAft>
                <a:spcPct val="0"/>
              </a:spcAft>
              <a:defRPr>
                <a:solidFill>
                  <a:schemeClr val="tx1"/>
                </a:solidFill>
                <a:latin typeface="Arial" charset="0"/>
                <a:ea typeface="ＭＳ Ｐゴシック" charset="-128"/>
              </a:defRPr>
            </a:lvl6pPr>
            <a:lvl7pPr marL="2971800" indent="-228600" eaLnBrk="0" fontAlgn="base" hangingPunct="0">
              <a:spcBef>
                <a:spcPct val="0"/>
              </a:spcBef>
              <a:spcAft>
                <a:spcPct val="0"/>
              </a:spcAft>
              <a:defRPr>
                <a:solidFill>
                  <a:schemeClr val="tx1"/>
                </a:solidFill>
                <a:latin typeface="Arial" charset="0"/>
                <a:ea typeface="ＭＳ Ｐゴシック" charset="-128"/>
              </a:defRPr>
            </a:lvl7pPr>
            <a:lvl8pPr marL="3429000" indent="-228600" eaLnBrk="0" fontAlgn="base" hangingPunct="0">
              <a:spcBef>
                <a:spcPct val="0"/>
              </a:spcBef>
              <a:spcAft>
                <a:spcPct val="0"/>
              </a:spcAft>
              <a:defRPr>
                <a:solidFill>
                  <a:schemeClr val="tx1"/>
                </a:solidFill>
                <a:latin typeface="Arial" charset="0"/>
                <a:ea typeface="ＭＳ Ｐゴシック" charset="-128"/>
              </a:defRPr>
            </a:lvl8pPr>
            <a:lvl9pPr marL="3886200" indent="-228600" eaLnBrk="0" fontAlgn="base" hangingPunct="0">
              <a:spcBef>
                <a:spcPct val="0"/>
              </a:spcBef>
              <a:spcAft>
                <a:spcPct val="0"/>
              </a:spcAft>
              <a:defRPr>
                <a:solidFill>
                  <a:schemeClr val="tx1"/>
                </a:solidFill>
                <a:latin typeface="Arial" charset="0"/>
                <a:ea typeface="ＭＳ Ｐゴシック" charset="-128"/>
              </a:defRPr>
            </a:lvl9pPr>
          </a:lstStyle>
          <a:p>
            <a:pPr algn="ctr"/>
            <a:r>
              <a:rPr lang="en-US" altLang="en-US" b="1"/>
              <a:t>B</a:t>
            </a:r>
          </a:p>
        </p:txBody>
      </p:sp>
      <p:sp>
        <p:nvSpPr>
          <p:cNvPr id="11" name="TextBox 26"/>
          <p:cNvSpPr txBox="1">
            <a:spLocks noChangeArrowheads="1"/>
          </p:cNvSpPr>
          <p:nvPr/>
        </p:nvSpPr>
        <p:spPr bwMode="auto">
          <a:xfrm>
            <a:off x="736610" y="2866810"/>
            <a:ext cx="2577061" cy="584775"/>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square">
            <a:spAutoFit/>
          </a:bodyPr>
          <a:lstStyle>
            <a:lvl1pPr>
              <a:defRPr>
                <a:solidFill>
                  <a:schemeClr val="tx1"/>
                </a:solidFill>
                <a:latin typeface="Arial" charset="0"/>
                <a:ea typeface="ＭＳ Ｐゴシック" charset="-128"/>
              </a:defRPr>
            </a:lvl1pPr>
            <a:lvl2pPr marL="742950" indent="-285750">
              <a:defRPr>
                <a:solidFill>
                  <a:schemeClr val="tx1"/>
                </a:solidFill>
                <a:latin typeface="Arial" charset="0"/>
                <a:ea typeface="ＭＳ Ｐゴシック" charset="-128"/>
              </a:defRPr>
            </a:lvl2pPr>
            <a:lvl3pPr marL="1143000" indent="-228600">
              <a:defRPr>
                <a:solidFill>
                  <a:schemeClr val="tx1"/>
                </a:solidFill>
                <a:latin typeface="Arial" charset="0"/>
                <a:ea typeface="ＭＳ Ｐゴシック" charset="-128"/>
              </a:defRPr>
            </a:lvl3pPr>
            <a:lvl4pPr marL="1600200" indent="-228600">
              <a:defRPr>
                <a:solidFill>
                  <a:schemeClr val="tx1"/>
                </a:solidFill>
                <a:latin typeface="Arial" charset="0"/>
                <a:ea typeface="ＭＳ Ｐゴシック" charset="-128"/>
              </a:defRPr>
            </a:lvl4pPr>
            <a:lvl5pPr marL="2057400" indent="-228600">
              <a:defRPr>
                <a:solidFill>
                  <a:schemeClr val="tx1"/>
                </a:solidFill>
                <a:latin typeface="Arial" charset="0"/>
                <a:ea typeface="ＭＳ Ｐゴシック" charset="-128"/>
              </a:defRPr>
            </a:lvl5pPr>
            <a:lvl6pPr marL="2514600" indent="-228600" eaLnBrk="0" fontAlgn="base" hangingPunct="0">
              <a:spcBef>
                <a:spcPct val="0"/>
              </a:spcBef>
              <a:spcAft>
                <a:spcPct val="0"/>
              </a:spcAft>
              <a:defRPr>
                <a:solidFill>
                  <a:schemeClr val="tx1"/>
                </a:solidFill>
                <a:latin typeface="Arial" charset="0"/>
                <a:ea typeface="ＭＳ Ｐゴシック" charset="-128"/>
              </a:defRPr>
            </a:lvl6pPr>
            <a:lvl7pPr marL="2971800" indent="-228600" eaLnBrk="0" fontAlgn="base" hangingPunct="0">
              <a:spcBef>
                <a:spcPct val="0"/>
              </a:spcBef>
              <a:spcAft>
                <a:spcPct val="0"/>
              </a:spcAft>
              <a:defRPr>
                <a:solidFill>
                  <a:schemeClr val="tx1"/>
                </a:solidFill>
                <a:latin typeface="Arial" charset="0"/>
                <a:ea typeface="ＭＳ Ｐゴシック" charset="-128"/>
              </a:defRPr>
            </a:lvl7pPr>
            <a:lvl8pPr marL="3429000" indent="-228600" eaLnBrk="0" fontAlgn="base" hangingPunct="0">
              <a:spcBef>
                <a:spcPct val="0"/>
              </a:spcBef>
              <a:spcAft>
                <a:spcPct val="0"/>
              </a:spcAft>
              <a:defRPr>
                <a:solidFill>
                  <a:schemeClr val="tx1"/>
                </a:solidFill>
                <a:latin typeface="Arial" charset="0"/>
                <a:ea typeface="ＭＳ Ｐゴシック" charset="-128"/>
              </a:defRPr>
            </a:lvl8pPr>
            <a:lvl9pPr marL="3886200" indent="-228600" eaLnBrk="0" fontAlgn="base" hangingPunct="0">
              <a:spcBef>
                <a:spcPct val="0"/>
              </a:spcBef>
              <a:spcAft>
                <a:spcPct val="0"/>
              </a:spcAft>
              <a:defRPr>
                <a:solidFill>
                  <a:schemeClr val="tx1"/>
                </a:solidFill>
                <a:latin typeface="Arial" charset="0"/>
                <a:ea typeface="ＭＳ Ｐゴシック" charset="-128"/>
              </a:defRPr>
            </a:lvl9pPr>
          </a:lstStyle>
          <a:p>
            <a:pPr algn="ctr"/>
            <a:r>
              <a:rPr lang="en-US" altLang="en-US" sz="1600" dirty="0"/>
              <a:t>A and B each </a:t>
            </a:r>
          </a:p>
          <a:p>
            <a:pPr algn="ctr"/>
            <a:r>
              <a:rPr lang="en-US" altLang="en-US" sz="1600" dirty="0"/>
              <a:t>owns 50 shares of X </a:t>
            </a:r>
          </a:p>
        </p:txBody>
      </p:sp>
      <p:cxnSp>
        <p:nvCxnSpPr>
          <p:cNvPr id="13" name="Straight Connector 12"/>
          <p:cNvCxnSpPr>
            <a:stCxn id="9" idx="4"/>
            <a:endCxn id="6" idx="0"/>
          </p:cNvCxnSpPr>
          <p:nvPr/>
        </p:nvCxnSpPr>
        <p:spPr>
          <a:xfrm flipH="1">
            <a:off x="1969931" y="1191590"/>
            <a:ext cx="756542" cy="583363"/>
          </a:xfrm>
          <a:prstGeom prst="line">
            <a:avLst/>
          </a:prstGeom>
        </p:spPr>
        <p:style>
          <a:lnRef idx="1">
            <a:schemeClr val="accent1"/>
          </a:lnRef>
          <a:fillRef idx="0">
            <a:schemeClr val="accent1"/>
          </a:fillRef>
          <a:effectRef idx="0">
            <a:schemeClr val="accent1"/>
          </a:effectRef>
          <a:fontRef idx="minor">
            <a:schemeClr val="tx1"/>
          </a:fontRef>
        </p:style>
      </p:cxnSp>
      <p:cxnSp>
        <p:nvCxnSpPr>
          <p:cNvPr id="14" name="Straight Connector 13"/>
          <p:cNvCxnSpPr>
            <a:stCxn id="7" idx="4"/>
            <a:endCxn id="6" idx="0"/>
          </p:cNvCxnSpPr>
          <p:nvPr/>
        </p:nvCxnSpPr>
        <p:spPr>
          <a:xfrm>
            <a:off x="1219200" y="1233417"/>
            <a:ext cx="750731" cy="541536"/>
          </a:xfrm>
          <a:prstGeom prst="line">
            <a:avLst/>
          </a:prstGeom>
        </p:spPr>
        <p:style>
          <a:lnRef idx="1">
            <a:schemeClr val="accent1"/>
          </a:lnRef>
          <a:fillRef idx="0">
            <a:schemeClr val="accent1"/>
          </a:fillRef>
          <a:effectRef idx="0">
            <a:schemeClr val="accent1"/>
          </a:effectRef>
          <a:fontRef idx="minor">
            <a:schemeClr val="tx1"/>
          </a:fontRef>
        </p:style>
      </p:cxnSp>
      <p:cxnSp>
        <p:nvCxnSpPr>
          <p:cNvPr id="21" name="Straight Connector 29"/>
          <p:cNvCxnSpPr>
            <a:cxnSpLocks noChangeShapeType="1"/>
          </p:cNvCxnSpPr>
          <p:nvPr/>
        </p:nvCxnSpPr>
        <p:spPr bwMode="auto">
          <a:xfrm>
            <a:off x="4043209" y="780588"/>
            <a:ext cx="51417" cy="3090372"/>
          </a:xfrm>
          <a:prstGeom prst="line">
            <a:avLst/>
          </a:prstGeom>
          <a:noFill/>
          <a:ln w="9525">
            <a:solidFill>
              <a:schemeClr val="accent1"/>
            </a:solidFill>
            <a:round/>
            <a:headEnd/>
            <a:tailEnd/>
          </a:ln>
          <a:extLst>
            <a:ext uri="{909E8E84-426E-40DD-AFC4-6F175D3DCCD1}">
              <a14:hiddenFill xmlns:a14="http://schemas.microsoft.com/office/drawing/2010/main">
                <a:noFill/>
              </a14:hiddenFill>
            </a:ext>
          </a:extLst>
        </p:spPr>
      </p:cxnSp>
      <p:sp>
        <p:nvSpPr>
          <p:cNvPr id="24" name="Rectangle 7"/>
          <p:cNvSpPr>
            <a:spLocks noChangeArrowheads="1"/>
          </p:cNvSpPr>
          <p:nvPr/>
        </p:nvSpPr>
        <p:spPr bwMode="auto">
          <a:xfrm>
            <a:off x="5681197" y="1537799"/>
            <a:ext cx="914400" cy="914400"/>
          </a:xfrm>
          <a:prstGeom prst="rect">
            <a:avLst/>
          </a:prstGeom>
          <a:solidFill>
            <a:schemeClr val="accent1">
              <a:lumMod val="40000"/>
              <a:lumOff val="60000"/>
            </a:schemeClr>
          </a:solidFill>
          <a:ln w="9525">
            <a:solidFill>
              <a:schemeClr val="accent1">
                <a:lumMod val="20000"/>
                <a:lumOff val="80000"/>
              </a:schemeClr>
            </a:solidFill>
            <a:miter lim="800000"/>
            <a:headEnd/>
            <a:tailEnd/>
          </a:ln>
        </p:spPr>
        <p:txBody>
          <a:bodyPr wrap="none" anchor="ctr"/>
          <a:lstStyle>
            <a:lvl1pPr>
              <a:defRPr>
                <a:solidFill>
                  <a:schemeClr val="tx1"/>
                </a:solidFill>
                <a:latin typeface="Arial" charset="0"/>
                <a:ea typeface="ＭＳ Ｐゴシック" charset="-128"/>
              </a:defRPr>
            </a:lvl1pPr>
            <a:lvl2pPr marL="742950" indent="-285750">
              <a:defRPr>
                <a:solidFill>
                  <a:schemeClr val="tx1"/>
                </a:solidFill>
                <a:latin typeface="Arial" charset="0"/>
                <a:ea typeface="ＭＳ Ｐゴシック" charset="-128"/>
              </a:defRPr>
            </a:lvl2pPr>
            <a:lvl3pPr marL="1143000" indent="-228600">
              <a:defRPr>
                <a:solidFill>
                  <a:schemeClr val="tx1"/>
                </a:solidFill>
                <a:latin typeface="Arial" charset="0"/>
                <a:ea typeface="ＭＳ Ｐゴシック" charset="-128"/>
              </a:defRPr>
            </a:lvl3pPr>
            <a:lvl4pPr marL="1600200" indent="-228600">
              <a:defRPr>
                <a:solidFill>
                  <a:schemeClr val="tx1"/>
                </a:solidFill>
                <a:latin typeface="Arial" charset="0"/>
                <a:ea typeface="ＭＳ Ｐゴシック" charset="-128"/>
              </a:defRPr>
            </a:lvl4pPr>
            <a:lvl5pPr marL="2057400" indent="-228600">
              <a:defRPr>
                <a:solidFill>
                  <a:schemeClr val="tx1"/>
                </a:solidFill>
                <a:latin typeface="Arial" charset="0"/>
                <a:ea typeface="ＭＳ Ｐゴシック" charset="-128"/>
              </a:defRPr>
            </a:lvl5pPr>
            <a:lvl6pPr marL="2514600" indent="-228600" eaLnBrk="0" fontAlgn="base" hangingPunct="0">
              <a:spcBef>
                <a:spcPct val="0"/>
              </a:spcBef>
              <a:spcAft>
                <a:spcPct val="0"/>
              </a:spcAft>
              <a:defRPr>
                <a:solidFill>
                  <a:schemeClr val="tx1"/>
                </a:solidFill>
                <a:latin typeface="Arial" charset="0"/>
                <a:ea typeface="ＭＳ Ｐゴシック" charset="-128"/>
              </a:defRPr>
            </a:lvl6pPr>
            <a:lvl7pPr marL="2971800" indent="-228600" eaLnBrk="0" fontAlgn="base" hangingPunct="0">
              <a:spcBef>
                <a:spcPct val="0"/>
              </a:spcBef>
              <a:spcAft>
                <a:spcPct val="0"/>
              </a:spcAft>
              <a:defRPr>
                <a:solidFill>
                  <a:schemeClr val="tx1"/>
                </a:solidFill>
                <a:latin typeface="Arial" charset="0"/>
                <a:ea typeface="ＭＳ Ｐゴシック" charset="-128"/>
              </a:defRPr>
            </a:lvl7pPr>
            <a:lvl8pPr marL="3429000" indent="-228600" eaLnBrk="0" fontAlgn="base" hangingPunct="0">
              <a:spcBef>
                <a:spcPct val="0"/>
              </a:spcBef>
              <a:spcAft>
                <a:spcPct val="0"/>
              </a:spcAft>
              <a:defRPr>
                <a:solidFill>
                  <a:schemeClr val="tx1"/>
                </a:solidFill>
                <a:latin typeface="Arial" charset="0"/>
                <a:ea typeface="ＭＳ Ｐゴシック" charset="-128"/>
              </a:defRPr>
            </a:lvl8pPr>
            <a:lvl9pPr marL="3886200" indent="-228600" eaLnBrk="0" fontAlgn="base" hangingPunct="0">
              <a:spcBef>
                <a:spcPct val="0"/>
              </a:spcBef>
              <a:spcAft>
                <a:spcPct val="0"/>
              </a:spcAft>
              <a:defRPr>
                <a:solidFill>
                  <a:schemeClr val="tx1"/>
                </a:solidFill>
                <a:latin typeface="Arial" charset="0"/>
                <a:ea typeface="ＭＳ Ｐゴシック" charset="-128"/>
              </a:defRPr>
            </a:lvl9pPr>
          </a:lstStyle>
          <a:p>
            <a:pPr algn="ctr"/>
            <a:r>
              <a:rPr lang="en-US" altLang="en-US" b="1"/>
              <a:t>X </a:t>
            </a:r>
            <a:endParaRPr lang="en-US" altLang="en-US"/>
          </a:p>
        </p:txBody>
      </p:sp>
      <p:sp>
        <p:nvSpPr>
          <p:cNvPr id="25" name="Oval 9"/>
          <p:cNvSpPr>
            <a:spLocks noChangeArrowheads="1"/>
          </p:cNvSpPr>
          <p:nvPr/>
        </p:nvSpPr>
        <p:spPr bwMode="auto">
          <a:xfrm>
            <a:off x="4995398" y="642964"/>
            <a:ext cx="478065" cy="355880"/>
          </a:xfrm>
          <a:prstGeom prst="ellipse">
            <a:avLst/>
          </a:prstGeom>
          <a:solidFill>
            <a:schemeClr val="accent3">
              <a:lumMod val="10000"/>
              <a:lumOff val="90000"/>
            </a:schemeClr>
          </a:solidFill>
          <a:ln w="9525">
            <a:solidFill>
              <a:schemeClr val="accent1">
                <a:lumMod val="20000"/>
                <a:lumOff val="80000"/>
              </a:schemeClr>
            </a:solidFill>
            <a:round/>
            <a:headEnd/>
            <a:tailEnd/>
          </a:ln>
        </p:spPr>
        <p:txBody>
          <a:bodyPr wrap="none" anchor="ctr"/>
          <a:lstStyle>
            <a:lvl1pPr>
              <a:defRPr>
                <a:solidFill>
                  <a:schemeClr val="tx1"/>
                </a:solidFill>
                <a:latin typeface="Arial" charset="0"/>
                <a:ea typeface="ＭＳ Ｐゴシック" charset="-128"/>
              </a:defRPr>
            </a:lvl1pPr>
            <a:lvl2pPr marL="742950" indent="-285750">
              <a:defRPr>
                <a:solidFill>
                  <a:schemeClr val="tx1"/>
                </a:solidFill>
                <a:latin typeface="Arial" charset="0"/>
                <a:ea typeface="ＭＳ Ｐゴシック" charset="-128"/>
              </a:defRPr>
            </a:lvl2pPr>
            <a:lvl3pPr marL="1143000" indent="-228600">
              <a:defRPr>
                <a:solidFill>
                  <a:schemeClr val="tx1"/>
                </a:solidFill>
                <a:latin typeface="Arial" charset="0"/>
                <a:ea typeface="ＭＳ Ｐゴシック" charset="-128"/>
              </a:defRPr>
            </a:lvl3pPr>
            <a:lvl4pPr marL="1600200" indent="-228600">
              <a:defRPr>
                <a:solidFill>
                  <a:schemeClr val="tx1"/>
                </a:solidFill>
                <a:latin typeface="Arial" charset="0"/>
                <a:ea typeface="ＭＳ Ｐゴシック" charset="-128"/>
              </a:defRPr>
            </a:lvl4pPr>
            <a:lvl5pPr marL="2057400" indent="-228600">
              <a:defRPr>
                <a:solidFill>
                  <a:schemeClr val="tx1"/>
                </a:solidFill>
                <a:latin typeface="Arial" charset="0"/>
                <a:ea typeface="ＭＳ Ｐゴシック" charset="-128"/>
              </a:defRPr>
            </a:lvl5pPr>
            <a:lvl6pPr marL="2514600" indent="-228600" eaLnBrk="0" fontAlgn="base" hangingPunct="0">
              <a:spcBef>
                <a:spcPct val="0"/>
              </a:spcBef>
              <a:spcAft>
                <a:spcPct val="0"/>
              </a:spcAft>
              <a:defRPr>
                <a:solidFill>
                  <a:schemeClr val="tx1"/>
                </a:solidFill>
                <a:latin typeface="Arial" charset="0"/>
                <a:ea typeface="ＭＳ Ｐゴシック" charset="-128"/>
              </a:defRPr>
            </a:lvl6pPr>
            <a:lvl7pPr marL="2971800" indent="-228600" eaLnBrk="0" fontAlgn="base" hangingPunct="0">
              <a:spcBef>
                <a:spcPct val="0"/>
              </a:spcBef>
              <a:spcAft>
                <a:spcPct val="0"/>
              </a:spcAft>
              <a:defRPr>
                <a:solidFill>
                  <a:schemeClr val="tx1"/>
                </a:solidFill>
                <a:latin typeface="Arial" charset="0"/>
                <a:ea typeface="ＭＳ Ｐゴシック" charset="-128"/>
              </a:defRPr>
            </a:lvl7pPr>
            <a:lvl8pPr marL="3429000" indent="-228600" eaLnBrk="0" fontAlgn="base" hangingPunct="0">
              <a:spcBef>
                <a:spcPct val="0"/>
              </a:spcBef>
              <a:spcAft>
                <a:spcPct val="0"/>
              </a:spcAft>
              <a:defRPr>
                <a:solidFill>
                  <a:schemeClr val="tx1"/>
                </a:solidFill>
                <a:latin typeface="Arial" charset="0"/>
                <a:ea typeface="ＭＳ Ｐゴシック" charset="-128"/>
              </a:defRPr>
            </a:lvl8pPr>
            <a:lvl9pPr marL="3886200" indent="-228600" eaLnBrk="0" fontAlgn="base" hangingPunct="0">
              <a:spcBef>
                <a:spcPct val="0"/>
              </a:spcBef>
              <a:spcAft>
                <a:spcPct val="0"/>
              </a:spcAft>
              <a:defRPr>
                <a:solidFill>
                  <a:schemeClr val="tx1"/>
                </a:solidFill>
                <a:latin typeface="Arial" charset="0"/>
                <a:ea typeface="ＭＳ Ｐゴシック" charset="-128"/>
              </a:defRPr>
            </a:lvl9pPr>
          </a:lstStyle>
          <a:p>
            <a:pPr algn="ctr"/>
            <a:r>
              <a:rPr lang="en-US" altLang="en-US" b="1" dirty="0"/>
              <a:t>A</a:t>
            </a:r>
          </a:p>
        </p:txBody>
      </p:sp>
      <p:sp>
        <p:nvSpPr>
          <p:cNvPr id="26" name="Oval 19"/>
          <p:cNvSpPr>
            <a:spLocks noChangeArrowheads="1"/>
          </p:cNvSpPr>
          <p:nvPr/>
        </p:nvSpPr>
        <p:spPr bwMode="auto">
          <a:xfrm>
            <a:off x="5899365" y="609949"/>
            <a:ext cx="478065" cy="355880"/>
          </a:xfrm>
          <a:prstGeom prst="ellipse">
            <a:avLst/>
          </a:prstGeom>
          <a:solidFill>
            <a:schemeClr val="accent3">
              <a:lumMod val="10000"/>
              <a:lumOff val="90000"/>
            </a:schemeClr>
          </a:solidFill>
          <a:ln w="9525">
            <a:solidFill>
              <a:schemeClr val="accent1">
                <a:lumMod val="20000"/>
                <a:lumOff val="80000"/>
              </a:schemeClr>
            </a:solidFill>
            <a:round/>
            <a:headEnd/>
            <a:tailEnd/>
          </a:ln>
        </p:spPr>
        <p:txBody>
          <a:bodyPr wrap="none" anchor="ctr"/>
          <a:lstStyle>
            <a:lvl1pPr>
              <a:defRPr>
                <a:solidFill>
                  <a:schemeClr val="tx1"/>
                </a:solidFill>
                <a:latin typeface="Arial" charset="0"/>
                <a:ea typeface="ＭＳ Ｐゴシック" charset="-128"/>
              </a:defRPr>
            </a:lvl1pPr>
            <a:lvl2pPr marL="742950" indent="-285750">
              <a:defRPr>
                <a:solidFill>
                  <a:schemeClr val="tx1"/>
                </a:solidFill>
                <a:latin typeface="Arial" charset="0"/>
                <a:ea typeface="ＭＳ Ｐゴシック" charset="-128"/>
              </a:defRPr>
            </a:lvl2pPr>
            <a:lvl3pPr marL="1143000" indent="-228600">
              <a:defRPr>
                <a:solidFill>
                  <a:schemeClr val="tx1"/>
                </a:solidFill>
                <a:latin typeface="Arial" charset="0"/>
                <a:ea typeface="ＭＳ Ｐゴシック" charset="-128"/>
              </a:defRPr>
            </a:lvl3pPr>
            <a:lvl4pPr marL="1600200" indent="-228600">
              <a:defRPr>
                <a:solidFill>
                  <a:schemeClr val="tx1"/>
                </a:solidFill>
                <a:latin typeface="Arial" charset="0"/>
                <a:ea typeface="ＭＳ Ｐゴシック" charset="-128"/>
              </a:defRPr>
            </a:lvl4pPr>
            <a:lvl5pPr marL="2057400" indent="-228600">
              <a:defRPr>
                <a:solidFill>
                  <a:schemeClr val="tx1"/>
                </a:solidFill>
                <a:latin typeface="Arial" charset="0"/>
                <a:ea typeface="ＭＳ Ｐゴシック" charset="-128"/>
              </a:defRPr>
            </a:lvl5pPr>
            <a:lvl6pPr marL="2514600" indent="-228600" eaLnBrk="0" fontAlgn="base" hangingPunct="0">
              <a:spcBef>
                <a:spcPct val="0"/>
              </a:spcBef>
              <a:spcAft>
                <a:spcPct val="0"/>
              </a:spcAft>
              <a:defRPr>
                <a:solidFill>
                  <a:schemeClr val="tx1"/>
                </a:solidFill>
                <a:latin typeface="Arial" charset="0"/>
                <a:ea typeface="ＭＳ Ｐゴシック" charset="-128"/>
              </a:defRPr>
            </a:lvl6pPr>
            <a:lvl7pPr marL="2971800" indent="-228600" eaLnBrk="0" fontAlgn="base" hangingPunct="0">
              <a:spcBef>
                <a:spcPct val="0"/>
              </a:spcBef>
              <a:spcAft>
                <a:spcPct val="0"/>
              </a:spcAft>
              <a:defRPr>
                <a:solidFill>
                  <a:schemeClr val="tx1"/>
                </a:solidFill>
                <a:latin typeface="Arial" charset="0"/>
                <a:ea typeface="ＭＳ Ｐゴシック" charset="-128"/>
              </a:defRPr>
            </a:lvl7pPr>
            <a:lvl8pPr marL="3429000" indent="-228600" eaLnBrk="0" fontAlgn="base" hangingPunct="0">
              <a:spcBef>
                <a:spcPct val="0"/>
              </a:spcBef>
              <a:spcAft>
                <a:spcPct val="0"/>
              </a:spcAft>
              <a:defRPr>
                <a:solidFill>
                  <a:schemeClr val="tx1"/>
                </a:solidFill>
                <a:latin typeface="Arial" charset="0"/>
                <a:ea typeface="ＭＳ Ｐゴシック" charset="-128"/>
              </a:defRPr>
            </a:lvl8pPr>
            <a:lvl9pPr marL="3886200" indent="-228600" eaLnBrk="0" fontAlgn="base" hangingPunct="0">
              <a:spcBef>
                <a:spcPct val="0"/>
              </a:spcBef>
              <a:spcAft>
                <a:spcPct val="0"/>
              </a:spcAft>
              <a:defRPr>
                <a:solidFill>
                  <a:schemeClr val="tx1"/>
                </a:solidFill>
                <a:latin typeface="Arial" charset="0"/>
                <a:ea typeface="ＭＳ Ｐゴシック" charset="-128"/>
              </a:defRPr>
            </a:lvl9pPr>
          </a:lstStyle>
          <a:p>
            <a:pPr algn="ctr"/>
            <a:r>
              <a:rPr lang="en-US" altLang="en-US" b="1"/>
              <a:t>B</a:t>
            </a:r>
          </a:p>
        </p:txBody>
      </p:sp>
      <p:cxnSp>
        <p:nvCxnSpPr>
          <p:cNvPr id="27" name="Straight Connector 26"/>
          <p:cNvCxnSpPr>
            <a:stCxn id="26" idx="4"/>
            <a:endCxn id="24" idx="0"/>
          </p:cNvCxnSpPr>
          <p:nvPr/>
        </p:nvCxnSpPr>
        <p:spPr>
          <a:xfrm flipH="1">
            <a:off x="6138397" y="965829"/>
            <a:ext cx="1" cy="571970"/>
          </a:xfrm>
          <a:prstGeom prst="line">
            <a:avLst/>
          </a:prstGeom>
        </p:spPr>
        <p:style>
          <a:lnRef idx="1">
            <a:schemeClr val="accent1"/>
          </a:lnRef>
          <a:fillRef idx="0">
            <a:schemeClr val="accent1"/>
          </a:fillRef>
          <a:effectRef idx="0">
            <a:schemeClr val="accent1"/>
          </a:effectRef>
          <a:fontRef idx="minor">
            <a:schemeClr val="tx1"/>
          </a:fontRef>
        </p:style>
      </p:cxnSp>
      <p:sp>
        <p:nvSpPr>
          <p:cNvPr id="31" name="Oval 19"/>
          <p:cNvSpPr>
            <a:spLocks noChangeArrowheads="1"/>
          </p:cNvSpPr>
          <p:nvPr/>
        </p:nvSpPr>
        <p:spPr bwMode="auto">
          <a:xfrm>
            <a:off x="6682701" y="630384"/>
            <a:ext cx="478065" cy="355880"/>
          </a:xfrm>
          <a:prstGeom prst="ellipse">
            <a:avLst/>
          </a:prstGeom>
          <a:solidFill>
            <a:schemeClr val="accent3">
              <a:lumMod val="10000"/>
              <a:lumOff val="90000"/>
            </a:schemeClr>
          </a:solidFill>
          <a:ln w="9525">
            <a:solidFill>
              <a:schemeClr val="accent1">
                <a:lumMod val="20000"/>
                <a:lumOff val="80000"/>
              </a:schemeClr>
            </a:solidFill>
            <a:round/>
            <a:headEnd/>
            <a:tailEnd/>
          </a:ln>
        </p:spPr>
        <p:txBody>
          <a:bodyPr wrap="none" anchor="ctr"/>
          <a:lstStyle>
            <a:lvl1pPr>
              <a:defRPr>
                <a:solidFill>
                  <a:schemeClr val="tx1"/>
                </a:solidFill>
                <a:latin typeface="Arial" charset="0"/>
                <a:ea typeface="ＭＳ Ｐゴシック" charset="-128"/>
              </a:defRPr>
            </a:lvl1pPr>
            <a:lvl2pPr marL="742950" indent="-285750">
              <a:defRPr>
                <a:solidFill>
                  <a:schemeClr val="tx1"/>
                </a:solidFill>
                <a:latin typeface="Arial" charset="0"/>
                <a:ea typeface="ＭＳ Ｐゴシック" charset="-128"/>
              </a:defRPr>
            </a:lvl2pPr>
            <a:lvl3pPr marL="1143000" indent="-228600">
              <a:defRPr>
                <a:solidFill>
                  <a:schemeClr val="tx1"/>
                </a:solidFill>
                <a:latin typeface="Arial" charset="0"/>
                <a:ea typeface="ＭＳ Ｐゴシック" charset="-128"/>
              </a:defRPr>
            </a:lvl3pPr>
            <a:lvl4pPr marL="1600200" indent="-228600">
              <a:defRPr>
                <a:solidFill>
                  <a:schemeClr val="tx1"/>
                </a:solidFill>
                <a:latin typeface="Arial" charset="0"/>
                <a:ea typeface="ＭＳ Ｐゴシック" charset="-128"/>
              </a:defRPr>
            </a:lvl4pPr>
            <a:lvl5pPr marL="2057400" indent="-228600">
              <a:defRPr>
                <a:solidFill>
                  <a:schemeClr val="tx1"/>
                </a:solidFill>
                <a:latin typeface="Arial" charset="0"/>
                <a:ea typeface="ＭＳ Ｐゴシック" charset="-128"/>
              </a:defRPr>
            </a:lvl5pPr>
            <a:lvl6pPr marL="2514600" indent="-228600" eaLnBrk="0" fontAlgn="base" hangingPunct="0">
              <a:spcBef>
                <a:spcPct val="0"/>
              </a:spcBef>
              <a:spcAft>
                <a:spcPct val="0"/>
              </a:spcAft>
              <a:defRPr>
                <a:solidFill>
                  <a:schemeClr val="tx1"/>
                </a:solidFill>
                <a:latin typeface="Arial" charset="0"/>
                <a:ea typeface="ＭＳ Ｐゴシック" charset="-128"/>
              </a:defRPr>
            </a:lvl6pPr>
            <a:lvl7pPr marL="2971800" indent="-228600" eaLnBrk="0" fontAlgn="base" hangingPunct="0">
              <a:spcBef>
                <a:spcPct val="0"/>
              </a:spcBef>
              <a:spcAft>
                <a:spcPct val="0"/>
              </a:spcAft>
              <a:defRPr>
                <a:solidFill>
                  <a:schemeClr val="tx1"/>
                </a:solidFill>
                <a:latin typeface="Arial" charset="0"/>
                <a:ea typeface="ＭＳ Ｐゴシック" charset="-128"/>
              </a:defRPr>
            </a:lvl7pPr>
            <a:lvl8pPr marL="3429000" indent="-228600" eaLnBrk="0" fontAlgn="base" hangingPunct="0">
              <a:spcBef>
                <a:spcPct val="0"/>
              </a:spcBef>
              <a:spcAft>
                <a:spcPct val="0"/>
              </a:spcAft>
              <a:defRPr>
                <a:solidFill>
                  <a:schemeClr val="tx1"/>
                </a:solidFill>
                <a:latin typeface="Arial" charset="0"/>
                <a:ea typeface="ＭＳ Ｐゴシック" charset="-128"/>
              </a:defRPr>
            </a:lvl8pPr>
            <a:lvl9pPr marL="3886200" indent="-228600" eaLnBrk="0" fontAlgn="base" hangingPunct="0">
              <a:spcBef>
                <a:spcPct val="0"/>
              </a:spcBef>
              <a:spcAft>
                <a:spcPct val="0"/>
              </a:spcAft>
              <a:defRPr>
                <a:solidFill>
                  <a:schemeClr val="tx1"/>
                </a:solidFill>
                <a:latin typeface="Arial" charset="0"/>
                <a:ea typeface="ＭＳ Ｐゴシック" charset="-128"/>
              </a:defRPr>
            </a:lvl9pPr>
          </a:lstStyle>
          <a:p>
            <a:pPr algn="ctr"/>
            <a:r>
              <a:rPr lang="en-US" altLang="en-US" b="1" dirty="0"/>
              <a:t>C</a:t>
            </a:r>
          </a:p>
        </p:txBody>
      </p:sp>
      <p:cxnSp>
        <p:nvCxnSpPr>
          <p:cNvPr id="266" name="Straight Connector 265"/>
          <p:cNvCxnSpPr>
            <a:stCxn id="25" idx="4"/>
            <a:endCxn id="24" idx="0"/>
          </p:cNvCxnSpPr>
          <p:nvPr/>
        </p:nvCxnSpPr>
        <p:spPr>
          <a:xfrm>
            <a:off x="5234431" y="998844"/>
            <a:ext cx="903966" cy="538955"/>
          </a:xfrm>
          <a:prstGeom prst="line">
            <a:avLst/>
          </a:prstGeom>
        </p:spPr>
        <p:style>
          <a:lnRef idx="1">
            <a:schemeClr val="accent1"/>
          </a:lnRef>
          <a:fillRef idx="0">
            <a:schemeClr val="accent1"/>
          </a:fillRef>
          <a:effectRef idx="0">
            <a:schemeClr val="accent1"/>
          </a:effectRef>
          <a:fontRef idx="minor">
            <a:schemeClr val="tx1"/>
          </a:fontRef>
        </p:style>
      </p:cxnSp>
      <p:cxnSp>
        <p:nvCxnSpPr>
          <p:cNvPr id="267" name="Straight Connector 266"/>
          <p:cNvCxnSpPr>
            <a:stCxn id="31" idx="4"/>
            <a:endCxn id="24" idx="0"/>
          </p:cNvCxnSpPr>
          <p:nvPr/>
        </p:nvCxnSpPr>
        <p:spPr>
          <a:xfrm flipH="1">
            <a:off x="6138397" y="986264"/>
            <a:ext cx="783337" cy="551535"/>
          </a:xfrm>
          <a:prstGeom prst="line">
            <a:avLst/>
          </a:prstGeom>
        </p:spPr>
        <p:style>
          <a:lnRef idx="1">
            <a:schemeClr val="accent1"/>
          </a:lnRef>
          <a:fillRef idx="0">
            <a:schemeClr val="accent1"/>
          </a:fillRef>
          <a:effectRef idx="0">
            <a:schemeClr val="accent1"/>
          </a:effectRef>
          <a:fontRef idx="minor">
            <a:schemeClr val="tx1"/>
          </a:fontRef>
        </p:style>
      </p:cxnSp>
      <p:cxnSp>
        <p:nvCxnSpPr>
          <p:cNvPr id="272" name="Straight Connector 29"/>
          <p:cNvCxnSpPr>
            <a:cxnSpLocks noChangeShapeType="1"/>
          </p:cNvCxnSpPr>
          <p:nvPr/>
        </p:nvCxnSpPr>
        <p:spPr bwMode="auto">
          <a:xfrm>
            <a:off x="8422432" y="780588"/>
            <a:ext cx="29856" cy="3289019"/>
          </a:xfrm>
          <a:prstGeom prst="line">
            <a:avLst/>
          </a:prstGeom>
          <a:noFill/>
          <a:ln w="9525">
            <a:solidFill>
              <a:schemeClr val="accent1"/>
            </a:solidFill>
            <a:round/>
            <a:headEnd/>
            <a:tailEnd/>
          </a:ln>
          <a:extLst>
            <a:ext uri="{909E8E84-426E-40DD-AFC4-6F175D3DCCD1}">
              <a14:hiddenFill xmlns:a14="http://schemas.microsoft.com/office/drawing/2010/main">
                <a:noFill/>
              </a14:hiddenFill>
            </a:ext>
          </a:extLst>
        </p:spPr>
      </p:cxnSp>
      <p:sp>
        <p:nvSpPr>
          <p:cNvPr id="273" name="TextBox 26"/>
          <p:cNvSpPr txBox="1">
            <a:spLocks noChangeArrowheads="1"/>
          </p:cNvSpPr>
          <p:nvPr/>
        </p:nvSpPr>
        <p:spPr bwMode="auto">
          <a:xfrm>
            <a:off x="4735002" y="2617295"/>
            <a:ext cx="3284855" cy="1169551"/>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square">
            <a:spAutoFit/>
          </a:bodyPr>
          <a:lstStyle>
            <a:lvl1pPr>
              <a:defRPr>
                <a:solidFill>
                  <a:schemeClr val="tx1"/>
                </a:solidFill>
                <a:latin typeface="Arial" charset="0"/>
                <a:ea typeface="ＭＳ Ｐゴシック" charset="-128"/>
              </a:defRPr>
            </a:lvl1pPr>
            <a:lvl2pPr marL="742950" indent="-285750">
              <a:defRPr>
                <a:solidFill>
                  <a:schemeClr val="tx1"/>
                </a:solidFill>
                <a:latin typeface="Arial" charset="0"/>
                <a:ea typeface="ＭＳ Ｐゴシック" charset="-128"/>
              </a:defRPr>
            </a:lvl2pPr>
            <a:lvl3pPr marL="1143000" indent="-228600">
              <a:defRPr>
                <a:solidFill>
                  <a:schemeClr val="tx1"/>
                </a:solidFill>
                <a:latin typeface="Arial" charset="0"/>
                <a:ea typeface="ＭＳ Ｐゴシック" charset="-128"/>
              </a:defRPr>
            </a:lvl3pPr>
            <a:lvl4pPr marL="1600200" indent="-228600">
              <a:defRPr>
                <a:solidFill>
                  <a:schemeClr val="tx1"/>
                </a:solidFill>
                <a:latin typeface="Arial" charset="0"/>
                <a:ea typeface="ＭＳ Ｐゴシック" charset="-128"/>
              </a:defRPr>
            </a:lvl4pPr>
            <a:lvl5pPr marL="2057400" indent="-228600">
              <a:defRPr>
                <a:solidFill>
                  <a:schemeClr val="tx1"/>
                </a:solidFill>
                <a:latin typeface="Arial" charset="0"/>
                <a:ea typeface="ＭＳ Ｐゴシック" charset="-128"/>
              </a:defRPr>
            </a:lvl5pPr>
            <a:lvl6pPr marL="2514600" indent="-228600" eaLnBrk="0" fontAlgn="base" hangingPunct="0">
              <a:spcBef>
                <a:spcPct val="0"/>
              </a:spcBef>
              <a:spcAft>
                <a:spcPct val="0"/>
              </a:spcAft>
              <a:defRPr>
                <a:solidFill>
                  <a:schemeClr val="tx1"/>
                </a:solidFill>
                <a:latin typeface="Arial" charset="0"/>
                <a:ea typeface="ＭＳ Ｐゴシック" charset="-128"/>
              </a:defRPr>
            </a:lvl6pPr>
            <a:lvl7pPr marL="2971800" indent="-228600" eaLnBrk="0" fontAlgn="base" hangingPunct="0">
              <a:spcBef>
                <a:spcPct val="0"/>
              </a:spcBef>
              <a:spcAft>
                <a:spcPct val="0"/>
              </a:spcAft>
              <a:defRPr>
                <a:solidFill>
                  <a:schemeClr val="tx1"/>
                </a:solidFill>
                <a:latin typeface="Arial" charset="0"/>
                <a:ea typeface="ＭＳ Ｐゴシック" charset="-128"/>
              </a:defRPr>
            </a:lvl7pPr>
            <a:lvl8pPr marL="3429000" indent="-228600" eaLnBrk="0" fontAlgn="base" hangingPunct="0">
              <a:spcBef>
                <a:spcPct val="0"/>
              </a:spcBef>
              <a:spcAft>
                <a:spcPct val="0"/>
              </a:spcAft>
              <a:defRPr>
                <a:solidFill>
                  <a:schemeClr val="tx1"/>
                </a:solidFill>
                <a:latin typeface="Arial" charset="0"/>
                <a:ea typeface="ＭＳ Ｐゴシック" charset="-128"/>
              </a:defRPr>
            </a:lvl8pPr>
            <a:lvl9pPr marL="3886200" indent="-228600" eaLnBrk="0" fontAlgn="base" hangingPunct="0">
              <a:spcBef>
                <a:spcPct val="0"/>
              </a:spcBef>
              <a:spcAft>
                <a:spcPct val="0"/>
              </a:spcAft>
              <a:defRPr>
                <a:solidFill>
                  <a:schemeClr val="tx1"/>
                </a:solidFill>
                <a:latin typeface="Arial" charset="0"/>
                <a:ea typeface="ＭＳ Ｐゴシック" charset="-128"/>
              </a:defRPr>
            </a:lvl9pPr>
          </a:lstStyle>
          <a:p>
            <a:pPr algn="ctr"/>
            <a:r>
              <a:rPr lang="en-US" altLang="en-US" sz="1400" b="1" u="sng" dirty="0"/>
              <a:t>Situation 1</a:t>
            </a:r>
          </a:p>
          <a:p>
            <a:r>
              <a:rPr lang="en-US" altLang="en-US" sz="1400" dirty="0"/>
              <a:t>A and B cause X to:</a:t>
            </a:r>
          </a:p>
          <a:p>
            <a:pPr marL="342900" indent="-342900">
              <a:buFont typeface="+mj-lt"/>
              <a:buAutoNum type="arabicPeriod"/>
            </a:pPr>
            <a:r>
              <a:rPr lang="en-US" altLang="en-US" sz="1400" dirty="0"/>
              <a:t>Issue 25 shares to C, and </a:t>
            </a:r>
          </a:p>
          <a:p>
            <a:pPr marL="342900" indent="-342900">
              <a:buFont typeface="+mj-lt"/>
              <a:buAutoNum type="arabicPeriod"/>
            </a:pPr>
            <a:r>
              <a:rPr lang="en-US" altLang="en-US" sz="1400" dirty="0"/>
              <a:t>Redeem 25 shares of stock from each of them  </a:t>
            </a:r>
          </a:p>
        </p:txBody>
      </p:sp>
      <p:sp>
        <p:nvSpPr>
          <p:cNvPr id="274" name="Line 10"/>
          <p:cNvSpPr>
            <a:spLocks noChangeShapeType="1"/>
          </p:cNvSpPr>
          <p:nvPr/>
        </p:nvSpPr>
        <p:spPr bwMode="auto">
          <a:xfrm flipV="1">
            <a:off x="6671938" y="1093961"/>
            <a:ext cx="584255" cy="454031"/>
          </a:xfrm>
          <a:prstGeom prst="line">
            <a:avLst/>
          </a:prstGeom>
          <a:noFill/>
          <a:ln w="38100">
            <a:solidFill>
              <a:schemeClr val="tx1"/>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en-US"/>
          </a:p>
        </p:txBody>
      </p:sp>
      <p:sp>
        <p:nvSpPr>
          <p:cNvPr id="275" name="Line 10"/>
          <p:cNvSpPr>
            <a:spLocks noChangeShapeType="1"/>
          </p:cNvSpPr>
          <p:nvPr/>
        </p:nvSpPr>
        <p:spPr bwMode="auto">
          <a:xfrm>
            <a:off x="4899971" y="1093960"/>
            <a:ext cx="704885" cy="454031"/>
          </a:xfrm>
          <a:prstGeom prst="line">
            <a:avLst/>
          </a:prstGeom>
          <a:noFill/>
          <a:ln w="38100">
            <a:solidFill>
              <a:schemeClr val="tx1"/>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en-US"/>
          </a:p>
        </p:txBody>
      </p:sp>
      <p:sp>
        <p:nvSpPr>
          <p:cNvPr id="276" name="Line 10"/>
          <p:cNvSpPr>
            <a:spLocks noChangeShapeType="1"/>
          </p:cNvSpPr>
          <p:nvPr/>
        </p:nvSpPr>
        <p:spPr bwMode="auto">
          <a:xfrm flipH="1">
            <a:off x="6039677" y="998844"/>
            <a:ext cx="0" cy="410824"/>
          </a:xfrm>
          <a:prstGeom prst="line">
            <a:avLst/>
          </a:prstGeom>
          <a:noFill/>
          <a:ln w="38100">
            <a:solidFill>
              <a:schemeClr val="tx1"/>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en-US"/>
          </a:p>
        </p:txBody>
      </p:sp>
      <p:sp>
        <p:nvSpPr>
          <p:cNvPr id="282" name="Rectangle 7"/>
          <p:cNvSpPr>
            <a:spLocks noChangeArrowheads="1"/>
          </p:cNvSpPr>
          <p:nvPr/>
        </p:nvSpPr>
        <p:spPr bwMode="auto">
          <a:xfrm>
            <a:off x="9846692" y="2313908"/>
            <a:ext cx="818028" cy="513267"/>
          </a:xfrm>
          <a:prstGeom prst="rect">
            <a:avLst/>
          </a:prstGeom>
          <a:solidFill>
            <a:schemeClr val="accent1">
              <a:lumMod val="40000"/>
              <a:lumOff val="60000"/>
            </a:schemeClr>
          </a:solidFill>
          <a:ln w="9525">
            <a:solidFill>
              <a:schemeClr val="accent1">
                <a:lumMod val="20000"/>
                <a:lumOff val="80000"/>
              </a:schemeClr>
            </a:solidFill>
            <a:miter lim="800000"/>
            <a:headEnd/>
            <a:tailEnd/>
          </a:ln>
        </p:spPr>
        <p:txBody>
          <a:bodyPr wrap="none" anchor="ctr"/>
          <a:lstStyle>
            <a:lvl1pPr>
              <a:defRPr>
                <a:solidFill>
                  <a:schemeClr val="tx1"/>
                </a:solidFill>
                <a:latin typeface="Arial" charset="0"/>
                <a:ea typeface="ＭＳ Ｐゴシック" charset="-128"/>
              </a:defRPr>
            </a:lvl1pPr>
            <a:lvl2pPr marL="742950" indent="-285750">
              <a:defRPr>
                <a:solidFill>
                  <a:schemeClr val="tx1"/>
                </a:solidFill>
                <a:latin typeface="Arial" charset="0"/>
                <a:ea typeface="ＭＳ Ｐゴシック" charset="-128"/>
              </a:defRPr>
            </a:lvl2pPr>
            <a:lvl3pPr marL="1143000" indent="-228600">
              <a:defRPr>
                <a:solidFill>
                  <a:schemeClr val="tx1"/>
                </a:solidFill>
                <a:latin typeface="Arial" charset="0"/>
                <a:ea typeface="ＭＳ Ｐゴシック" charset="-128"/>
              </a:defRPr>
            </a:lvl3pPr>
            <a:lvl4pPr marL="1600200" indent="-228600">
              <a:defRPr>
                <a:solidFill>
                  <a:schemeClr val="tx1"/>
                </a:solidFill>
                <a:latin typeface="Arial" charset="0"/>
                <a:ea typeface="ＭＳ Ｐゴシック" charset="-128"/>
              </a:defRPr>
            </a:lvl4pPr>
            <a:lvl5pPr marL="2057400" indent="-228600">
              <a:defRPr>
                <a:solidFill>
                  <a:schemeClr val="tx1"/>
                </a:solidFill>
                <a:latin typeface="Arial" charset="0"/>
                <a:ea typeface="ＭＳ Ｐゴシック" charset="-128"/>
              </a:defRPr>
            </a:lvl5pPr>
            <a:lvl6pPr marL="2514600" indent="-228600" eaLnBrk="0" fontAlgn="base" hangingPunct="0">
              <a:spcBef>
                <a:spcPct val="0"/>
              </a:spcBef>
              <a:spcAft>
                <a:spcPct val="0"/>
              </a:spcAft>
              <a:defRPr>
                <a:solidFill>
                  <a:schemeClr val="tx1"/>
                </a:solidFill>
                <a:latin typeface="Arial" charset="0"/>
                <a:ea typeface="ＭＳ Ｐゴシック" charset="-128"/>
              </a:defRPr>
            </a:lvl6pPr>
            <a:lvl7pPr marL="2971800" indent="-228600" eaLnBrk="0" fontAlgn="base" hangingPunct="0">
              <a:spcBef>
                <a:spcPct val="0"/>
              </a:spcBef>
              <a:spcAft>
                <a:spcPct val="0"/>
              </a:spcAft>
              <a:defRPr>
                <a:solidFill>
                  <a:schemeClr val="tx1"/>
                </a:solidFill>
                <a:latin typeface="Arial" charset="0"/>
                <a:ea typeface="ＭＳ Ｐゴシック" charset="-128"/>
              </a:defRPr>
            </a:lvl7pPr>
            <a:lvl8pPr marL="3429000" indent="-228600" eaLnBrk="0" fontAlgn="base" hangingPunct="0">
              <a:spcBef>
                <a:spcPct val="0"/>
              </a:spcBef>
              <a:spcAft>
                <a:spcPct val="0"/>
              </a:spcAft>
              <a:defRPr>
                <a:solidFill>
                  <a:schemeClr val="tx1"/>
                </a:solidFill>
                <a:latin typeface="Arial" charset="0"/>
                <a:ea typeface="ＭＳ Ｐゴシック" charset="-128"/>
              </a:defRPr>
            </a:lvl8pPr>
            <a:lvl9pPr marL="3886200" indent="-228600" eaLnBrk="0" fontAlgn="base" hangingPunct="0">
              <a:spcBef>
                <a:spcPct val="0"/>
              </a:spcBef>
              <a:spcAft>
                <a:spcPct val="0"/>
              </a:spcAft>
              <a:defRPr>
                <a:solidFill>
                  <a:schemeClr val="tx1"/>
                </a:solidFill>
                <a:latin typeface="Arial" charset="0"/>
                <a:ea typeface="ＭＳ Ｐゴシック" charset="-128"/>
              </a:defRPr>
            </a:lvl9pPr>
          </a:lstStyle>
          <a:p>
            <a:pPr algn="ctr"/>
            <a:r>
              <a:rPr lang="en-US" altLang="en-US" b="1" dirty="0"/>
              <a:t>X </a:t>
            </a:r>
            <a:endParaRPr lang="en-US" altLang="en-US" dirty="0"/>
          </a:p>
        </p:txBody>
      </p:sp>
      <p:sp>
        <p:nvSpPr>
          <p:cNvPr id="283" name="Oval 9"/>
          <p:cNvSpPr>
            <a:spLocks noChangeArrowheads="1"/>
          </p:cNvSpPr>
          <p:nvPr/>
        </p:nvSpPr>
        <p:spPr bwMode="auto">
          <a:xfrm>
            <a:off x="9064521" y="1419073"/>
            <a:ext cx="478065" cy="285705"/>
          </a:xfrm>
          <a:prstGeom prst="ellipse">
            <a:avLst/>
          </a:prstGeom>
          <a:solidFill>
            <a:schemeClr val="accent3">
              <a:lumMod val="10000"/>
              <a:lumOff val="90000"/>
            </a:schemeClr>
          </a:solidFill>
          <a:ln w="9525">
            <a:solidFill>
              <a:schemeClr val="accent1">
                <a:lumMod val="20000"/>
                <a:lumOff val="80000"/>
              </a:schemeClr>
            </a:solidFill>
            <a:round/>
            <a:headEnd/>
            <a:tailEnd/>
          </a:ln>
        </p:spPr>
        <p:txBody>
          <a:bodyPr wrap="none" anchor="ctr"/>
          <a:lstStyle>
            <a:lvl1pPr>
              <a:defRPr>
                <a:solidFill>
                  <a:schemeClr val="tx1"/>
                </a:solidFill>
                <a:latin typeface="Arial" charset="0"/>
                <a:ea typeface="ＭＳ Ｐゴシック" charset="-128"/>
              </a:defRPr>
            </a:lvl1pPr>
            <a:lvl2pPr marL="742950" indent="-285750">
              <a:defRPr>
                <a:solidFill>
                  <a:schemeClr val="tx1"/>
                </a:solidFill>
                <a:latin typeface="Arial" charset="0"/>
                <a:ea typeface="ＭＳ Ｐゴシック" charset="-128"/>
              </a:defRPr>
            </a:lvl2pPr>
            <a:lvl3pPr marL="1143000" indent="-228600">
              <a:defRPr>
                <a:solidFill>
                  <a:schemeClr val="tx1"/>
                </a:solidFill>
                <a:latin typeface="Arial" charset="0"/>
                <a:ea typeface="ＭＳ Ｐゴシック" charset="-128"/>
              </a:defRPr>
            </a:lvl3pPr>
            <a:lvl4pPr marL="1600200" indent="-228600">
              <a:defRPr>
                <a:solidFill>
                  <a:schemeClr val="tx1"/>
                </a:solidFill>
                <a:latin typeface="Arial" charset="0"/>
                <a:ea typeface="ＭＳ Ｐゴシック" charset="-128"/>
              </a:defRPr>
            </a:lvl4pPr>
            <a:lvl5pPr marL="2057400" indent="-228600">
              <a:defRPr>
                <a:solidFill>
                  <a:schemeClr val="tx1"/>
                </a:solidFill>
                <a:latin typeface="Arial" charset="0"/>
                <a:ea typeface="ＭＳ Ｐゴシック" charset="-128"/>
              </a:defRPr>
            </a:lvl5pPr>
            <a:lvl6pPr marL="2514600" indent="-228600" eaLnBrk="0" fontAlgn="base" hangingPunct="0">
              <a:spcBef>
                <a:spcPct val="0"/>
              </a:spcBef>
              <a:spcAft>
                <a:spcPct val="0"/>
              </a:spcAft>
              <a:defRPr>
                <a:solidFill>
                  <a:schemeClr val="tx1"/>
                </a:solidFill>
                <a:latin typeface="Arial" charset="0"/>
                <a:ea typeface="ＭＳ Ｐゴシック" charset="-128"/>
              </a:defRPr>
            </a:lvl6pPr>
            <a:lvl7pPr marL="2971800" indent="-228600" eaLnBrk="0" fontAlgn="base" hangingPunct="0">
              <a:spcBef>
                <a:spcPct val="0"/>
              </a:spcBef>
              <a:spcAft>
                <a:spcPct val="0"/>
              </a:spcAft>
              <a:defRPr>
                <a:solidFill>
                  <a:schemeClr val="tx1"/>
                </a:solidFill>
                <a:latin typeface="Arial" charset="0"/>
                <a:ea typeface="ＭＳ Ｐゴシック" charset="-128"/>
              </a:defRPr>
            </a:lvl7pPr>
            <a:lvl8pPr marL="3429000" indent="-228600" eaLnBrk="0" fontAlgn="base" hangingPunct="0">
              <a:spcBef>
                <a:spcPct val="0"/>
              </a:spcBef>
              <a:spcAft>
                <a:spcPct val="0"/>
              </a:spcAft>
              <a:defRPr>
                <a:solidFill>
                  <a:schemeClr val="tx1"/>
                </a:solidFill>
                <a:latin typeface="Arial" charset="0"/>
                <a:ea typeface="ＭＳ Ｐゴシック" charset="-128"/>
              </a:defRPr>
            </a:lvl8pPr>
            <a:lvl9pPr marL="3886200" indent="-228600" eaLnBrk="0" fontAlgn="base" hangingPunct="0">
              <a:spcBef>
                <a:spcPct val="0"/>
              </a:spcBef>
              <a:spcAft>
                <a:spcPct val="0"/>
              </a:spcAft>
              <a:defRPr>
                <a:solidFill>
                  <a:schemeClr val="tx1"/>
                </a:solidFill>
                <a:latin typeface="Arial" charset="0"/>
                <a:ea typeface="ＭＳ Ｐゴシック" charset="-128"/>
              </a:defRPr>
            </a:lvl9pPr>
          </a:lstStyle>
          <a:p>
            <a:pPr algn="ctr"/>
            <a:r>
              <a:rPr lang="en-US" altLang="en-US" b="1" dirty="0"/>
              <a:t>A</a:t>
            </a:r>
          </a:p>
        </p:txBody>
      </p:sp>
      <p:sp>
        <p:nvSpPr>
          <p:cNvPr id="284" name="Oval 19"/>
          <p:cNvSpPr>
            <a:spLocks noChangeArrowheads="1"/>
          </p:cNvSpPr>
          <p:nvPr/>
        </p:nvSpPr>
        <p:spPr bwMode="auto">
          <a:xfrm>
            <a:off x="9968488" y="1386058"/>
            <a:ext cx="478065" cy="285705"/>
          </a:xfrm>
          <a:prstGeom prst="ellipse">
            <a:avLst/>
          </a:prstGeom>
          <a:solidFill>
            <a:schemeClr val="accent3">
              <a:lumMod val="10000"/>
              <a:lumOff val="90000"/>
            </a:schemeClr>
          </a:solidFill>
          <a:ln w="9525">
            <a:solidFill>
              <a:schemeClr val="accent1">
                <a:lumMod val="20000"/>
                <a:lumOff val="80000"/>
              </a:schemeClr>
            </a:solidFill>
            <a:round/>
            <a:headEnd/>
            <a:tailEnd/>
          </a:ln>
        </p:spPr>
        <p:txBody>
          <a:bodyPr wrap="none" anchor="ctr"/>
          <a:lstStyle>
            <a:lvl1pPr>
              <a:defRPr>
                <a:solidFill>
                  <a:schemeClr val="tx1"/>
                </a:solidFill>
                <a:latin typeface="Arial" charset="0"/>
                <a:ea typeface="ＭＳ Ｐゴシック" charset="-128"/>
              </a:defRPr>
            </a:lvl1pPr>
            <a:lvl2pPr marL="742950" indent="-285750">
              <a:defRPr>
                <a:solidFill>
                  <a:schemeClr val="tx1"/>
                </a:solidFill>
                <a:latin typeface="Arial" charset="0"/>
                <a:ea typeface="ＭＳ Ｐゴシック" charset="-128"/>
              </a:defRPr>
            </a:lvl2pPr>
            <a:lvl3pPr marL="1143000" indent="-228600">
              <a:defRPr>
                <a:solidFill>
                  <a:schemeClr val="tx1"/>
                </a:solidFill>
                <a:latin typeface="Arial" charset="0"/>
                <a:ea typeface="ＭＳ Ｐゴシック" charset="-128"/>
              </a:defRPr>
            </a:lvl3pPr>
            <a:lvl4pPr marL="1600200" indent="-228600">
              <a:defRPr>
                <a:solidFill>
                  <a:schemeClr val="tx1"/>
                </a:solidFill>
                <a:latin typeface="Arial" charset="0"/>
                <a:ea typeface="ＭＳ Ｐゴシック" charset="-128"/>
              </a:defRPr>
            </a:lvl4pPr>
            <a:lvl5pPr marL="2057400" indent="-228600">
              <a:defRPr>
                <a:solidFill>
                  <a:schemeClr val="tx1"/>
                </a:solidFill>
                <a:latin typeface="Arial" charset="0"/>
                <a:ea typeface="ＭＳ Ｐゴシック" charset="-128"/>
              </a:defRPr>
            </a:lvl5pPr>
            <a:lvl6pPr marL="2514600" indent="-228600" eaLnBrk="0" fontAlgn="base" hangingPunct="0">
              <a:spcBef>
                <a:spcPct val="0"/>
              </a:spcBef>
              <a:spcAft>
                <a:spcPct val="0"/>
              </a:spcAft>
              <a:defRPr>
                <a:solidFill>
                  <a:schemeClr val="tx1"/>
                </a:solidFill>
                <a:latin typeface="Arial" charset="0"/>
                <a:ea typeface="ＭＳ Ｐゴシック" charset="-128"/>
              </a:defRPr>
            </a:lvl6pPr>
            <a:lvl7pPr marL="2971800" indent="-228600" eaLnBrk="0" fontAlgn="base" hangingPunct="0">
              <a:spcBef>
                <a:spcPct val="0"/>
              </a:spcBef>
              <a:spcAft>
                <a:spcPct val="0"/>
              </a:spcAft>
              <a:defRPr>
                <a:solidFill>
                  <a:schemeClr val="tx1"/>
                </a:solidFill>
                <a:latin typeface="Arial" charset="0"/>
                <a:ea typeface="ＭＳ Ｐゴシック" charset="-128"/>
              </a:defRPr>
            </a:lvl7pPr>
            <a:lvl8pPr marL="3429000" indent="-228600" eaLnBrk="0" fontAlgn="base" hangingPunct="0">
              <a:spcBef>
                <a:spcPct val="0"/>
              </a:spcBef>
              <a:spcAft>
                <a:spcPct val="0"/>
              </a:spcAft>
              <a:defRPr>
                <a:solidFill>
                  <a:schemeClr val="tx1"/>
                </a:solidFill>
                <a:latin typeface="Arial" charset="0"/>
                <a:ea typeface="ＭＳ Ｐゴシック" charset="-128"/>
              </a:defRPr>
            </a:lvl8pPr>
            <a:lvl9pPr marL="3886200" indent="-228600" eaLnBrk="0" fontAlgn="base" hangingPunct="0">
              <a:spcBef>
                <a:spcPct val="0"/>
              </a:spcBef>
              <a:spcAft>
                <a:spcPct val="0"/>
              </a:spcAft>
              <a:defRPr>
                <a:solidFill>
                  <a:schemeClr val="tx1"/>
                </a:solidFill>
                <a:latin typeface="Arial" charset="0"/>
                <a:ea typeface="ＭＳ Ｐゴシック" charset="-128"/>
              </a:defRPr>
            </a:lvl9pPr>
          </a:lstStyle>
          <a:p>
            <a:pPr algn="ctr"/>
            <a:r>
              <a:rPr lang="en-US" altLang="en-US" b="1"/>
              <a:t>B</a:t>
            </a:r>
          </a:p>
        </p:txBody>
      </p:sp>
      <p:cxnSp>
        <p:nvCxnSpPr>
          <p:cNvPr id="285" name="Straight Connector 284"/>
          <p:cNvCxnSpPr/>
          <p:nvPr/>
        </p:nvCxnSpPr>
        <p:spPr>
          <a:xfrm flipH="1">
            <a:off x="10207519" y="1741938"/>
            <a:ext cx="3" cy="459185"/>
          </a:xfrm>
          <a:prstGeom prst="line">
            <a:avLst/>
          </a:prstGeom>
        </p:spPr>
        <p:style>
          <a:lnRef idx="1">
            <a:schemeClr val="accent1"/>
          </a:lnRef>
          <a:fillRef idx="0">
            <a:schemeClr val="accent1"/>
          </a:fillRef>
          <a:effectRef idx="0">
            <a:schemeClr val="accent1"/>
          </a:effectRef>
          <a:fontRef idx="minor">
            <a:schemeClr val="tx1"/>
          </a:fontRef>
        </p:style>
      </p:cxnSp>
      <p:sp>
        <p:nvSpPr>
          <p:cNvPr id="286" name="Oval 19"/>
          <p:cNvSpPr>
            <a:spLocks noChangeArrowheads="1"/>
          </p:cNvSpPr>
          <p:nvPr/>
        </p:nvSpPr>
        <p:spPr bwMode="auto">
          <a:xfrm>
            <a:off x="10751824" y="1406493"/>
            <a:ext cx="478065" cy="285705"/>
          </a:xfrm>
          <a:prstGeom prst="ellipse">
            <a:avLst/>
          </a:prstGeom>
          <a:solidFill>
            <a:schemeClr val="accent3">
              <a:lumMod val="10000"/>
              <a:lumOff val="90000"/>
            </a:schemeClr>
          </a:solidFill>
          <a:ln w="9525">
            <a:solidFill>
              <a:schemeClr val="accent1">
                <a:lumMod val="20000"/>
                <a:lumOff val="80000"/>
              </a:schemeClr>
            </a:solidFill>
            <a:round/>
            <a:headEnd/>
            <a:tailEnd/>
          </a:ln>
        </p:spPr>
        <p:txBody>
          <a:bodyPr wrap="none" anchor="ctr"/>
          <a:lstStyle>
            <a:lvl1pPr>
              <a:defRPr>
                <a:solidFill>
                  <a:schemeClr val="tx1"/>
                </a:solidFill>
                <a:latin typeface="Arial" charset="0"/>
                <a:ea typeface="ＭＳ Ｐゴシック" charset="-128"/>
              </a:defRPr>
            </a:lvl1pPr>
            <a:lvl2pPr marL="742950" indent="-285750">
              <a:defRPr>
                <a:solidFill>
                  <a:schemeClr val="tx1"/>
                </a:solidFill>
                <a:latin typeface="Arial" charset="0"/>
                <a:ea typeface="ＭＳ Ｐゴシック" charset="-128"/>
              </a:defRPr>
            </a:lvl2pPr>
            <a:lvl3pPr marL="1143000" indent="-228600">
              <a:defRPr>
                <a:solidFill>
                  <a:schemeClr val="tx1"/>
                </a:solidFill>
                <a:latin typeface="Arial" charset="0"/>
                <a:ea typeface="ＭＳ Ｐゴシック" charset="-128"/>
              </a:defRPr>
            </a:lvl3pPr>
            <a:lvl4pPr marL="1600200" indent="-228600">
              <a:defRPr>
                <a:solidFill>
                  <a:schemeClr val="tx1"/>
                </a:solidFill>
                <a:latin typeface="Arial" charset="0"/>
                <a:ea typeface="ＭＳ Ｐゴシック" charset="-128"/>
              </a:defRPr>
            </a:lvl4pPr>
            <a:lvl5pPr marL="2057400" indent="-228600">
              <a:defRPr>
                <a:solidFill>
                  <a:schemeClr val="tx1"/>
                </a:solidFill>
                <a:latin typeface="Arial" charset="0"/>
                <a:ea typeface="ＭＳ Ｐゴシック" charset="-128"/>
              </a:defRPr>
            </a:lvl5pPr>
            <a:lvl6pPr marL="2514600" indent="-228600" eaLnBrk="0" fontAlgn="base" hangingPunct="0">
              <a:spcBef>
                <a:spcPct val="0"/>
              </a:spcBef>
              <a:spcAft>
                <a:spcPct val="0"/>
              </a:spcAft>
              <a:defRPr>
                <a:solidFill>
                  <a:schemeClr val="tx1"/>
                </a:solidFill>
                <a:latin typeface="Arial" charset="0"/>
                <a:ea typeface="ＭＳ Ｐゴシック" charset="-128"/>
              </a:defRPr>
            </a:lvl6pPr>
            <a:lvl7pPr marL="2971800" indent="-228600" eaLnBrk="0" fontAlgn="base" hangingPunct="0">
              <a:spcBef>
                <a:spcPct val="0"/>
              </a:spcBef>
              <a:spcAft>
                <a:spcPct val="0"/>
              </a:spcAft>
              <a:defRPr>
                <a:solidFill>
                  <a:schemeClr val="tx1"/>
                </a:solidFill>
                <a:latin typeface="Arial" charset="0"/>
                <a:ea typeface="ＭＳ Ｐゴシック" charset="-128"/>
              </a:defRPr>
            </a:lvl7pPr>
            <a:lvl8pPr marL="3429000" indent="-228600" eaLnBrk="0" fontAlgn="base" hangingPunct="0">
              <a:spcBef>
                <a:spcPct val="0"/>
              </a:spcBef>
              <a:spcAft>
                <a:spcPct val="0"/>
              </a:spcAft>
              <a:defRPr>
                <a:solidFill>
                  <a:schemeClr val="tx1"/>
                </a:solidFill>
                <a:latin typeface="Arial" charset="0"/>
                <a:ea typeface="ＭＳ Ｐゴシック" charset="-128"/>
              </a:defRPr>
            </a:lvl8pPr>
            <a:lvl9pPr marL="3886200" indent="-228600" eaLnBrk="0" fontAlgn="base" hangingPunct="0">
              <a:spcBef>
                <a:spcPct val="0"/>
              </a:spcBef>
              <a:spcAft>
                <a:spcPct val="0"/>
              </a:spcAft>
              <a:defRPr>
                <a:solidFill>
                  <a:schemeClr val="tx1"/>
                </a:solidFill>
                <a:latin typeface="Arial" charset="0"/>
                <a:ea typeface="ＭＳ Ｐゴシック" charset="-128"/>
              </a:defRPr>
            </a:lvl9pPr>
          </a:lstStyle>
          <a:p>
            <a:pPr algn="ctr"/>
            <a:r>
              <a:rPr lang="en-US" altLang="en-US" b="1" dirty="0"/>
              <a:t>C</a:t>
            </a:r>
          </a:p>
        </p:txBody>
      </p:sp>
      <p:cxnSp>
        <p:nvCxnSpPr>
          <p:cNvPr id="287" name="Straight Connector 286"/>
          <p:cNvCxnSpPr/>
          <p:nvPr/>
        </p:nvCxnSpPr>
        <p:spPr>
          <a:xfrm>
            <a:off x="9303554" y="1774953"/>
            <a:ext cx="903966" cy="538955"/>
          </a:xfrm>
          <a:prstGeom prst="line">
            <a:avLst/>
          </a:prstGeom>
        </p:spPr>
        <p:style>
          <a:lnRef idx="1">
            <a:schemeClr val="accent1"/>
          </a:lnRef>
          <a:fillRef idx="0">
            <a:schemeClr val="accent1"/>
          </a:fillRef>
          <a:effectRef idx="0">
            <a:schemeClr val="accent1"/>
          </a:effectRef>
          <a:fontRef idx="minor">
            <a:schemeClr val="tx1"/>
          </a:fontRef>
        </p:style>
      </p:cxnSp>
      <p:cxnSp>
        <p:nvCxnSpPr>
          <p:cNvPr id="288" name="Straight Connector 287"/>
          <p:cNvCxnSpPr/>
          <p:nvPr/>
        </p:nvCxnSpPr>
        <p:spPr>
          <a:xfrm flipH="1">
            <a:off x="10207521" y="1762373"/>
            <a:ext cx="783337" cy="551535"/>
          </a:xfrm>
          <a:prstGeom prst="line">
            <a:avLst/>
          </a:prstGeom>
        </p:spPr>
        <p:style>
          <a:lnRef idx="1">
            <a:schemeClr val="accent1"/>
          </a:lnRef>
          <a:fillRef idx="0">
            <a:schemeClr val="accent1"/>
          </a:fillRef>
          <a:effectRef idx="0">
            <a:schemeClr val="accent1"/>
          </a:effectRef>
          <a:fontRef idx="minor">
            <a:schemeClr val="tx1"/>
          </a:fontRef>
        </p:style>
      </p:cxnSp>
      <p:sp>
        <p:nvSpPr>
          <p:cNvPr id="289" name="TextBox 26"/>
          <p:cNvSpPr txBox="1">
            <a:spLocks noChangeArrowheads="1"/>
          </p:cNvSpPr>
          <p:nvPr/>
        </p:nvSpPr>
        <p:spPr bwMode="auto">
          <a:xfrm>
            <a:off x="8935003" y="2900056"/>
            <a:ext cx="2577061" cy="1169551"/>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square">
            <a:spAutoFit/>
          </a:bodyPr>
          <a:lstStyle>
            <a:lvl1pPr>
              <a:defRPr>
                <a:solidFill>
                  <a:schemeClr val="tx1"/>
                </a:solidFill>
                <a:latin typeface="Arial" charset="0"/>
                <a:ea typeface="ＭＳ Ｐゴシック" charset="-128"/>
              </a:defRPr>
            </a:lvl1pPr>
            <a:lvl2pPr marL="742950" indent="-285750">
              <a:defRPr>
                <a:solidFill>
                  <a:schemeClr val="tx1"/>
                </a:solidFill>
                <a:latin typeface="Arial" charset="0"/>
                <a:ea typeface="ＭＳ Ｐゴシック" charset="-128"/>
              </a:defRPr>
            </a:lvl2pPr>
            <a:lvl3pPr marL="1143000" indent="-228600">
              <a:defRPr>
                <a:solidFill>
                  <a:schemeClr val="tx1"/>
                </a:solidFill>
                <a:latin typeface="Arial" charset="0"/>
                <a:ea typeface="ＭＳ Ｐゴシック" charset="-128"/>
              </a:defRPr>
            </a:lvl3pPr>
            <a:lvl4pPr marL="1600200" indent="-228600">
              <a:defRPr>
                <a:solidFill>
                  <a:schemeClr val="tx1"/>
                </a:solidFill>
                <a:latin typeface="Arial" charset="0"/>
                <a:ea typeface="ＭＳ Ｐゴシック" charset="-128"/>
              </a:defRPr>
            </a:lvl4pPr>
            <a:lvl5pPr marL="2057400" indent="-228600">
              <a:defRPr>
                <a:solidFill>
                  <a:schemeClr val="tx1"/>
                </a:solidFill>
                <a:latin typeface="Arial" charset="0"/>
                <a:ea typeface="ＭＳ Ｐゴシック" charset="-128"/>
              </a:defRPr>
            </a:lvl5pPr>
            <a:lvl6pPr marL="2514600" indent="-228600" eaLnBrk="0" fontAlgn="base" hangingPunct="0">
              <a:spcBef>
                <a:spcPct val="0"/>
              </a:spcBef>
              <a:spcAft>
                <a:spcPct val="0"/>
              </a:spcAft>
              <a:defRPr>
                <a:solidFill>
                  <a:schemeClr val="tx1"/>
                </a:solidFill>
                <a:latin typeface="Arial" charset="0"/>
                <a:ea typeface="ＭＳ Ｐゴシック" charset="-128"/>
              </a:defRPr>
            </a:lvl6pPr>
            <a:lvl7pPr marL="2971800" indent="-228600" eaLnBrk="0" fontAlgn="base" hangingPunct="0">
              <a:spcBef>
                <a:spcPct val="0"/>
              </a:spcBef>
              <a:spcAft>
                <a:spcPct val="0"/>
              </a:spcAft>
              <a:defRPr>
                <a:solidFill>
                  <a:schemeClr val="tx1"/>
                </a:solidFill>
                <a:latin typeface="Arial" charset="0"/>
                <a:ea typeface="ＭＳ Ｐゴシック" charset="-128"/>
              </a:defRPr>
            </a:lvl7pPr>
            <a:lvl8pPr marL="3429000" indent="-228600" eaLnBrk="0" fontAlgn="base" hangingPunct="0">
              <a:spcBef>
                <a:spcPct val="0"/>
              </a:spcBef>
              <a:spcAft>
                <a:spcPct val="0"/>
              </a:spcAft>
              <a:defRPr>
                <a:solidFill>
                  <a:schemeClr val="tx1"/>
                </a:solidFill>
                <a:latin typeface="Arial" charset="0"/>
                <a:ea typeface="ＭＳ Ｐゴシック" charset="-128"/>
              </a:defRPr>
            </a:lvl8pPr>
            <a:lvl9pPr marL="3886200" indent="-228600" eaLnBrk="0" fontAlgn="base" hangingPunct="0">
              <a:spcBef>
                <a:spcPct val="0"/>
              </a:spcBef>
              <a:spcAft>
                <a:spcPct val="0"/>
              </a:spcAft>
              <a:defRPr>
                <a:solidFill>
                  <a:schemeClr val="tx1"/>
                </a:solidFill>
                <a:latin typeface="Arial" charset="0"/>
                <a:ea typeface="ＭＳ Ｐゴシック" charset="-128"/>
              </a:defRPr>
            </a:lvl9pPr>
          </a:lstStyle>
          <a:p>
            <a:pPr algn="ctr"/>
            <a:r>
              <a:rPr lang="en-US" altLang="en-US" sz="1400" b="1" u="sng" dirty="0"/>
              <a:t>Situation 2</a:t>
            </a:r>
          </a:p>
          <a:p>
            <a:pPr marL="342900" indent="-342900">
              <a:buFont typeface="+mj-lt"/>
              <a:buAutoNum type="arabicPeriod"/>
            </a:pPr>
            <a:r>
              <a:rPr lang="en-US" altLang="en-US" sz="1400" dirty="0"/>
              <a:t>A and B each sells 15 of X to C, and </a:t>
            </a:r>
          </a:p>
          <a:p>
            <a:pPr marL="342900" indent="-342900">
              <a:buFont typeface="+mj-lt"/>
              <a:buAutoNum type="arabicPeriod"/>
            </a:pPr>
            <a:r>
              <a:rPr lang="en-US" altLang="en-US" sz="1400" dirty="0"/>
              <a:t>X redeems 5 shares from both A and B</a:t>
            </a:r>
          </a:p>
        </p:txBody>
      </p:sp>
      <p:sp>
        <p:nvSpPr>
          <p:cNvPr id="291" name="Line 10"/>
          <p:cNvSpPr>
            <a:spLocks noChangeShapeType="1"/>
          </p:cNvSpPr>
          <p:nvPr/>
        </p:nvSpPr>
        <p:spPr bwMode="auto">
          <a:xfrm>
            <a:off x="8969094" y="1870070"/>
            <a:ext cx="704885" cy="364502"/>
          </a:xfrm>
          <a:prstGeom prst="line">
            <a:avLst/>
          </a:prstGeom>
          <a:noFill/>
          <a:ln w="38100">
            <a:solidFill>
              <a:schemeClr val="tx1"/>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en-US"/>
          </a:p>
        </p:txBody>
      </p:sp>
      <p:sp>
        <p:nvSpPr>
          <p:cNvPr id="292" name="Line 10"/>
          <p:cNvSpPr>
            <a:spLocks noChangeShapeType="1"/>
          </p:cNvSpPr>
          <p:nvPr/>
        </p:nvSpPr>
        <p:spPr bwMode="auto">
          <a:xfrm flipH="1">
            <a:off x="10108800" y="1774953"/>
            <a:ext cx="0" cy="329815"/>
          </a:xfrm>
          <a:prstGeom prst="line">
            <a:avLst/>
          </a:prstGeom>
          <a:noFill/>
          <a:ln w="38100">
            <a:solidFill>
              <a:schemeClr val="tx1"/>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en-US"/>
          </a:p>
        </p:txBody>
      </p:sp>
      <p:sp>
        <p:nvSpPr>
          <p:cNvPr id="293" name="Oval 16"/>
          <p:cNvSpPr>
            <a:spLocks noChangeArrowheads="1"/>
          </p:cNvSpPr>
          <p:nvPr/>
        </p:nvSpPr>
        <p:spPr bwMode="auto">
          <a:xfrm>
            <a:off x="9519043" y="583915"/>
            <a:ext cx="430055" cy="223120"/>
          </a:xfrm>
          <a:prstGeom prst="ellipse">
            <a:avLst/>
          </a:prstGeom>
          <a:solidFill>
            <a:schemeClr val="accent1">
              <a:lumMod val="20000"/>
              <a:lumOff val="80000"/>
            </a:schemeClr>
          </a:solidFill>
          <a:ln w="9525">
            <a:solidFill>
              <a:schemeClr val="tx1"/>
            </a:solidFill>
            <a:round/>
            <a:headEnd/>
            <a:tailEnd/>
          </a:ln>
        </p:spPr>
        <p:txBody>
          <a:bodyPr wrap="none" anchor="ctr"/>
          <a:lstStyle>
            <a:lvl1pPr>
              <a:defRPr>
                <a:solidFill>
                  <a:schemeClr val="tx1"/>
                </a:solidFill>
                <a:latin typeface="Arial" charset="0"/>
                <a:ea typeface="ＭＳ Ｐゴシック" charset="-128"/>
              </a:defRPr>
            </a:lvl1pPr>
            <a:lvl2pPr marL="742950" indent="-285750">
              <a:defRPr>
                <a:solidFill>
                  <a:schemeClr val="tx1"/>
                </a:solidFill>
                <a:latin typeface="Arial" charset="0"/>
                <a:ea typeface="ＭＳ Ｐゴシック" charset="-128"/>
              </a:defRPr>
            </a:lvl2pPr>
            <a:lvl3pPr marL="1143000" indent="-228600">
              <a:defRPr>
                <a:solidFill>
                  <a:schemeClr val="tx1"/>
                </a:solidFill>
                <a:latin typeface="Arial" charset="0"/>
                <a:ea typeface="ＭＳ Ｐゴシック" charset="-128"/>
              </a:defRPr>
            </a:lvl3pPr>
            <a:lvl4pPr marL="1600200" indent="-228600">
              <a:defRPr>
                <a:solidFill>
                  <a:schemeClr val="tx1"/>
                </a:solidFill>
                <a:latin typeface="Arial" charset="0"/>
                <a:ea typeface="ＭＳ Ｐゴシック" charset="-128"/>
              </a:defRPr>
            </a:lvl4pPr>
            <a:lvl5pPr marL="2057400" indent="-228600">
              <a:defRPr>
                <a:solidFill>
                  <a:schemeClr val="tx1"/>
                </a:solidFill>
                <a:latin typeface="Arial" charset="0"/>
                <a:ea typeface="ＭＳ Ｐゴシック" charset="-128"/>
              </a:defRPr>
            </a:lvl5pPr>
            <a:lvl6pPr marL="2514600" indent="-228600" eaLnBrk="0" fontAlgn="base" hangingPunct="0">
              <a:spcBef>
                <a:spcPct val="0"/>
              </a:spcBef>
              <a:spcAft>
                <a:spcPct val="0"/>
              </a:spcAft>
              <a:defRPr>
                <a:solidFill>
                  <a:schemeClr val="tx1"/>
                </a:solidFill>
                <a:latin typeface="Arial" charset="0"/>
                <a:ea typeface="ＭＳ Ｐゴシック" charset="-128"/>
              </a:defRPr>
            </a:lvl6pPr>
            <a:lvl7pPr marL="2971800" indent="-228600" eaLnBrk="0" fontAlgn="base" hangingPunct="0">
              <a:spcBef>
                <a:spcPct val="0"/>
              </a:spcBef>
              <a:spcAft>
                <a:spcPct val="0"/>
              </a:spcAft>
              <a:defRPr>
                <a:solidFill>
                  <a:schemeClr val="tx1"/>
                </a:solidFill>
                <a:latin typeface="Arial" charset="0"/>
                <a:ea typeface="ＭＳ Ｐゴシック" charset="-128"/>
              </a:defRPr>
            </a:lvl7pPr>
            <a:lvl8pPr marL="3429000" indent="-228600" eaLnBrk="0" fontAlgn="base" hangingPunct="0">
              <a:spcBef>
                <a:spcPct val="0"/>
              </a:spcBef>
              <a:spcAft>
                <a:spcPct val="0"/>
              </a:spcAft>
              <a:defRPr>
                <a:solidFill>
                  <a:schemeClr val="tx1"/>
                </a:solidFill>
                <a:latin typeface="Arial" charset="0"/>
                <a:ea typeface="ＭＳ Ｐゴシック" charset="-128"/>
              </a:defRPr>
            </a:lvl8pPr>
            <a:lvl9pPr marL="3886200" indent="-228600" eaLnBrk="0" fontAlgn="base" hangingPunct="0">
              <a:spcBef>
                <a:spcPct val="0"/>
              </a:spcBef>
              <a:spcAft>
                <a:spcPct val="0"/>
              </a:spcAft>
              <a:defRPr>
                <a:solidFill>
                  <a:schemeClr val="tx1"/>
                </a:solidFill>
                <a:latin typeface="Arial" charset="0"/>
                <a:ea typeface="ＭＳ Ｐゴシック" charset="-128"/>
              </a:defRPr>
            </a:lvl9pPr>
          </a:lstStyle>
          <a:p>
            <a:pPr algn="ctr"/>
            <a:r>
              <a:rPr lang="en-US" altLang="en-US" sz="1400" b="1" dirty="0"/>
              <a:t>1</a:t>
            </a:r>
            <a:endParaRPr lang="en-US" altLang="en-US" sz="1050" dirty="0"/>
          </a:p>
        </p:txBody>
      </p:sp>
      <p:sp>
        <p:nvSpPr>
          <p:cNvPr id="294" name="Line 10"/>
          <p:cNvSpPr>
            <a:spLocks noChangeShapeType="1"/>
          </p:cNvSpPr>
          <p:nvPr/>
        </p:nvSpPr>
        <p:spPr bwMode="auto">
          <a:xfrm>
            <a:off x="9215120" y="1035281"/>
            <a:ext cx="1656080" cy="2737"/>
          </a:xfrm>
          <a:prstGeom prst="line">
            <a:avLst/>
          </a:prstGeom>
          <a:noFill/>
          <a:ln w="25400">
            <a:solidFill>
              <a:schemeClr val="tx1"/>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en-US"/>
          </a:p>
        </p:txBody>
      </p:sp>
      <p:sp>
        <p:nvSpPr>
          <p:cNvPr id="295" name="Line 10"/>
          <p:cNvSpPr>
            <a:spLocks noChangeShapeType="1"/>
          </p:cNvSpPr>
          <p:nvPr/>
        </p:nvSpPr>
        <p:spPr bwMode="auto">
          <a:xfrm flipV="1">
            <a:off x="10207520" y="1208723"/>
            <a:ext cx="663680" cy="1"/>
          </a:xfrm>
          <a:prstGeom prst="line">
            <a:avLst/>
          </a:prstGeom>
          <a:noFill/>
          <a:ln w="25400">
            <a:solidFill>
              <a:schemeClr val="tx1"/>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en-US"/>
          </a:p>
        </p:txBody>
      </p:sp>
      <p:sp>
        <p:nvSpPr>
          <p:cNvPr id="296" name="Oval 16"/>
          <p:cNvSpPr>
            <a:spLocks noChangeArrowheads="1"/>
          </p:cNvSpPr>
          <p:nvPr/>
        </p:nvSpPr>
        <p:spPr bwMode="auto">
          <a:xfrm>
            <a:off x="5471387" y="928973"/>
            <a:ext cx="430055" cy="230349"/>
          </a:xfrm>
          <a:prstGeom prst="ellipse">
            <a:avLst/>
          </a:prstGeom>
          <a:solidFill>
            <a:schemeClr val="accent1">
              <a:lumMod val="20000"/>
              <a:lumOff val="80000"/>
            </a:schemeClr>
          </a:solidFill>
          <a:ln w="9525">
            <a:solidFill>
              <a:schemeClr val="tx1"/>
            </a:solidFill>
            <a:round/>
            <a:headEnd/>
            <a:tailEnd/>
          </a:ln>
        </p:spPr>
        <p:txBody>
          <a:bodyPr wrap="none" anchor="ctr"/>
          <a:lstStyle>
            <a:lvl1pPr>
              <a:defRPr>
                <a:solidFill>
                  <a:schemeClr val="tx1"/>
                </a:solidFill>
                <a:latin typeface="Arial" charset="0"/>
                <a:ea typeface="ＭＳ Ｐゴシック" charset="-128"/>
              </a:defRPr>
            </a:lvl1pPr>
            <a:lvl2pPr marL="742950" indent="-285750">
              <a:defRPr>
                <a:solidFill>
                  <a:schemeClr val="tx1"/>
                </a:solidFill>
                <a:latin typeface="Arial" charset="0"/>
                <a:ea typeface="ＭＳ Ｐゴシック" charset="-128"/>
              </a:defRPr>
            </a:lvl2pPr>
            <a:lvl3pPr marL="1143000" indent="-228600">
              <a:defRPr>
                <a:solidFill>
                  <a:schemeClr val="tx1"/>
                </a:solidFill>
                <a:latin typeface="Arial" charset="0"/>
                <a:ea typeface="ＭＳ Ｐゴシック" charset="-128"/>
              </a:defRPr>
            </a:lvl3pPr>
            <a:lvl4pPr marL="1600200" indent="-228600">
              <a:defRPr>
                <a:solidFill>
                  <a:schemeClr val="tx1"/>
                </a:solidFill>
                <a:latin typeface="Arial" charset="0"/>
                <a:ea typeface="ＭＳ Ｐゴシック" charset="-128"/>
              </a:defRPr>
            </a:lvl4pPr>
            <a:lvl5pPr marL="2057400" indent="-228600">
              <a:defRPr>
                <a:solidFill>
                  <a:schemeClr val="tx1"/>
                </a:solidFill>
                <a:latin typeface="Arial" charset="0"/>
                <a:ea typeface="ＭＳ Ｐゴシック" charset="-128"/>
              </a:defRPr>
            </a:lvl5pPr>
            <a:lvl6pPr marL="2514600" indent="-228600" eaLnBrk="0" fontAlgn="base" hangingPunct="0">
              <a:spcBef>
                <a:spcPct val="0"/>
              </a:spcBef>
              <a:spcAft>
                <a:spcPct val="0"/>
              </a:spcAft>
              <a:defRPr>
                <a:solidFill>
                  <a:schemeClr val="tx1"/>
                </a:solidFill>
                <a:latin typeface="Arial" charset="0"/>
                <a:ea typeface="ＭＳ Ｐゴシック" charset="-128"/>
              </a:defRPr>
            </a:lvl6pPr>
            <a:lvl7pPr marL="2971800" indent="-228600" eaLnBrk="0" fontAlgn="base" hangingPunct="0">
              <a:spcBef>
                <a:spcPct val="0"/>
              </a:spcBef>
              <a:spcAft>
                <a:spcPct val="0"/>
              </a:spcAft>
              <a:defRPr>
                <a:solidFill>
                  <a:schemeClr val="tx1"/>
                </a:solidFill>
                <a:latin typeface="Arial" charset="0"/>
                <a:ea typeface="ＭＳ Ｐゴシック" charset="-128"/>
              </a:defRPr>
            </a:lvl7pPr>
            <a:lvl8pPr marL="3429000" indent="-228600" eaLnBrk="0" fontAlgn="base" hangingPunct="0">
              <a:spcBef>
                <a:spcPct val="0"/>
              </a:spcBef>
              <a:spcAft>
                <a:spcPct val="0"/>
              </a:spcAft>
              <a:defRPr>
                <a:solidFill>
                  <a:schemeClr val="tx1"/>
                </a:solidFill>
                <a:latin typeface="Arial" charset="0"/>
                <a:ea typeface="ＭＳ Ｐゴシック" charset="-128"/>
              </a:defRPr>
            </a:lvl8pPr>
            <a:lvl9pPr marL="3886200" indent="-228600" eaLnBrk="0" fontAlgn="base" hangingPunct="0">
              <a:spcBef>
                <a:spcPct val="0"/>
              </a:spcBef>
              <a:spcAft>
                <a:spcPct val="0"/>
              </a:spcAft>
              <a:defRPr>
                <a:solidFill>
                  <a:schemeClr val="tx1"/>
                </a:solidFill>
                <a:latin typeface="Arial" charset="0"/>
                <a:ea typeface="ＭＳ Ｐゴシック" charset="-128"/>
              </a:defRPr>
            </a:lvl9pPr>
          </a:lstStyle>
          <a:p>
            <a:pPr algn="ctr"/>
            <a:r>
              <a:rPr lang="en-US" altLang="en-US" sz="1400" b="1" dirty="0"/>
              <a:t>2</a:t>
            </a:r>
            <a:endParaRPr lang="en-US" altLang="en-US" sz="1050" dirty="0"/>
          </a:p>
        </p:txBody>
      </p:sp>
      <p:sp>
        <p:nvSpPr>
          <p:cNvPr id="297" name="Oval 16"/>
          <p:cNvSpPr>
            <a:spLocks noChangeArrowheads="1"/>
          </p:cNvSpPr>
          <p:nvPr/>
        </p:nvSpPr>
        <p:spPr bwMode="auto">
          <a:xfrm>
            <a:off x="6905416" y="1342144"/>
            <a:ext cx="430055" cy="277923"/>
          </a:xfrm>
          <a:prstGeom prst="ellipse">
            <a:avLst/>
          </a:prstGeom>
          <a:solidFill>
            <a:schemeClr val="accent1">
              <a:lumMod val="20000"/>
              <a:lumOff val="80000"/>
            </a:schemeClr>
          </a:solidFill>
          <a:ln w="9525">
            <a:solidFill>
              <a:schemeClr val="tx1"/>
            </a:solidFill>
            <a:round/>
            <a:headEnd/>
            <a:tailEnd/>
          </a:ln>
        </p:spPr>
        <p:txBody>
          <a:bodyPr wrap="none" anchor="ctr"/>
          <a:lstStyle>
            <a:lvl1pPr>
              <a:defRPr>
                <a:solidFill>
                  <a:schemeClr val="tx1"/>
                </a:solidFill>
                <a:latin typeface="Arial" charset="0"/>
                <a:ea typeface="ＭＳ Ｐゴシック" charset="-128"/>
              </a:defRPr>
            </a:lvl1pPr>
            <a:lvl2pPr marL="742950" indent="-285750">
              <a:defRPr>
                <a:solidFill>
                  <a:schemeClr val="tx1"/>
                </a:solidFill>
                <a:latin typeface="Arial" charset="0"/>
                <a:ea typeface="ＭＳ Ｐゴシック" charset="-128"/>
              </a:defRPr>
            </a:lvl2pPr>
            <a:lvl3pPr marL="1143000" indent="-228600">
              <a:defRPr>
                <a:solidFill>
                  <a:schemeClr val="tx1"/>
                </a:solidFill>
                <a:latin typeface="Arial" charset="0"/>
                <a:ea typeface="ＭＳ Ｐゴシック" charset="-128"/>
              </a:defRPr>
            </a:lvl3pPr>
            <a:lvl4pPr marL="1600200" indent="-228600">
              <a:defRPr>
                <a:solidFill>
                  <a:schemeClr val="tx1"/>
                </a:solidFill>
                <a:latin typeface="Arial" charset="0"/>
                <a:ea typeface="ＭＳ Ｐゴシック" charset="-128"/>
              </a:defRPr>
            </a:lvl4pPr>
            <a:lvl5pPr marL="2057400" indent="-228600">
              <a:defRPr>
                <a:solidFill>
                  <a:schemeClr val="tx1"/>
                </a:solidFill>
                <a:latin typeface="Arial" charset="0"/>
                <a:ea typeface="ＭＳ Ｐゴシック" charset="-128"/>
              </a:defRPr>
            </a:lvl5pPr>
            <a:lvl6pPr marL="2514600" indent="-228600" eaLnBrk="0" fontAlgn="base" hangingPunct="0">
              <a:spcBef>
                <a:spcPct val="0"/>
              </a:spcBef>
              <a:spcAft>
                <a:spcPct val="0"/>
              </a:spcAft>
              <a:defRPr>
                <a:solidFill>
                  <a:schemeClr val="tx1"/>
                </a:solidFill>
                <a:latin typeface="Arial" charset="0"/>
                <a:ea typeface="ＭＳ Ｐゴシック" charset="-128"/>
              </a:defRPr>
            </a:lvl6pPr>
            <a:lvl7pPr marL="2971800" indent="-228600" eaLnBrk="0" fontAlgn="base" hangingPunct="0">
              <a:spcBef>
                <a:spcPct val="0"/>
              </a:spcBef>
              <a:spcAft>
                <a:spcPct val="0"/>
              </a:spcAft>
              <a:defRPr>
                <a:solidFill>
                  <a:schemeClr val="tx1"/>
                </a:solidFill>
                <a:latin typeface="Arial" charset="0"/>
                <a:ea typeface="ＭＳ Ｐゴシック" charset="-128"/>
              </a:defRPr>
            </a:lvl7pPr>
            <a:lvl8pPr marL="3429000" indent="-228600" eaLnBrk="0" fontAlgn="base" hangingPunct="0">
              <a:spcBef>
                <a:spcPct val="0"/>
              </a:spcBef>
              <a:spcAft>
                <a:spcPct val="0"/>
              </a:spcAft>
              <a:defRPr>
                <a:solidFill>
                  <a:schemeClr val="tx1"/>
                </a:solidFill>
                <a:latin typeface="Arial" charset="0"/>
                <a:ea typeface="ＭＳ Ｐゴシック" charset="-128"/>
              </a:defRPr>
            </a:lvl8pPr>
            <a:lvl9pPr marL="3886200" indent="-228600" eaLnBrk="0" fontAlgn="base" hangingPunct="0">
              <a:spcBef>
                <a:spcPct val="0"/>
              </a:spcBef>
              <a:spcAft>
                <a:spcPct val="0"/>
              </a:spcAft>
              <a:defRPr>
                <a:solidFill>
                  <a:schemeClr val="tx1"/>
                </a:solidFill>
                <a:latin typeface="Arial" charset="0"/>
                <a:ea typeface="ＭＳ Ｐゴシック" charset="-128"/>
              </a:defRPr>
            </a:lvl9pPr>
          </a:lstStyle>
          <a:p>
            <a:pPr algn="ctr"/>
            <a:r>
              <a:rPr lang="en-US" altLang="en-US" sz="1400" b="1" dirty="0"/>
              <a:t>1</a:t>
            </a:r>
            <a:endParaRPr lang="en-US" altLang="en-US" sz="1050" dirty="0"/>
          </a:p>
        </p:txBody>
      </p:sp>
      <p:sp>
        <p:nvSpPr>
          <p:cNvPr id="298" name="Rectangle 297"/>
          <p:cNvSpPr/>
          <p:nvPr/>
        </p:nvSpPr>
        <p:spPr>
          <a:xfrm>
            <a:off x="512064" y="4234703"/>
            <a:ext cx="11277600" cy="2031325"/>
          </a:xfrm>
          <a:prstGeom prst="rect">
            <a:avLst/>
          </a:prstGeom>
          <a:ln>
            <a:solidFill>
              <a:srgbClr val="C0C0C0"/>
            </a:solidFill>
          </a:ln>
        </p:spPr>
        <p:txBody>
          <a:bodyPr wrap="square">
            <a:spAutoFit/>
          </a:bodyPr>
          <a:lstStyle/>
          <a:p>
            <a:pPr fontAlgn="base"/>
            <a:r>
              <a:rPr lang="en-US" i="1" dirty="0">
                <a:solidFill>
                  <a:srgbClr val="373739"/>
                </a:solidFill>
              </a:rPr>
              <a:t>Since the </a:t>
            </a:r>
            <a:r>
              <a:rPr lang="en-US" i="1" dirty="0" err="1">
                <a:solidFill>
                  <a:srgbClr val="373739"/>
                </a:solidFill>
              </a:rPr>
              <a:t>Zenz</a:t>
            </a:r>
            <a:r>
              <a:rPr lang="en-US" i="1" dirty="0">
                <a:solidFill>
                  <a:srgbClr val="373739"/>
                </a:solidFill>
              </a:rPr>
              <a:t> holding requires that effect be given only to the overall result and proscribes the fragmenting of the whole transaction into its component parts, the computation of the voting stock of the corporation owned by the shareholder immediately before the redemption for purposes of section 302(b) (2) (C) (ii) of the Code should </a:t>
            </a:r>
            <a:r>
              <a:rPr lang="en-US" b="1" i="1" dirty="0">
                <a:solidFill>
                  <a:srgbClr val="373739"/>
                </a:solidFill>
              </a:rPr>
              <a:t>be made before any part of the transaction occurs</a:t>
            </a:r>
            <a:r>
              <a:rPr lang="en-US" i="1" dirty="0">
                <a:solidFill>
                  <a:srgbClr val="373739"/>
                </a:solidFill>
              </a:rPr>
              <a:t>. Likewise, the computation of the voting stock of the corporation owned by the shareholder immediately after the redemption for purposes of section 302(b) (2) (C) (</a:t>
            </a:r>
            <a:r>
              <a:rPr lang="en-US" i="1" dirty="0" err="1">
                <a:solidFill>
                  <a:srgbClr val="373739"/>
                </a:solidFill>
              </a:rPr>
              <a:t>i</a:t>
            </a:r>
            <a:r>
              <a:rPr lang="en-US" i="1" dirty="0">
                <a:solidFill>
                  <a:srgbClr val="373739"/>
                </a:solidFill>
              </a:rPr>
              <a:t>) should be </a:t>
            </a:r>
            <a:r>
              <a:rPr lang="en-US" b="1" i="1" dirty="0">
                <a:solidFill>
                  <a:srgbClr val="373739"/>
                </a:solidFill>
              </a:rPr>
              <a:t>made after the whole transaction is consummated</a:t>
            </a:r>
            <a:r>
              <a:rPr lang="is-IS" i="1" dirty="0">
                <a:solidFill>
                  <a:srgbClr val="373739"/>
                </a:solidFill>
              </a:rPr>
              <a:t>…</a:t>
            </a:r>
            <a:r>
              <a:rPr lang="en-US" i="1" dirty="0"/>
              <a:t> Furthermore</a:t>
            </a:r>
            <a:r>
              <a:rPr lang="en-US" b="1" i="1" dirty="0"/>
              <a:t>, in each situation, the result would be the same if the redemption had preceded the issuance, or sale, of stock.</a:t>
            </a:r>
            <a:endParaRPr lang="en-US" sz="1600" b="1" i="1" dirty="0"/>
          </a:p>
        </p:txBody>
      </p:sp>
      <p:sp>
        <p:nvSpPr>
          <p:cNvPr id="40" name="Oval 16">
            <a:extLst>
              <a:ext uri="{FF2B5EF4-FFF2-40B4-BE49-F238E27FC236}">
                <a16:creationId xmlns:a16="http://schemas.microsoft.com/office/drawing/2014/main" id="{CD8E68C7-766E-B14D-8C02-EF332C8534AE}"/>
              </a:ext>
            </a:extLst>
          </p:cNvPr>
          <p:cNvSpPr>
            <a:spLocks noChangeArrowheads="1"/>
          </p:cNvSpPr>
          <p:nvPr/>
        </p:nvSpPr>
        <p:spPr bwMode="auto">
          <a:xfrm>
            <a:off x="8777811" y="2106761"/>
            <a:ext cx="430055" cy="230349"/>
          </a:xfrm>
          <a:prstGeom prst="ellipse">
            <a:avLst/>
          </a:prstGeom>
          <a:solidFill>
            <a:schemeClr val="accent1">
              <a:lumMod val="20000"/>
              <a:lumOff val="80000"/>
            </a:schemeClr>
          </a:solidFill>
          <a:ln w="9525">
            <a:solidFill>
              <a:schemeClr val="tx1"/>
            </a:solidFill>
            <a:round/>
            <a:headEnd/>
            <a:tailEnd/>
          </a:ln>
        </p:spPr>
        <p:txBody>
          <a:bodyPr wrap="none" anchor="ctr"/>
          <a:lstStyle>
            <a:lvl1pPr>
              <a:defRPr>
                <a:solidFill>
                  <a:schemeClr val="tx1"/>
                </a:solidFill>
                <a:latin typeface="Arial" charset="0"/>
                <a:ea typeface="ＭＳ Ｐゴシック" charset="-128"/>
              </a:defRPr>
            </a:lvl1pPr>
            <a:lvl2pPr marL="742950" indent="-285750">
              <a:defRPr>
                <a:solidFill>
                  <a:schemeClr val="tx1"/>
                </a:solidFill>
                <a:latin typeface="Arial" charset="0"/>
                <a:ea typeface="ＭＳ Ｐゴシック" charset="-128"/>
              </a:defRPr>
            </a:lvl2pPr>
            <a:lvl3pPr marL="1143000" indent="-228600">
              <a:defRPr>
                <a:solidFill>
                  <a:schemeClr val="tx1"/>
                </a:solidFill>
                <a:latin typeface="Arial" charset="0"/>
                <a:ea typeface="ＭＳ Ｐゴシック" charset="-128"/>
              </a:defRPr>
            </a:lvl3pPr>
            <a:lvl4pPr marL="1600200" indent="-228600">
              <a:defRPr>
                <a:solidFill>
                  <a:schemeClr val="tx1"/>
                </a:solidFill>
                <a:latin typeface="Arial" charset="0"/>
                <a:ea typeface="ＭＳ Ｐゴシック" charset="-128"/>
              </a:defRPr>
            </a:lvl4pPr>
            <a:lvl5pPr marL="2057400" indent="-228600">
              <a:defRPr>
                <a:solidFill>
                  <a:schemeClr val="tx1"/>
                </a:solidFill>
                <a:latin typeface="Arial" charset="0"/>
                <a:ea typeface="ＭＳ Ｐゴシック" charset="-128"/>
              </a:defRPr>
            </a:lvl5pPr>
            <a:lvl6pPr marL="2514600" indent="-228600" eaLnBrk="0" fontAlgn="base" hangingPunct="0">
              <a:spcBef>
                <a:spcPct val="0"/>
              </a:spcBef>
              <a:spcAft>
                <a:spcPct val="0"/>
              </a:spcAft>
              <a:defRPr>
                <a:solidFill>
                  <a:schemeClr val="tx1"/>
                </a:solidFill>
                <a:latin typeface="Arial" charset="0"/>
                <a:ea typeface="ＭＳ Ｐゴシック" charset="-128"/>
              </a:defRPr>
            </a:lvl6pPr>
            <a:lvl7pPr marL="2971800" indent="-228600" eaLnBrk="0" fontAlgn="base" hangingPunct="0">
              <a:spcBef>
                <a:spcPct val="0"/>
              </a:spcBef>
              <a:spcAft>
                <a:spcPct val="0"/>
              </a:spcAft>
              <a:defRPr>
                <a:solidFill>
                  <a:schemeClr val="tx1"/>
                </a:solidFill>
                <a:latin typeface="Arial" charset="0"/>
                <a:ea typeface="ＭＳ Ｐゴシック" charset="-128"/>
              </a:defRPr>
            </a:lvl7pPr>
            <a:lvl8pPr marL="3429000" indent="-228600" eaLnBrk="0" fontAlgn="base" hangingPunct="0">
              <a:spcBef>
                <a:spcPct val="0"/>
              </a:spcBef>
              <a:spcAft>
                <a:spcPct val="0"/>
              </a:spcAft>
              <a:defRPr>
                <a:solidFill>
                  <a:schemeClr val="tx1"/>
                </a:solidFill>
                <a:latin typeface="Arial" charset="0"/>
                <a:ea typeface="ＭＳ Ｐゴシック" charset="-128"/>
              </a:defRPr>
            </a:lvl8pPr>
            <a:lvl9pPr marL="3886200" indent="-228600" eaLnBrk="0" fontAlgn="base" hangingPunct="0">
              <a:spcBef>
                <a:spcPct val="0"/>
              </a:spcBef>
              <a:spcAft>
                <a:spcPct val="0"/>
              </a:spcAft>
              <a:defRPr>
                <a:solidFill>
                  <a:schemeClr val="tx1"/>
                </a:solidFill>
                <a:latin typeface="Arial" charset="0"/>
                <a:ea typeface="ＭＳ Ｐゴシック" charset="-128"/>
              </a:defRPr>
            </a:lvl9pPr>
          </a:lstStyle>
          <a:p>
            <a:pPr algn="ctr"/>
            <a:r>
              <a:rPr lang="en-US" altLang="en-US" sz="1400" b="1" dirty="0"/>
              <a:t>2</a:t>
            </a:r>
            <a:endParaRPr lang="en-US" altLang="en-US" sz="1050" dirty="0"/>
          </a:p>
        </p:txBody>
      </p:sp>
      <p:sp>
        <p:nvSpPr>
          <p:cNvPr id="5" name="Footer Placeholder 4">
            <a:extLst>
              <a:ext uri="{FF2B5EF4-FFF2-40B4-BE49-F238E27FC236}">
                <a16:creationId xmlns:a16="http://schemas.microsoft.com/office/drawing/2014/main" id="{31E9EBF1-0857-F84F-886F-C86C443C286A}"/>
              </a:ext>
            </a:extLst>
          </p:cNvPr>
          <p:cNvSpPr>
            <a:spLocks noGrp="1"/>
          </p:cNvSpPr>
          <p:nvPr>
            <p:ph type="ftr" sz="quarter" idx="11"/>
          </p:nvPr>
        </p:nvSpPr>
        <p:spPr/>
        <p:txBody>
          <a:bodyPr/>
          <a:lstStyle/>
          <a:p>
            <a:pPr>
              <a:defRPr/>
            </a:pPr>
            <a:r>
              <a:rPr lang="en-US"/>
              <a:t>Redemptions</a:t>
            </a:r>
            <a:endParaRPr lang="en-US" dirty="0"/>
          </a:p>
        </p:txBody>
      </p:sp>
    </p:spTree>
    <p:extLst>
      <p:ext uri="{BB962C8B-B14F-4D97-AF65-F5344CB8AC3E}">
        <p14:creationId xmlns:p14="http://schemas.microsoft.com/office/powerpoint/2010/main" val="150230322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3"/>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4"/>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21"/>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24"/>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25"/>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26"/>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27"/>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31"/>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266"/>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267"/>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273"/>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274"/>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275"/>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276"/>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296"/>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297"/>
                                        </p:tgtEl>
                                        <p:attrNameLst>
                                          <p:attrName>style.visibility</p:attrName>
                                        </p:attrNameLst>
                                      </p:cBhvr>
                                      <p:to>
                                        <p:strVal val="visible"/>
                                      </p:to>
                                    </p:set>
                                  </p:childTnLst>
                                </p:cTn>
                              </p:par>
                            </p:childTnLst>
                          </p:cTn>
                        </p:par>
                      </p:childTnLst>
                    </p:cTn>
                  </p:par>
                  <p:par>
                    <p:cTn id="49" fill="hold">
                      <p:stCondLst>
                        <p:cond delay="indefinite"/>
                      </p:stCondLst>
                      <p:childTnLst>
                        <p:par>
                          <p:cTn id="50" fill="hold">
                            <p:stCondLst>
                              <p:cond delay="0"/>
                            </p:stCondLst>
                            <p:childTnLst>
                              <p:par>
                                <p:cTn id="51" presetID="1" presetClass="entr" presetSubtype="0" fill="hold" nodeType="clickEffect">
                                  <p:stCondLst>
                                    <p:cond delay="0"/>
                                  </p:stCondLst>
                                  <p:childTnLst>
                                    <p:set>
                                      <p:cBhvr>
                                        <p:cTn id="52" dur="1" fill="hold">
                                          <p:stCondLst>
                                            <p:cond delay="0"/>
                                          </p:stCondLst>
                                        </p:cTn>
                                        <p:tgtEl>
                                          <p:spTgt spid="272"/>
                                        </p:tgtEl>
                                        <p:attrNameLst>
                                          <p:attrName>style.visibility</p:attrName>
                                        </p:attrNameLst>
                                      </p:cBhvr>
                                      <p:to>
                                        <p:strVal val="visible"/>
                                      </p:to>
                                    </p:set>
                                  </p:childTnLst>
                                </p:cTn>
                              </p:par>
                            </p:childTnLst>
                          </p:cTn>
                        </p:par>
                      </p:childTnLst>
                    </p:cTn>
                  </p:par>
                  <p:par>
                    <p:cTn id="53" fill="hold">
                      <p:stCondLst>
                        <p:cond delay="indefinite"/>
                      </p:stCondLst>
                      <p:childTnLst>
                        <p:par>
                          <p:cTn id="54" fill="hold">
                            <p:stCondLst>
                              <p:cond delay="0"/>
                            </p:stCondLst>
                            <p:childTnLst>
                              <p:par>
                                <p:cTn id="55" presetID="1" presetClass="entr" presetSubtype="0" fill="hold" grpId="0" nodeType="clickEffect">
                                  <p:stCondLst>
                                    <p:cond delay="0"/>
                                  </p:stCondLst>
                                  <p:childTnLst>
                                    <p:set>
                                      <p:cBhvr>
                                        <p:cTn id="56" dur="1" fill="hold">
                                          <p:stCondLst>
                                            <p:cond delay="0"/>
                                          </p:stCondLst>
                                        </p:cTn>
                                        <p:tgtEl>
                                          <p:spTgt spid="282"/>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283"/>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284"/>
                                        </p:tgtEl>
                                        <p:attrNameLst>
                                          <p:attrName>style.visibility</p:attrName>
                                        </p:attrNameLst>
                                      </p:cBhvr>
                                      <p:to>
                                        <p:strVal val="visible"/>
                                      </p:to>
                                    </p:set>
                                  </p:childTnLst>
                                </p:cTn>
                              </p:par>
                              <p:par>
                                <p:cTn id="61" presetID="1" presetClass="entr" presetSubtype="0" fill="hold" nodeType="withEffect">
                                  <p:stCondLst>
                                    <p:cond delay="0"/>
                                  </p:stCondLst>
                                  <p:childTnLst>
                                    <p:set>
                                      <p:cBhvr>
                                        <p:cTn id="62" dur="1" fill="hold">
                                          <p:stCondLst>
                                            <p:cond delay="0"/>
                                          </p:stCondLst>
                                        </p:cTn>
                                        <p:tgtEl>
                                          <p:spTgt spid="285"/>
                                        </p:tgtEl>
                                        <p:attrNameLst>
                                          <p:attrName>style.visibility</p:attrName>
                                        </p:attrNameLst>
                                      </p:cBhvr>
                                      <p:to>
                                        <p:strVal val="visible"/>
                                      </p:to>
                                    </p:set>
                                  </p:childTnLst>
                                </p:cTn>
                              </p:par>
                              <p:par>
                                <p:cTn id="63" presetID="1" presetClass="entr" presetSubtype="0" fill="hold" grpId="0" nodeType="withEffect">
                                  <p:stCondLst>
                                    <p:cond delay="0"/>
                                  </p:stCondLst>
                                  <p:childTnLst>
                                    <p:set>
                                      <p:cBhvr>
                                        <p:cTn id="64" dur="1" fill="hold">
                                          <p:stCondLst>
                                            <p:cond delay="0"/>
                                          </p:stCondLst>
                                        </p:cTn>
                                        <p:tgtEl>
                                          <p:spTgt spid="286"/>
                                        </p:tgtEl>
                                        <p:attrNameLst>
                                          <p:attrName>style.visibility</p:attrName>
                                        </p:attrNameLst>
                                      </p:cBhvr>
                                      <p:to>
                                        <p:strVal val="visible"/>
                                      </p:to>
                                    </p:set>
                                  </p:childTnLst>
                                </p:cTn>
                              </p:par>
                              <p:par>
                                <p:cTn id="65" presetID="1" presetClass="entr" presetSubtype="0" fill="hold" nodeType="withEffect">
                                  <p:stCondLst>
                                    <p:cond delay="0"/>
                                  </p:stCondLst>
                                  <p:childTnLst>
                                    <p:set>
                                      <p:cBhvr>
                                        <p:cTn id="66" dur="1" fill="hold">
                                          <p:stCondLst>
                                            <p:cond delay="0"/>
                                          </p:stCondLst>
                                        </p:cTn>
                                        <p:tgtEl>
                                          <p:spTgt spid="287"/>
                                        </p:tgtEl>
                                        <p:attrNameLst>
                                          <p:attrName>style.visibility</p:attrName>
                                        </p:attrNameLst>
                                      </p:cBhvr>
                                      <p:to>
                                        <p:strVal val="visible"/>
                                      </p:to>
                                    </p:set>
                                  </p:childTnLst>
                                </p:cTn>
                              </p:par>
                              <p:par>
                                <p:cTn id="67" presetID="1" presetClass="entr" presetSubtype="0" fill="hold" nodeType="withEffect">
                                  <p:stCondLst>
                                    <p:cond delay="0"/>
                                  </p:stCondLst>
                                  <p:childTnLst>
                                    <p:set>
                                      <p:cBhvr>
                                        <p:cTn id="68" dur="1" fill="hold">
                                          <p:stCondLst>
                                            <p:cond delay="0"/>
                                          </p:stCondLst>
                                        </p:cTn>
                                        <p:tgtEl>
                                          <p:spTgt spid="288"/>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289"/>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291"/>
                                        </p:tgtEl>
                                        <p:attrNameLst>
                                          <p:attrName>style.visibility</p:attrName>
                                        </p:attrNameLst>
                                      </p:cBhvr>
                                      <p:to>
                                        <p:strVal val="visible"/>
                                      </p:to>
                                    </p:set>
                                  </p:childTnLst>
                                </p:cTn>
                              </p:par>
                              <p:par>
                                <p:cTn id="73" presetID="1" presetClass="entr" presetSubtype="0" fill="hold" grpId="0" nodeType="withEffect">
                                  <p:stCondLst>
                                    <p:cond delay="0"/>
                                  </p:stCondLst>
                                  <p:childTnLst>
                                    <p:set>
                                      <p:cBhvr>
                                        <p:cTn id="74" dur="1" fill="hold">
                                          <p:stCondLst>
                                            <p:cond delay="0"/>
                                          </p:stCondLst>
                                        </p:cTn>
                                        <p:tgtEl>
                                          <p:spTgt spid="292"/>
                                        </p:tgtEl>
                                        <p:attrNameLst>
                                          <p:attrName>style.visibility</p:attrName>
                                        </p:attrNameLst>
                                      </p:cBhvr>
                                      <p:to>
                                        <p:strVal val="visible"/>
                                      </p:to>
                                    </p:set>
                                  </p:childTnLst>
                                </p:cTn>
                              </p:par>
                              <p:par>
                                <p:cTn id="75" presetID="1" presetClass="entr" presetSubtype="0" fill="hold" grpId="0" nodeType="withEffect">
                                  <p:stCondLst>
                                    <p:cond delay="0"/>
                                  </p:stCondLst>
                                  <p:childTnLst>
                                    <p:set>
                                      <p:cBhvr>
                                        <p:cTn id="76" dur="1" fill="hold">
                                          <p:stCondLst>
                                            <p:cond delay="0"/>
                                          </p:stCondLst>
                                        </p:cTn>
                                        <p:tgtEl>
                                          <p:spTgt spid="294"/>
                                        </p:tgtEl>
                                        <p:attrNameLst>
                                          <p:attrName>style.visibility</p:attrName>
                                        </p:attrNameLst>
                                      </p:cBhvr>
                                      <p:to>
                                        <p:strVal val="visible"/>
                                      </p:to>
                                    </p:set>
                                  </p:childTnLst>
                                </p:cTn>
                              </p:par>
                              <p:par>
                                <p:cTn id="77" presetID="1" presetClass="entr" presetSubtype="0" fill="hold" grpId="0" nodeType="withEffect">
                                  <p:stCondLst>
                                    <p:cond delay="0"/>
                                  </p:stCondLst>
                                  <p:childTnLst>
                                    <p:set>
                                      <p:cBhvr>
                                        <p:cTn id="78" dur="1" fill="hold">
                                          <p:stCondLst>
                                            <p:cond delay="0"/>
                                          </p:stCondLst>
                                        </p:cTn>
                                        <p:tgtEl>
                                          <p:spTgt spid="295"/>
                                        </p:tgtEl>
                                        <p:attrNameLst>
                                          <p:attrName>style.visibility</p:attrName>
                                        </p:attrNameLst>
                                      </p:cBhvr>
                                      <p:to>
                                        <p:strVal val="visible"/>
                                      </p:to>
                                    </p:set>
                                  </p:childTnLst>
                                </p:cTn>
                              </p:par>
                              <p:par>
                                <p:cTn id="79" presetID="1" presetClass="entr" presetSubtype="0" fill="hold" grpId="0" nodeType="withEffect">
                                  <p:stCondLst>
                                    <p:cond delay="0"/>
                                  </p:stCondLst>
                                  <p:childTnLst>
                                    <p:set>
                                      <p:cBhvr>
                                        <p:cTn id="80" dur="1" fill="hold">
                                          <p:stCondLst>
                                            <p:cond delay="0"/>
                                          </p:stCondLst>
                                        </p:cTn>
                                        <p:tgtEl>
                                          <p:spTgt spid="293"/>
                                        </p:tgtEl>
                                        <p:attrNameLst>
                                          <p:attrName>style.visibility</p:attrName>
                                        </p:attrNameLst>
                                      </p:cBhvr>
                                      <p:to>
                                        <p:strVal val="visible"/>
                                      </p:to>
                                    </p:set>
                                  </p:childTnLst>
                                </p:cTn>
                              </p:par>
                            </p:childTnLst>
                          </p:cTn>
                        </p:par>
                      </p:childTnLst>
                    </p:cTn>
                  </p:par>
                  <p:par>
                    <p:cTn id="81" fill="hold">
                      <p:stCondLst>
                        <p:cond delay="indefinite"/>
                      </p:stCondLst>
                      <p:childTnLst>
                        <p:par>
                          <p:cTn id="82" fill="hold">
                            <p:stCondLst>
                              <p:cond delay="0"/>
                            </p:stCondLst>
                            <p:childTnLst>
                              <p:par>
                                <p:cTn id="83" presetID="1" presetClass="entr" presetSubtype="0" fill="hold" grpId="0" nodeType="clickEffect">
                                  <p:stCondLst>
                                    <p:cond delay="0"/>
                                  </p:stCondLst>
                                  <p:childTnLst>
                                    <p:set>
                                      <p:cBhvr>
                                        <p:cTn id="84" dur="1" fill="hold">
                                          <p:stCondLst>
                                            <p:cond delay="0"/>
                                          </p:stCondLst>
                                        </p:cTn>
                                        <p:tgtEl>
                                          <p:spTgt spid="298"/>
                                        </p:tgtEl>
                                        <p:attrNameLst>
                                          <p:attrName>style.visibility</p:attrName>
                                        </p:attrNameLst>
                                      </p:cBhvr>
                                      <p:to>
                                        <p:strVal val="visible"/>
                                      </p:to>
                                    </p:set>
                                  </p:childTnLst>
                                </p:cTn>
                              </p:par>
                              <p:par>
                                <p:cTn id="85" presetID="1" presetClass="entr" presetSubtype="0" fill="hold" grpId="0" nodeType="withEffect">
                                  <p:stCondLst>
                                    <p:cond delay="0"/>
                                  </p:stCondLst>
                                  <p:childTnLst>
                                    <p:set>
                                      <p:cBhvr>
                                        <p:cTn id="86" dur="1" fill="hold">
                                          <p:stCondLst>
                                            <p:cond delay="0"/>
                                          </p:stCondLst>
                                        </p:cTn>
                                        <p:tgtEl>
                                          <p:spTgt spid="4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9" grpId="0" animBg="1"/>
      <p:bldP spid="11" grpId="0" animBg="1"/>
      <p:bldP spid="24" grpId="0" animBg="1"/>
      <p:bldP spid="25" grpId="0" animBg="1"/>
      <p:bldP spid="26" grpId="0" animBg="1"/>
      <p:bldP spid="31" grpId="0" animBg="1"/>
      <p:bldP spid="273" grpId="0" animBg="1"/>
      <p:bldP spid="274" grpId="0" animBg="1"/>
      <p:bldP spid="275" grpId="0" animBg="1"/>
      <p:bldP spid="276" grpId="0" animBg="1"/>
      <p:bldP spid="282" grpId="0" animBg="1"/>
      <p:bldP spid="283" grpId="0" animBg="1"/>
      <p:bldP spid="284" grpId="0" animBg="1"/>
      <p:bldP spid="286" grpId="0" animBg="1"/>
      <p:bldP spid="289" grpId="0" animBg="1"/>
      <p:bldP spid="291" grpId="0" animBg="1"/>
      <p:bldP spid="292" grpId="0" animBg="1"/>
      <p:bldP spid="293" grpId="0" animBg="1"/>
      <p:bldP spid="294" grpId="0" animBg="1"/>
      <p:bldP spid="295" grpId="0" animBg="1"/>
      <p:bldP spid="296" grpId="0" animBg="1"/>
      <p:bldP spid="297" grpId="0" animBg="1"/>
      <p:bldP spid="298" grpId="0" animBg="1"/>
      <p:bldP spid="40" grpId="0" animBg="1"/>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lstStyle/>
          <a:p>
            <a:r>
              <a:rPr lang="en-US" b="1" dirty="0"/>
              <a:t>Sit. 1 &amp; 2:  </a:t>
            </a:r>
            <a:r>
              <a:rPr lang="en-US" dirty="0" err="1"/>
              <a:t>SH</a:t>
            </a:r>
            <a:r>
              <a:rPr lang="en-US" dirty="0"/>
              <a:t>-level buy-sell agreement </a:t>
            </a:r>
            <a:r>
              <a:rPr lang="en-US" dirty="0" err="1"/>
              <a:t>btwn</a:t>
            </a:r>
            <a:r>
              <a:rPr lang="en-US" dirty="0"/>
              <a:t> A &amp; B assigned to X after departure and death of B.  X redeemed B’s shares.</a:t>
            </a:r>
          </a:p>
          <a:p>
            <a:r>
              <a:rPr lang="en-US" b="1" dirty="0"/>
              <a:t>Sit 3: </a:t>
            </a:r>
            <a:r>
              <a:rPr lang="en-US" dirty="0"/>
              <a:t>Trust owns shares of X terminates in ‘69. A purchases B’s interest in trust for 25x and deferred payment of 20x in </a:t>
            </a:r>
            <a:r>
              <a:rPr lang="uk-UA" dirty="0"/>
              <a:t>’</a:t>
            </a:r>
            <a:r>
              <a:rPr lang="en-US" dirty="0"/>
              <a:t>66.  In ‘69, X reimburses A for 25x and redeems B’s shares for 20x.</a:t>
            </a:r>
          </a:p>
          <a:p>
            <a:r>
              <a:rPr lang="en-US" b="1" dirty="0"/>
              <a:t>Sit 4: </a:t>
            </a:r>
            <a:r>
              <a:rPr lang="en-US" dirty="0"/>
              <a:t>A agreed to purchase (or cause to be purchased) B’s shares.  B was free to sell to 3</a:t>
            </a:r>
            <a:r>
              <a:rPr lang="en-US" baseline="30000" dirty="0"/>
              <a:t>rd</a:t>
            </a:r>
            <a:r>
              <a:rPr lang="en-US" dirty="0"/>
              <a:t> party.  A causes X to redeem B’s shares when A had no obligation to purchase stock.</a:t>
            </a:r>
          </a:p>
          <a:p>
            <a:r>
              <a:rPr lang="en-US" b="1" dirty="0"/>
              <a:t>Sit 5: </a:t>
            </a:r>
            <a:r>
              <a:rPr lang="en-US" dirty="0"/>
              <a:t>Agreement </a:t>
            </a:r>
            <a:r>
              <a:rPr lang="en-US" dirty="0" err="1"/>
              <a:t>btwn</a:t>
            </a:r>
            <a:r>
              <a:rPr lang="en-US" dirty="0"/>
              <a:t> A &amp; B provided that X would redeem their shares upon death, with either shareholder being liable to satisfy the obligation if X didn’t redeem.</a:t>
            </a:r>
          </a:p>
          <a:p>
            <a:r>
              <a:rPr lang="en-US" b="1" dirty="0"/>
              <a:t>Sit 6: </a:t>
            </a:r>
            <a:r>
              <a:rPr lang="en-US" dirty="0"/>
              <a:t>A owns 100% of X.  B agreed to purchase A’s shares, but PA permitted B to fully assign purchase obligation to Corp.  B assigned PA to Y, which purchased X shares.  Y subsequently merged into X.</a:t>
            </a:r>
          </a:p>
          <a:p>
            <a:r>
              <a:rPr lang="en-US" b="1" dirty="0"/>
              <a:t>Sit 7: </a:t>
            </a:r>
            <a:r>
              <a:rPr lang="en-US" dirty="0"/>
              <a:t>Original buy-sell agreement </a:t>
            </a:r>
            <a:r>
              <a:rPr lang="en-US" dirty="0" err="1"/>
              <a:t>btwn</a:t>
            </a:r>
            <a:r>
              <a:rPr lang="en-US" dirty="0"/>
              <a:t> A &amp; B to repurchase upon death was rescinded; new agreement provided that X would redeem.</a:t>
            </a:r>
            <a:endParaRPr lang="en-US" b="1" dirty="0"/>
          </a:p>
          <a:p>
            <a:endParaRPr lang="en-US" dirty="0"/>
          </a:p>
        </p:txBody>
      </p:sp>
      <p:sp>
        <p:nvSpPr>
          <p:cNvPr id="3" name="Title 2"/>
          <p:cNvSpPr>
            <a:spLocks noGrp="1"/>
          </p:cNvSpPr>
          <p:nvPr>
            <p:ph type="title"/>
          </p:nvPr>
        </p:nvSpPr>
        <p:spPr/>
        <p:txBody>
          <a:bodyPr/>
          <a:lstStyle/>
          <a:p>
            <a:r>
              <a:rPr lang="en-US" dirty="0"/>
              <a:t>Redemptions and Buy-Sell Agreements: Rev. Rul. 69-608</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23</a:t>
            </a:fld>
            <a:endParaRPr lang="en-US" altLang="en-US" dirty="0"/>
          </a:p>
        </p:txBody>
      </p:sp>
      <p:sp>
        <p:nvSpPr>
          <p:cNvPr id="5" name="Footer Placeholder 4">
            <a:extLst>
              <a:ext uri="{FF2B5EF4-FFF2-40B4-BE49-F238E27FC236}">
                <a16:creationId xmlns:a16="http://schemas.microsoft.com/office/drawing/2014/main" id="{62983E52-1AFE-3B42-A973-555D4122F3E6}"/>
              </a:ext>
            </a:extLst>
          </p:cNvPr>
          <p:cNvSpPr>
            <a:spLocks noGrp="1"/>
          </p:cNvSpPr>
          <p:nvPr>
            <p:ph type="ftr" sz="quarter" idx="11"/>
          </p:nvPr>
        </p:nvSpPr>
        <p:spPr/>
        <p:txBody>
          <a:bodyPr/>
          <a:lstStyle/>
          <a:p>
            <a:pPr>
              <a:defRPr/>
            </a:pPr>
            <a:r>
              <a:rPr lang="en-US"/>
              <a:t>Redemptions</a:t>
            </a:r>
            <a:endParaRPr lang="en-US" dirty="0"/>
          </a:p>
        </p:txBody>
      </p:sp>
    </p:spTree>
    <p:extLst>
      <p:ext uri="{BB962C8B-B14F-4D97-AF65-F5344CB8AC3E}">
        <p14:creationId xmlns:p14="http://schemas.microsoft.com/office/powerpoint/2010/main" val="43804900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normAutofit lnSpcReduction="10000"/>
          </a:bodyPr>
          <a:lstStyle/>
          <a:p>
            <a:r>
              <a:rPr lang="en-US" sz="2800" dirty="0"/>
              <a:t>Redemption treated as </a:t>
            </a:r>
            <a:r>
              <a:rPr lang="en-US" sz="2800" b="1" dirty="0"/>
              <a:t>sale/X  </a:t>
            </a:r>
          </a:p>
          <a:p>
            <a:pPr lvl="1"/>
            <a:r>
              <a:rPr lang="en-US" sz="2400" dirty="0"/>
              <a:t>G/L (value minus AB of shares)</a:t>
            </a:r>
          </a:p>
          <a:p>
            <a:pPr lvl="1"/>
            <a:r>
              <a:rPr lang="en-US" sz="2400" dirty="0"/>
              <a:t>Any loss recognized may be limited by section 267 (50%-or-more owned corporation) </a:t>
            </a:r>
          </a:p>
          <a:p>
            <a:r>
              <a:rPr lang="en-US" sz="2800" dirty="0"/>
              <a:t>Basis Issues in the case of </a:t>
            </a:r>
            <a:r>
              <a:rPr lang="en-US" sz="2800" b="1" dirty="0"/>
              <a:t>Ordinary Distributions</a:t>
            </a:r>
          </a:p>
          <a:p>
            <a:pPr lvl="1"/>
            <a:r>
              <a:rPr lang="en-US" sz="2400" dirty="0"/>
              <a:t>Basis probably reduced on a </a:t>
            </a:r>
            <a:r>
              <a:rPr lang="en-US" sz="2400" i="1" dirty="0"/>
              <a:t>share-by-share</a:t>
            </a:r>
            <a:r>
              <a:rPr lang="en-US" sz="2400" dirty="0"/>
              <a:t> basis (instead of </a:t>
            </a:r>
            <a:r>
              <a:rPr lang="en-US" sz="2400" i="1" dirty="0"/>
              <a:t>aggregate</a:t>
            </a:r>
            <a:r>
              <a:rPr lang="en-US" sz="2400" dirty="0"/>
              <a:t> basis).  </a:t>
            </a:r>
            <a:r>
              <a:rPr lang="en-US" sz="2400"/>
              <a:t>Withdrawn Prop</a:t>
            </a:r>
            <a:r>
              <a:rPr lang="en-US" sz="2400" dirty="0"/>
              <a:t>. Reg. §1.301-2(a).</a:t>
            </a:r>
          </a:p>
          <a:p>
            <a:r>
              <a:rPr lang="en-US" sz="2800" dirty="0"/>
              <a:t>Basis Issues in the case of </a:t>
            </a:r>
            <a:r>
              <a:rPr lang="en-US" sz="2800" b="1" dirty="0"/>
              <a:t>Redemption Treated as a Dividend</a:t>
            </a:r>
          </a:p>
          <a:p>
            <a:pPr lvl="1"/>
            <a:r>
              <a:rPr lang="en-US" sz="2400" dirty="0"/>
              <a:t>Where does the basis of the redeemed shares go? </a:t>
            </a:r>
          </a:p>
          <a:p>
            <a:pPr lvl="1"/>
            <a:r>
              <a:rPr lang="en-US" sz="2400" dirty="0"/>
              <a:t>“</a:t>
            </a:r>
            <a:r>
              <a:rPr lang="en-US" sz="2400" i="1" dirty="0"/>
              <a:t>Proper adjustment </a:t>
            </a:r>
            <a:r>
              <a:rPr lang="en-US" sz="2400" dirty="0"/>
              <a:t>of basis of remaining stock will be made with respect to stock redeemed</a:t>
            </a:r>
            <a:r>
              <a:rPr lang="is-IS" sz="2400" dirty="0"/>
              <a:t>…</a:t>
            </a:r>
            <a:r>
              <a:rPr lang="en-US" sz="2400" dirty="0"/>
              <a:t>” Reg. §1.302-2(c).</a:t>
            </a:r>
          </a:p>
          <a:p>
            <a:pPr lvl="1"/>
            <a:r>
              <a:rPr lang="en-US" sz="2400" dirty="0"/>
              <a:t>If </a:t>
            </a:r>
            <a:r>
              <a:rPr lang="en-US" sz="2400" dirty="0" err="1"/>
              <a:t>SH</a:t>
            </a:r>
            <a:r>
              <a:rPr lang="en-US" sz="2400" dirty="0"/>
              <a:t> retains any other shares, basis goes to those shares. Reg. §1.302-2(c), </a:t>
            </a:r>
            <a:r>
              <a:rPr lang="en-US" sz="2400" dirty="0" err="1"/>
              <a:t>Exs</a:t>
            </a:r>
            <a:r>
              <a:rPr lang="en-US" sz="2400" dirty="0"/>
              <a:t>. 1 and 3.</a:t>
            </a:r>
          </a:p>
          <a:p>
            <a:pPr lvl="1"/>
            <a:r>
              <a:rPr lang="en-US" sz="2400" dirty="0"/>
              <a:t>If no other shares, basis transferred to shares of related person if those shares attributed to the redeemed SH. Reg. §1.302-2(c), Ex. 2. </a:t>
            </a:r>
          </a:p>
        </p:txBody>
      </p:sp>
      <p:sp>
        <p:nvSpPr>
          <p:cNvPr id="3" name="Title 2"/>
          <p:cNvSpPr>
            <a:spLocks noGrp="1"/>
          </p:cNvSpPr>
          <p:nvPr>
            <p:ph type="title"/>
          </p:nvPr>
        </p:nvSpPr>
        <p:spPr/>
        <p:txBody>
          <a:bodyPr/>
          <a:lstStyle/>
          <a:p>
            <a:r>
              <a:rPr lang="en-US" dirty="0"/>
              <a:t>Redemptions:  Shareholder-Level Consequences</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24</a:t>
            </a:fld>
            <a:endParaRPr lang="en-US" altLang="en-US" dirty="0"/>
          </a:p>
        </p:txBody>
      </p:sp>
      <p:sp>
        <p:nvSpPr>
          <p:cNvPr id="5" name="Footer Placeholder 4">
            <a:extLst>
              <a:ext uri="{FF2B5EF4-FFF2-40B4-BE49-F238E27FC236}">
                <a16:creationId xmlns:a16="http://schemas.microsoft.com/office/drawing/2014/main" id="{9CDDDA39-A0E6-8644-8409-518BF0E7D581}"/>
              </a:ext>
            </a:extLst>
          </p:cNvPr>
          <p:cNvSpPr>
            <a:spLocks noGrp="1"/>
          </p:cNvSpPr>
          <p:nvPr>
            <p:ph type="ftr" sz="quarter" idx="11"/>
          </p:nvPr>
        </p:nvSpPr>
        <p:spPr/>
        <p:txBody>
          <a:bodyPr/>
          <a:lstStyle/>
          <a:p>
            <a:pPr>
              <a:defRPr/>
            </a:pPr>
            <a:r>
              <a:rPr lang="en-US"/>
              <a:t>Redemptions</a:t>
            </a:r>
            <a:endParaRPr lang="en-US" dirty="0"/>
          </a:p>
        </p:txBody>
      </p:sp>
    </p:spTree>
    <p:extLst>
      <p:ext uri="{BB962C8B-B14F-4D97-AF65-F5344CB8AC3E}">
        <p14:creationId xmlns:p14="http://schemas.microsoft.com/office/powerpoint/2010/main" val="17008558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2">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2">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2">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a:xfrm>
            <a:off x="512064" y="533400"/>
            <a:ext cx="11277600" cy="5812064"/>
          </a:xfrm>
        </p:spPr>
        <p:txBody>
          <a:bodyPr/>
          <a:lstStyle/>
          <a:p>
            <a:r>
              <a:rPr lang="en-US" dirty="0"/>
              <a:t>Corp X and unrelated Corp Y each purchase 1,000X shares of Corp Z.</a:t>
            </a:r>
          </a:p>
          <a:p>
            <a:r>
              <a:rPr lang="en-US" dirty="0"/>
              <a:t>Corp Y is a tax-indifferent party (maybe tax-exempt or foreign corporation).</a:t>
            </a:r>
          </a:p>
          <a:p>
            <a:r>
              <a:rPr lang="en-US" dirty="0"/>
              <a:t>Corp Y purchases from Corp X an option to purchase 2,000X shares of Corp Z stock.</a:t>
            </a:r>
          </a:p>
          <a:p>
            <a:r>
              <a:rPr lang="en-US" dirty="0"/>
              <a:t>Corp Z redeems Corp Y’s shares in a transaction that is treated as a dividend.  Why?  </a:t>
            </a:r>
            <a:r>
              <a:rPr lang="en-US" i="1" dirty="0"/>
              <a:t>Hint:  </a:t>
            </a:r>
            <a:r>
              <a:rPr lang="en-US" dirty="0"/>
              <a:t>Option attribution rules.</a:t>
            </a:r>
          </a:p>
          <a:p>
            <a:r>
              <a:rPr lang="en-US" dirty="0"/>
              <a:t>Corp Y’s basis in the redeemed shares go to Corp X’s shares of Corp Z under Reg. §1.302-2, Ex. 2.</a:t>
            </a:r>
          </a:p>
          <a:p>
            <a:r>
              <a:rPr lang="en-US" dirty="0"/>
              <a:t>Corp X now sells the shares for a loss.  What was Corp X’s economic loss?</a:t>
            </a:r>
          </a:p>
        </p:txBody>
      </p:sp>
      <p:sp>
        <p:nvSpPr>
          <p:cNvPr id="3" name="Title 2"/>
          <p:cNvSpPr>
            <a:spLocks noGrp="1"/>
          </p:cNvSpPr>
          <p:nvPr>
            <p:ph type="title"/>
          </p:nvPr>
        </p:nvSpPr>
        <p:spPr/>
        <p:txBody>
          <a:bodyPr/>
          <a:lstStyle/>
          <a:p>
            <a:r>
              <a:rPr lang="en-US" dirty="0"/>
              <a:t>Redemptions:  Notice 2001-45 (Basis Shifting Shelters)</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25</a:t>
            </a:fld>
            <a:endParaRPr lang="en-US" altLang="en-US" dirty="0"/>
          </a:p>
        </p:txBody>
      </p:sp>
      <p:sp>
        <p:nvSpPr>
          <p:cNvPr id="5" name="Footer Placeholder 4">
            <a:extLst>
              <a:ext uri="{FF2B5EF4-FFF2-40B4-BE49-F238E27FC236}">
                <a16:creationId xmlns:a16="http://schemas.microsoft.com/office/drawing/2014/main" id="{1ECB21CD-DB0B-4A47-9AEF-6AC7E469199D}"/>
              </a:ext>
            </a:extLst>
          </p:cNvPr>
          <p:cNvSpPr>
            <a:spLocks noGrp="1"/>
          </p:cNvSpPr>
          <p:nvPr>
            <p:ph type="ftr" sz="quarter" idx="11"/>
          </p:nvPr>
        </p:nvSpPr>
        <p:spPr/>
        <p:txBody>
          <a:bodyPr/>
          <a:lstStyle/>
          <a:p>
            <a:pPr>
              <a:defRPr/>
            </a:pPr>
            <a:r>
              <a:rPr lang="en-US"/>
              <a:t>Redemptions</a:t>
            </a:r>
            <a:endParaRPr lang="en-US" dirty="0"/>
          </a:p>
        </p:txBody>
      </p:sp>
    </p:spTree>
    <p:extLst>
      <p:ext uri="{BB962C8B-B14F-4D97-AF65-F5344CB8AC3E}">
        <p14:creationId xmlns:p14="http://schemas.microsoft.com/office/powerpoint/2010/main" val="14559848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idx="1"/>
          </p:nvPr>
        </p:nvSpPr>
        <p:spPr/>
        <p:txBody>
          <a:bodyPr/>
          <a:lstStyle/>
          <a:p>
            <a:r>
              <a:rPr lang="en-US" dirty="0"/>
              <a:t>Transaction</a:t>
            </a:r>
          </a:p>
        </p:txBody>
      </p:sp>
      <p:sp>
        <p:nvSpPr>
          <p:cNvPr id="3" name="Text Placeholder 2"/>
          <p:cNvSpPr>
            <a:spLocks noGrp="1"/>
          </p:cNvSpPr>
          <p:nvPr>
            <p:ph type="body" idx="19"/>
          </p:nvPr>
        </p:nvSpPr>
        <p:spPr/>
        <p:txBody>
          <a:bodyPr/>
          <a:lstStyle/>
          <a:p>
            <a:r>
              <a:rPr lang="en-US" dirty="0"/>
              <a:t>Structuring Points</a:t>
            </a:r>
          </a:p>
        </p:txBody>
      </p:sp>
      <p:sp>
        <p:nvSpPr>
          <p:cNvPr id="5" name="Content Placeholder 4"/>
          <p:cNvSpPr>
            <a:spLocks noGrp="1"/>
          </p:cNvSpPr>
          <p:nvPr>
            <p:ph sz="quarter" idx="21"/>
          </p:nvPr>
        </p:nvSpPr>
        <p:spPr>
          <a:xfrm>
            <a:off x="6311842" y="1195227"/>
            <a:ext cx="5376222" cy="4955707"/>
          </a:xfrm>
        </p:spPr>
        <p:txBody>
          <a:bodyPr>
            <a:normAutofit fontScale="92500" lnSpcReduction="10000"/>
          </a:bodyPr>
          <a:lstStyle/>
          <a:p>
            <a:r>
              <a:rPr lang="en-US" sz="2400" dirty="0"/>
              <a:t>Cash flows</a:t>
            </a:r>
          </a:p>
          <a:p>
            <a:pPr lvl="1"/>
            <a:r>
              <a:rPr lang="en-US" sz="2400" dirty="0"/>
              <a:t>-131mm stock purchase price</a:t>
            </a:r>
          </a:p>
          <a:p>
            <a:pPr lvl="1"/>
            <a:r>
              <a:rPr lang="en-US" sz="2400" dirty="0"/>
              <a:t>+137.5mm from sale of stock to AT&amp;T (7mm) and Note (130.5mm)</a:t>
            </a:r>
          </a:p>
          <a:p>
            <a:pPr lvl="1"/>
            <a:r>
              <a:rPr lang="en-US" sz="2400" dirty="0"/>
              <a:t>+1.7mm dividends</a:t>
            </a:r>
          </a:p>
          <a:p>
            <a:pPr lvl="1"/>
            <a:r>
              <a:rPr lang="en-US" sz="2400" b="1" dirty="0"/>
              <a:t>Net</a:t>
            </a:r>
            <a:r>
              <a:rPr lang="en-US" sz="2400" dirty="0"/>
              <a:t>: 6.5mm (less interest cost) + 1.7mm (</a:t>
            </a:r>
            <a:r>
              <a:rPr lang="en-US" sz="2400" dirty="0" err="1"/>
              <a:t>Div</a:t>
            </a:r>
            <a:r>
              <a:rPr lang="en-US" sz="2400" dirty="0"/>
              <a:t>)</a:t>
            </a:r>
          </a:p>
          <a:p>
            <a:r>
              <a:rPr lang="en-US" sz="2400" dirty="0"/>
              <a:t>Tax</a:t>
            </a:r>
          </a:p>
          <a:p>
            <a:pPr lvl="1"/>
            <a:r>
              <a:rPr lang="en-US" sz="2400" dirty="0"/>
              <a:t>Basis of shares sold to Heinz (124.2mm)</a:t>
            </a:r>
          </a:p>
          <a:p>
            <a:pPr lvl="1"/>
            <a:r>
              <a:rPr lang="en-US" sz="2400" dirty="0"/>
              <a:t>Treatment of redemption? (</a:t>
            </a:r>
            <a:r>
              <a:rPr lang="en-US" sz="2400" dirty="0" err="1"/>
              <a:t>Div</a:t>
            </a:r>
            <a:r>
              <a:rPr lang="en-US" sz="2400" dirty="0"/>
              <a:t> or sale/X?)</a:t>
            </a:r>
          </a:p>
          <a:p>
            <a:pPr lvl="1"/>
            <a:r>
              <a:rPr lang="en-US" sz="2400" dirty="0"/>
              <a:t>If dividend, where does the basis go? </a:t>
            </a:r>
          </a:p>
          <a:p>
            <a:pPr lvl="1"/>
            <a:r>
              <a:rPr lang="en-US" sz="2400" dirty="0"/>
              <a:t>Basis of remaining 175k shares (124.2mm + 7mm, or 131mm); </a:t>
            </a:r>
            <a:r>
              <a:rPr lang="en-US" sz="2400" dirty="0" err="1"/>
              <a:t>FMV</a:t>
            </a:r>
            <a:r>
              <a:rPr lang="en-US" sz="2400" dirty="0"/>
              <a:t> = 7mm</a:t>
            </a:r>
          </a:p>
          <a:p>
            <a:pPr lvl="1"/>
            <a:endParaRPr lang="en-US" sz="2400" dirty="0"/>
          </a:p>
        </p:txBody>
      </p:sp>
      <p:sp>
        <p:nvSpPr>
          <p:cNvPr id="6" name="Slide Number Placeholder 5"/>
          <p:cNvSpPr>
            <a:spLocks noGrp="1"/>
          </p:cNvSpPr>
          <p:nvPr>
            <p:ph type="sldNum" sz="quarter" idx="22"/>
          </p:nvPr>
        </p:nvSpPr>
        <p:spPr/>
        <p:txBody>
          <a:bodyPr/>
          <a:lstStyle/>
          <a:p>
            <a:fld id="{856F0A94-AD2E-974D-AF6B-04AF335E854A}" type="slidenum">
              <a:rPr lang="en-US" altLang="en-US" smtClean="0"/>
              <a:pPr/>
              <a:t>26</a:t>
            </a:fld>
            <a:endParaRPr lang="en-US" altLang="en-US"/>
          </a:p>
        </p:txBody>
      </p:sp>
      <p:sp>
        <p:nvSpPr>
          <p:cNvPr id="8" name="Title 7"/>
          <p:cNvSpPr>
            <a:spLocks noGrp="1"/>
          </p:cNvSpPr>
          <p:nvPr>
            <p:ph type="title"/>
          </p:nvPr>
        </p:nvSpPr>
        <p:spPr/>
        <p:txBody>
          <a:bodyPr/>
          <a:lstStyle/>
          <a:p>
            <a:r>
              <a:rPr lang="en-US" dirty="0"/>
              <a:t>Redemptions:  </a:t>
            </a:r>
            <a:r>
              <a:rPr lang="en-US" i="1" dirty="0"/>
              <a:t>H.J. Heinz Co. v. US</a:t>
            </a:r>
            <a:r>
              <a:rPr lang="en-US" dirty="0"/>
              <a:t> (Fed. Cl. 2007)</a:t>
            </a:r>
          </a:p>
        </p:txBody>
      </p:sp>
      <p:sp>
        <p:nvSpPr>
          <p:cNvPr id="10" name="Rectangle 9"/>
          <p:cNvSpPr/>
          <p:nvPr/>
        </p:nvSpPr>
        <p:spPr>
          <a:xfrm>
            <a:off x="618861" y="3822462"/>
            <a:ext cx="1310185" cy="667910"/>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dirty="0">
                <a:solidFill>
                  <a:schemeClr val="tx1"/>
                </a:solidFill>
              </a:rPr>
              <a:t>HCC</a:t>
            </a:r>
          </a:p>
        </p:txBody>
      </p:sp>
      <p:cxnSp>
        <p:nvCxnSpPr>
          <p:cNvPr id="11" name="Straight Connector 10"/>
          <p:cNvCxnSpPr>
            <a:stCxn id="12" idx="2"/>
            <a:endCxn id="10" idx="0"/>
          </p:cNvCxnSpPr>
          <p:nvPr/>
        </p:nvCxnSpPr>
        <p:spPr>
          <a:xfrm flipH="1">
            <a:off x="1273954" y="2164434"/>
            <a:ext cx="1" cy="1658028"/>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12" name="Rectangle 11"/>
          <p:cNvSpPr/>
          <p:nvPr/>
        </p:nvSpPr>
        <p:spPr>
          <a:xfrm>
            <a:off x="618862" y="1496524"/>
            <a:ext cx="1310185" cy="667910"/>
          </a:xfrm>
          <a:prstGeom prst="rect">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solidFill>
                  <a:schemeClr val="tx1"/>
                </a:solidFill>
              </a:rPr>
              <a:t>Heinz</a:t>
            </a:r>
            <a:endParaRPr lang="en-US" sz="1400" b="1" dirty="0">
              <a:solidFill>
                <a:schemeClr val="tx1"/>
              </a:solidFill>
            </a:endParaRPr>
          </a:p>
        </p:txBody>
      </p:sp>
      <p:sp>
        <p:nvSpPr>
          <p:cNvPr id="16" name="TextBox 15"/>
          <p:cNvSpPr txBox="1"/>
          <p:nvPr/>
        </p:nvSpPr>
        <p:spPr>
          <a:xfrm>
            <a:off x="1547333" y="4653242"/>
            <a:ext cx="1789464" cy="369332"/>
          </a:xfrm>
          <a:prstGeom prst="rect">
            <a:avLst/>
          </a:prstGeom>
          <a:noFill/>
        </p:spPr>
        <p:txBody>
          <a:bodyPr wrap="none" rtlCol="0">
            <a:spAutoFit/>
          </a:bodyPr>
          <a:lstStyle/>
          <a:p>
            <a:r>
              <a:rPr lang="en-US" b="1" dirty="0"/>
              <a:t>Borrow $129mm</a:t>
            </a:r>
          </a:p>
        </p:txBody>
      </p:sp>
      <p:sp>
        <p:nvSpPr>
          <p:cNvPr id="20" name="Oval 19"/>
          <p:cNvSpPr/>
          <p:nvPr/>
        </p:nvSpPr>
        <p:spPr>
          <a:xfrm>
            <a:off x="1141831" y="4713385"/>
            <a:ext cx="264244" cy="309189"/>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1</a:t>
            </a:r>
          </a:p>
        </p:txBody>
      </p:sp>
      <p:cxnSp>
        <p:nvCxnSpPr>
          <p:cNvPr id="21" name="Straight Arrow Connector 20"/>
          <p:cNvCxnSpPr/>
          <p:nvPr/>
        </p:nvCxnSpPr>
        <p:spPr>
          <a:xfrm flipV="1">
            <a:off x="1562015" y="2379920"/>
            <a:ext cx="0" cy="122705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4" name="TextBox 23"/>
          <p:cNvSpPr txBox="1"/>
          <p:nvPr/>
        </p:nvSpPr>
        <p:spPr>
          <a:xfrm>
            <a:off x="2368422" y="4044220"/>
            <a:ext cx="3676778" cy="338554"/>
          </a:xfrm>
          <a:prstGeom prst="rect">
            <a:avLst/>
          </a:prstGeom>
          <a:noFill/>
        </p:spPr>
        <p:txBody>
          <a:bodyPr wrap="square" rtlCol="0">
            <a:spAutoFit/>
          </a:bodyPr>
          <a:lstStyle/>
          <a:p>
            <a:r>
              <a:rPr lang="en-US" sz="1600" b="1" dirty="0"/>
              <a:t>Purchase 3.5mm Heinz </a:t>
            </a:r>
            <a:r>
              <a:rPr lang="en-US" sz="1600" b="1"/>
              <a:t>shares for 131mm</a:t>
            </a:r>
            <a:endParaRPr lang="en-US" sz="1600" b="1" dirty="0"/>
          </a:p>
        </p:txBody>
      </p:sp>
      <p:sp>
        <p:nvSpPr>
          <p:cNvPr id="25" name="Oval 24"/>
          <p:cNvSpPr/>
          <p:nvPr/>
        </p:nvSpPr>
        <p:spPr>
          <a:xfrm>
            <a:off x="2078864" y="4086497"/>
            <a:ext cx="264244" cy="309189"/>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2</a:t>
            </a:r>
          </a:p>
        </p:txBody>
      </p:sp>
      <p:sp>
        <p:nvSpPr>
          <p:cNvPr id="23" name="Oval 22"/>
          <p:cNvSpPr/>
          <p:nvPr/>
        </p:nvSpPr>
        <p:spPr>
          <a:xfrm>
            <a:off x="1712812" y="2717474"/>
            <a:ext cx="264244" cy="309189"/>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3</a:t>
            </a:r>
          </a:p>
        </p:txBody>
      </p:sp>
      <p:sp>
        <p:nvSpPr>
          <p:cNvPr id="26" name="TextBox 25"/>
          <p:cNvSpPr txBox="1"/>
          <p:nvPr/>
        </p:nvSpPr>
        <p:spPr>
          <a:xfrm>
            <a:off x="2010094" y="2519585"/>
            <a:ext cx="4035106" cy="584775"/>
          </a:xfrm>
          <a:prstGeom prst="rect">
            <a:avLst/>
          </a:prstGeom>
          <a:noFill/>
        </p:spPr>
        <p:txBody>
          <a:bodyPr wrap="square" rtlCol="0">
            <a:spAutoFit/>
          </a:bodyPr>
          <a:lstStyle/>
          <a:p>
            <a:r>
              <a:rPr lang="en-US" sz="1600" b="1"/>
              <a:t>Sell 3.325mm shares </a:t>
            </a:r>
            <a:r>
              <a:rPr lang="en-US" sz="1600" b="1" dirty="0"/>
              <a:t>to Heinz for $197mm </a:t>
            </a:r>
            <a:r>
              <a:rPr lang="en-US" sz="1600" b="1" dirty="0" err="1"/>
              <a:t>ZC</a:t>
            </a:r>
            <a:r>
              <a:rPr lang="en-US" sz="1600" b="1" dirty="0"/>
              <a:t>  </a:t>
            </a:r>
            <a:r>
              <a:rPr lang="en-US" sz="1600" b="1" u="sng" dirty="0"/>
              <a:t>convertible</a:t>
            </a:r>
            <a:r>
              <a:rPr lang="en-US" sz="1600" b="1" dirty="0"/>
              <a:t> note (into 3.51mm shares)</a:t>
            </a:r>
          </a:p>
        </p:txBody>
      </p:sp>
      <p:cxnSp>
        <p:nvCxnSpPr>
          <p:cNvPr id="27" name="Straight Arrow Connector 26"/>
          <p:cNvCxnSpPr/>
          <p:nvPr/>
        </p:nvCxnSpPr>
        <p:spPr>
          <a:xfrm flipH="1">
            <a:off x="1562015" y="5126768"/>
            <a:ext cx="1297943" cy="1270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2" name="Straight Arrow Connector 31"/>
          <p:cNvCxnSpPr/>
          <p:nvPr/>
        </p:nvCxnSpPr>
        <p:spPr>
          <a:xfrm>
            <a:off x="2681600" y="4421444"/>
            <a:ext cx="2195200"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36" name="Oval 35"/>
          <p:cNvSpPr/>
          <p:nvPr/>
        </p:nvSpPr>
        <p:spPr>
          <a:xfrm>
            <a:off x="2099035" y="3681088"/>
            <a:ext cx="264244" cy="309189"/>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4</a:t>
            </a:r>
          </a:p>
        </p:txBody>
      </p:sp>
      <p:sp>
        <p:nvSpPr>
          <p:cNvPr id="37" name="TextBox 36"/>
          <p:cNvSpPr txBox="1"/>
          <p:nvPr/>
        </p:nvSpPr>
        <p:spPr>
          <a:xfrm>
            <a:off x="2368423" y="3679908"/>
            <a:ext cx="3207280" cy="338554"/>
          </a:xfrm>
          <a:prstGeom prst="rect">
            <a:avLst/>
          </a:prstGeom>
          <a:noFill/>
        </p:spPr>
        <p:txBody>
          <a:bodyPr wrap="square" rtlCol="0">
            <a:spAutoFit/>
          </a:bodyPr>
          <a:lstStyle/>
          <a:p>
            <a:r>
              <a:rPr lang="en-US" sz="1600" b="1" dirty="0"/>
              <a:t>Sell remaining 175k shares to AT&amp;T</a:t>
            </a:r>
          </a:p>
        </p:txBody>
      </p:sp>
      <p:cxnSp>
        <p:nvCxnSpPr>
          <p:cNvPr id="38" name="Straight Arrow Connector 37"/>
          <p:cNvCxnSpPr/>
          <p:nvPr/>
        </p:nvCxnSpPr>
        <p:spPr>
          <a:xfrm flipH="1" flipV="1">
            <a:off x="3285274" y="3679511"/>
            <a:ext cx="1350226" cy="39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7" name="Footer Placeholder 6">
            <a:extLst>
              <a:ext uri="{FF2B5EF4-FFF2-40B4-BE49-F238E27FC236}">
                <a16:creationId xmlns:a16="http://schemas.microsoft.com/office/drawing/2014/main" id="{71002B10-9D61-ED43-9266-6660E36D3650}"/>
              </a:ext>
            </a:extLst>
          </p:cNvPr>
          <p:cNvSpPr>
            <a:spLocks noGrp="1"/>
          </p:cNvSpPr>
          <p:nvPr>
            <p:ph type="ftr" sz="quarter" idx="23"/>
          </p:nvPr>
        </p:nvSpPr>
        <p:spPr/>
        <p:txBody>
          <a:bodyPr/>
          <a:lstStyle/>
          <a:p>
            <a:pPr>
              <a:defRPr/>
            </a:pPr>
            <a:r>
              <a:rPr lang="en-US"/>
              <a:t>Redemptions</a:t>
            </a:r>
          </a:p>
        </p:txBody>
      </p:sp>
    </p:spTree>
    <p:extLst>
      <p:ext uri="{BB962C8B-B14F-4D97-AF65-F5344CB8AC3E}">
        <p14:creationId xmlns:p14="http://schemas.microsoft.com/office/powerpoint/2010/main" val="7861656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bg/>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1"/>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2"/>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20"/>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6"/>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27"/>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25"/>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24"/>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32"/>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nodeType="clickEffect">
                                  <p:stCondLst>
                                    <p:cond delay="0"/>
                                  </p:stCondLst>
                                  <p:childTnLst>
                                    <p:set>
                                      <p:cBhvr>
                                        <p:cTn id="36" dur="1" fill="hold">
                                          <p:stCondLst>
                                            <p:cond delay="0"/>
                                          </p:stCondLst>
                                        </p:cTn>
                                        <p:tgtEl>
                                          <p:spTgt spid="21"/>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23"/>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26"/>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grpId="0" nodeType="clickEffect">
                                  <p:stCondLst>
                                    <p:cond delay="0"/>
                                  </p:stCondLst>
                                  <p:childTnLst>
                                    <p:set>
                                      <p:cBhvr>
                                        <p:cTn id="44" dur="1" fill="hold">
                                          <p:stCondLst>
                                            <p:cond delay="0"/>
                                          </p:stCondLst>
                                        </p:cTn>
                                        <p:tgtEl>
                                          <p:spTgt spid="36"/>
                                        </p:tgtEl>
                                        <p:attrNameLst>
                                          <p:attrName>style.visibility</p:attrName>
                                        </p:attrNameLst>
                                      </p:cBhvr>
                                      <p:to>
                                        <p:strVal val="visible"/>
                                      </p:to>
                                    </p:set>
                                  </p:childTnLst>
                                </p:cTn>
                              </p:par>
                              <p:par>
                                <p:cTn id="45" presetID="1" presetClass="entr" presetSubtype="0" fill="hold" nodeType="withEffect">
                                  <p:stCondLst>
                                    <p:cond delay="0"/>
                                  </p:stCondLst>
                                  <p:childTnLst>
                                    <p:set>
                                      <p:cBhvr>
                                        <p:cTn id="46" dur="1" fill="hold">
                                          <p:stCondLst>
                                            <p:cond delay="0"/>
                                          </p:stCondLst>
                                        </p:cTn>
                                        <p:tgtEl>
                                          <p:spTgt spid="38"/>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37"/>
                                        </p:tgtEl>
                                        <p:attrNameLst>
                                          <p:attrName>style.visibility</p:attrName>
                                        </p:attrNameLst>
                                      </p:cBhvr>
                                      <p:to>
                                        <p:strVal val="visible"/>
                                      </p:to>
                                    </p:set>
                                  </p:childTnLst>
                                </p:cTn>
                              </p:par>
                            </p:childTnLst>
                          </p:cTn>
                        </p:par>
                      </p:childTnLst>
                    </p:cTn>
                  </p:par>
                  <p:par>
                    <p:cTn id="49" fill="hold">
                      <p:stCondLst>
                        <p:cond delay="indefinite"/>
                      </p:stCondLst>
                      <p:childTnLst>
                        <p:par>
                          <p:cTn id="50" fill="hold">
                            <p:stCondLst>
                              <p:cond delay="0"/>
                            </p:stCondLst>
                            <p:childTnLst>
                              <p:par>
                                <p:cTn id="51" presetID="1" presetClass="entr" presetSubtype="0" fill="hold" grpId="0" nodeType="clickEffect">
                                  <p:stCondLst>
                                    <p:cond delay="0"/>
                                  </p:stCondLst>
                                  <p:childTnLst>
                                    <p:set>
                                      <p:cBhvr>
                                        <p:cTn id="52" dur="1" fill="hold">
                                          <p:stCondLst>
                                            <p:cond delay="0"/>
                                          </p:stCondLst>
                                        </p:cTn>
                                        <p:tgtEl>
                                          <p:spTgt spid="3">
                                            <p:bg/>
                                          </p:spTgt>
                                        </p:tgtEl>
                                        <p:attrNameLst>
                                          <p:attrName>style.visibility</p:attrName>
                                        </p:attrNameLst>
                                      </p:cBhvr>
                                      <p:to>
                                        <p:strVal val="visible"/>
                                      </p:to>
                                    </p:set>
                                  </p:childTnLst>
                                </p:cTn>
                              </p:par>
                            </p:childTnLst>
                          </p:cTn>
                        </p:par>
                      </p:childTnLst>
                    </p:cTn>
                  </p:par>
                  <p:par>
                    <p:cTn id="53" fill="hold">
                      <p:stCondLst>
                        <p:cond delay="indefinite"/>
                      </p:stCondLst>
                      <p:childTnLst>
                        <p:par>
                          <p:cTn id="54" fill="hold">
                            <p:stCondLst>
                              <p:cond delay="0"/>
                            </p:stCondLst>
                            <p:childTnLst>
                              <p:par>
                                <p:cTn id="55" presetID="1" presetClass="entr" presetSubtype="0" fill="hold" grpId="0" nodeType="clickEffect">
                                  <p:stCondLst>
                                    <p:cond delay="0"/>
                                  </p:stCondLst>
                                  <p:childTnLst>
                                    <p:set>
                                      <p:cBhvr>
                                        <p:cTn id="5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57" fill="hold">
                      <p:stCondLst>
                        <p:cond delay="indefinite"/>
                      </p:stCondLst>
                      <p:childTnLst>
                        <p:par>
                          <p:cTn id="58" fill="hold">
                            <p:stCondLst>
                              <p:cond delay="0"/>
                            </p:stCondLst>
                            <p:childTnLst>
                              <p:par>
                                <p:cTn id="59" presetID="1" presetClass="entr" presetSubtype="0" fill="hold" nodeType="clickEffect">
                                  <p:stCondLst>
                                    <p:cond delay="0"/>
                                  </p:stCondLst>
                                  <p:childTnLst>
                                    <p:set>
                                      <p:cBhvr>
                                        <p:cTn id="60"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par>
                    <p:cTn id="61" fill="hold">
                      <p:stCondLst>
                        <p:cond delay="indefinite"/>
                      </p:stCondLst>
                      <p:childTnLst>
                        <p:par>
                          <p:cTn id="62" fill="hold">
                            <p:stCondLst>
                              <p:cond delay="0"/>
                            </p:stCondLst>
                            <p:childTnLst>
                              <p:par>
                                <p:cTn id="63" presetID="1" presetClass="entr" presetSubtype="0" fill="hold" nodeType="clickEffect">
                                  <p:stCondLst>
                                    <p:cond delay="0"/>
                                  </p:stCondLst>
                                  <p:childTnLst>
                                    <p:set>
                                      <p:cBhvr>
                                        <p:cTn id="64" dur="1" fill="hold">
                                          <p:stCondLst>
                                            <p:cond delay="0"/>
                                          </p:stCondLst>
                                        </p:cTn>
                                        <p:tgtEl>
                                          <p:spTgt spid="5">
                                            <p:txEl>
                                              <p:pRg st="1" end="1"/>
                                            </p:txEl>
                                          </p:spTgt>
                                        </p:tgtEl>
                                        <p:attrNameLst>
                                          <p:attrName>style.visibility</p:attrName>
                                        </p:attrNameLst>
                                      </p:cBhvr>
                                      <p:to>
                                        <p:strVal val="visible"/>
                                      </p:to>
                                    </p:set>
                                  </p:childTnLst>
                                </p:cTn>
                              </p:par>
                            </p:childTnLst>
                          </p:cTn>
                        </p:par>
                      </p:childTnLst>
                    </p:cTn>
                  </p:par>
                  <p:par>
                    <p:cTn id="65" fill="hold">
                      <p:stCondLst>
                        <p:cond delay="indefinite"/>
                      </p:stCondLst>
                      <p:childTnLst>
                        <p:par>
                          <p:cTn id="66" fill="hold">
                            <p:stCondLst>
                              <p:cond delay="0"/>
                            </p:stCondLst>
                            <p:childTnLst>
                              <p:par>
                                <p:cTn id="67" presetID="1" presetClass="entr" presetSubtype="0" fill="hold" nodeType="clickEffect">
                                  <p:stCondLst>
                                    <p:cond delay="0"/>
                                  </p:stCondLst>
                                  <p:childTnLst>
                                    <p:set>
                                      <p:cBhvr>
                                        <p:cTn id="68"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par>
                    <p:cTn id="69" fill="hold">
                      <p:stCondLst>
                        <p:cond delay="indefinite"/>
                      </p:stCondLst>
                      <p:childTnLst>
                        <p:par>
                          <p:cTn id="70" fill="hold">
                            <p:stCondLst>
                              <p:cond delay="0"/>
                            </p:stCondLst>
                            <p:childTnLst>
                              <p:par>
                                <p:cTn id="71" presetID="1" presetClass="entr" presetSubtype="0" fill="hold" nodeType="clickEffect">
                                  <p:stCondLst>
                                    <p:cond delay="0"/>
                                  </p:stCondLst>
                                  <p:childTnLst>
                                    <p:set>
                                      <p:cBhvr>
                                        <p:cTn id="72" dur="1" fill="hold">
                                          <p:stCondLst>
                                            <p:cond delay="0"/>
                                          </p:stCondLst>
                                        </p:cTn>
                                        <p:tgtEl>
                                          <p:spTgt spid="5">
                                            <p:txEl>
                                              <p:pRg st="3" end="3"/>
                                            </p:txEl>
                                          </p:spTgt>
                                        </p:tgtEl>
                                        <p:attrNameLst>
                                          <p:attrName>style.visibility</p:attrName>
                                        </p:attrNameLst>
                                      </p:cBhvr>
                                      <p:to>
                                        <p:strVal val="visible"/>
                                      </p:to>
                                    </p:set>
                                  </p:childTnLst>
                                </p:cTn>
                              </p:par>
                            </p:childTnLst>
                          </p:cTn>
                        </p:par>
                      </p:childTnLst>
                    </p:cTn>
                  </p:par>
                  <p:par>
                    <p:cTn id="73" fill="hold">
                      <p:stCondLst>
                        <p:cond delay="indefinite"/>
                      </p:stCondLst>
                      <p:childTnLst>
                        <p:par>
                          <p:cTn id="74" fill="hold">
                            <p:stCondLst>
                              <p:cond delay="0"/>
                            </p:stCondLst>
                            <p:childTnLst>
                              <p:par>
                                <p:cTn id="75" presetID="1" presetClass="entr" presetSubtype="0" fill="hold" nodeType="clickEffect">
                                  <p:stCondLst>
                                    <p:cond delay="0"/>
                                  </p:stCondLst>
                                  <p:childTnLst>
                                    <p:set>
                                      <p:cBhvr>
                                        <p:cTn id="76" dur="1" fill="hold">
                                          <p:stCondLst>
                                            <p:cond delay="0"/>
                                          </p:stCondLst>
                                        </p:cTn>
                                        <p:tgtEl>
                                          <p:spTgt spid="5">
                                            <p:txEl>
                                              <p:pRg st="4" end="4"/>
                                            </p:txEl>
                                          </p:spTgt>
                                        </p:tgtEl>
                                        <p:attrNameLst>
                                          <p:attrName>style.visibility</p:attrName>
                                        </p:attrNameLst>
                                      </p:cBhvr>
                                      <p:to>
                                        <p:strVal val="visible"/>
                                      </p:to>
                                    </p:set>
                                  </p:childTnLst>
                                </p:cTn>
                              </p:par>
                            </p:childTnLst>
                          </p:cTn>
                        </p:par>
                      </p:childTnLst>
                    </p:cTn>
                  </p:par>
                  <p:par>
                    <p:cTn id="77" fill="hold">
                      <p:stCondLst>
                        <p:cond delay="indefinite"/>
                      </p:stCondLst>
                      <p:childTnLst>
                        <p:par>
                          <p:cTn id="78" fill="hold">
                            <p:stCondLst>
                              <p:cond delay="0"/>
                            </p:stCondLst>
                            <p:childTnLst>
                              <p:par>
                                <p:cTn id="79" presetID="1" presetClass="entr" presetSubtype="0" fill="hold" nodeType="clickEffect">
                                  <p:stCondLst>
                                    <p:cond delay="0"/>
                                  </p:stCondLst>
                                  <p:childTnLst>
                                    <p:set>
                                      <p:cBhvr>
                                        <p:cTn id="80" dur="1" fill="hold">
                                          <p:stCondLst>
                                            <p:cond delay="0"/>
                                          </p:stCondLst>
                                        </p:cTn>
                                        <p:tgtEl>
                                          <p:spTgt spid="5">
                                            <p:txEl>
                                              <p:pRg st="5" end="5"/>
                                            </p:txEl>
                                          </p:spTgt>
                                        </p:tgtEl>
                                        <p:attrNameLst>
                                          <p:attrName>style.visibility</p:attrName>
                                        </p:attrNameLst>
                                      </p:cBhvr>
                                      <p:to>
                                        <p:strVal val="visible"/>
                                      </p:to>
                                    </p:set>
                                  </p:childTnLst>
                                </p:cTn>
                              </p:par>
                            </p:childTnLst>
                          </p:cTn>
                        </p:par>
                      </p:childTnLst>
                    </p:cTn>
                  </p:par>
                  <p:par>
                    <p:cTn id="81" fill="hold">
                      <p:stCondLst>
                        <p:cond delay="indefinite"/>
                      </p:stCondLst>
                      <p:childTnLst>
                        <p:par>
                          <p:cTn id="82" fill="hold">
                            <p:stCondLst>
                              <p:cond delay="0"/>
                            </p:stCondLst>
                            <p:childTnLst>
                              <p:par>
                                <p:cTn id="83" presetID="1" presetClass="entr" presetSubtype="0" fill="hold" nodeType="clickEffect">
                                  <p:stCondLst>
                                    <p:cond delay="0"/>
                                  </p:stCondLst>
                                  <p:childTnLst>
                                    <p:set>
                                      <p:cBhvr>
                                        <p:cTn id="84" dur="1" fill="hold">
                                          <p:stCondLst>
                                            <p:cond delay="0"/>
                                          </p:stCondLst>
                                        </p:cTn>
                                        <p:tgtEl>
                                          <p:spTgt spid="5">
                                            <p:txEl>
                                              <p:pRg st="6" end="6"/>
                                            </p:txEl>
                                          </p:spTgt>
                                        </p:tgtEl>
                                        <p:attrNameLst>
                                          <p:attrName>style.visibility</p:attrName>
                                        </p:attrNameLst>
                                      </p:cBhvr>
                                      <p:to>
                                        <p:strVal val="visible"/>
                                      </p:to>
                                    </p:set>
                                  </p:childTnLst>
                                </p:cTn>
                              </p:par>
                            </p:childTnLst>
                          </p:cTn>
                        </p:par>
                      </p:childTnLst>
                    </p:cTn>
                  </p:par>
                  <p:par>
                    <p:cTn id="85" fill="hold">
                      <p:stCondLst>
                        <p:cond delay="indefinite"/>
                      </p:stCondLst>
                      <p:childTnLst>
                        <p:par>
                          <p:cTn id="86" fill="hold">
                            <p:stCondLst>
                              <p:cond delay="0"/>
                            </p:stCondLst>
                            <p:childTnLst>
                              <p:par>
                                <p:cTn id="87" presetID="1" presetClass="entr" presetSubtype="0" fill="hold" nodeType="clickEffect">
                                  <p:stCondLst>
                                    <p:cond delay="0"/>
                                  </p:stCondLst>
                                  <p:childTnLst>
                                    <p:set>
                                      <p:cBhvr>
                                        <p:cTn id="88" dur="1" fill="hold">
                                          <p:stCondLst>
                                            <p:cond delay="0"/>
                                          </p:stCondLst>
                                        </p:cTn>
                                        <p:tgtEl>
                                          <p:spTgt spid="5">
                                            <p:txEl>
                                              <p:pRg st="7" end="7"/>
                                            </p:txEl>
                                          </p:spTgt>
                                        </p:tgtEl>
                                        <p:attrNameLst>
                                          <p:attrName>style.visibility</p:attrName>
                                        </p:attrNameLst>
                                      </p:cBhvr>
                                      <p:to>
                                        <p:strVal val="visible"/>
                                      </p:to>
                                    </p:set>
                                  </p:childTnLst>
                                </p:cTn>
                              </p:par>
                            </p:childTnLst>
                          </p:cTn>
                        </p:par>
                      </p:childTnLst>
                    </p:cTn>
                  </p:par>
                  <p:par>
                    <p:cTn id="89" fill="hold">
                      <p:stCondLst>
                        <p:cond delay="indefinite"/>
                      </p:stCondLst>
                      <p:childTnLst>
                        <p:par>
                          <p:cTn id="90" fill="hold">
                            <p:stCondLst>
                              <p:cond delay="0"/>
                            </p:stCondLst>
                            <p:childTnLst>
                              <p:par>
                                <p:cTn id="91" presetID="1" presetClass="entr" presetSubtype="0" fill="hold" nodeType="clickEffect">
                                  <p:stCondLst>
                                    <p:cond delay="0"/>
                                  </p:stCondLst>
                                  <p:childTnLst>
                                    <p:set>
                                      <p:cBhvr>
                                        <p:cTn id="92" dur="1" fill="hold">
                                          <p:stCondLst>
                                            <p:cond delay="0"/>
                                          </p:stCondLst>
                                        </p:cTn>
                                        <p:tgtEl>
                                          <p:spTgt spid="5">
                                            <p:txEl>
                                              <p:pRg st="8" end="8"/>
                                            </p:txEl>
                                          </p:spTgt>
                                        </p:tgtEl>
                                        <p:attrNameLst>
                                          <p:attrName>style.visibility</p:attrName>
                                        </p:attrNameLst>
                                      </p:cBhvr>
                                      <p:to>
                                        <p:strVal val="visible"/>
                                      </p:to>
                                    </p:set>
                                  </p:childTnLst>
                                </p:cTn>
                              </p:par>
                            </p:childTnLst>
                          </p:cTn>
                        </p:par>
                      </p:childTnLst>
                    </p:cTn>
                  </p:par>
                  <p:par>
                    <p:cTn id="93" fill="hold">
                      <p:stCondLst>
                        <p:cond delay="indefinite"/>
                      </p:stCondLst>
                      <p:childTnLst>
                        <p:par>
                          <p:cTn id="94" fill="hold">
                            <p:stCondLst>
                              <p:cond delay="0"/>
                            </p:stCondLst>
                            <p:childTnLst>
                              <p:par>
                                <p:cTn id="95" presetID="1" presetClass="entr" presetSubtype="0" fill="hold" nodeType="clickEffect">
                                  <p:stCondLst>
                                    <p:cond delay="0"/>
                                  </p:stCondLst>
                                  <p:childTnLst>
                                    <p:set>
                                      <p:cBhvr>
                                        <p:cTn id="96" dur="1" fill="hold">
                                          <p:stCondLst>
                                            <p:cond delay="0"/>
                                          </p:stCondLst>
                                        </p:cTn>
                                        <p:tgtEl>
                                          <p:spTgt spid="5">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p" animBg="1"/>
      <p:bldP spid="3" grpId="0" build="p" animBg="1"/>
      <p:bldP spid="10" grpId="0" animBg="1"/>
      <p:bldP spid="12" grpId="0" animBg="1"/>
      <p:bldP spid="16" grpId="0"/>
      <p:bldP spid="20" grpId="0" animBg="1"/>
      <p:bldP spid="24" grpId="0"/>
      <p:bldP spid="25" grpId="0" animBg="1"/>
      <p:bldP spid="23" grpId="0" animBg="1"/>
      <p:bldP spid="26" grpId="0"/>
      <p:bldP spid="36" grpId="0" animBg="1"/>
      <p:bldP spid="37" grpId="0"/>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normAutofit/>
          </a:bodyPr>
          <a:lstStyle/>
          <a:p>
            <a:r>
              <a:rPr lang="en-US" sz="2600" dirty="0"/>
              <a:t>Proposed Regulations:</a:t>
            </a:r>
          </a:p>
          <a:p>
            <a:pPr lvl="1"/>
            <a:r>
              <a:rPr lang="en-US" dirty="0"/>
              <a:t> Generally, </a:t>
            </a:r>
            <a:r>
              <a:rPr lang="en-US" b="1" dirty="0"/>
              <a:t>no reallocation</a:t>
            </a:r>
            <a:r>
              <a:rPr lang="en-US" dirty="0"/>
              <a:t> of basis to either retained shares or shares held by another through attribution rules</a:t>
            </a:r>
          </a:p>
          <a:p>
            <a:pPr lvl="1"/>
            <a:r>
              <a:rPr lang="en-US" dirty="0"/>
              <a:t>For </a:t>
            </a:r>
            <a:r>
              <a:rPr lang="en-US" b="1" dirty="0"/>
              <a:t>redemptions treated as a dividend distribution,</a:t>
            </a:r>
            <a:r>
              <a:rPr lang="en-US" dirty="0"/>
              <a:t> once there are no additional </a:t>
            </a:r>
            <a:r>
              <a:rPr lang="en-US" dirty="0" err="1"/>
              <a:t>E&amp;Ps</a:t>
            </a:r>
            <a:r>
              <a:rPr lang="en-US" dirty="0"/>
              <a:t>, basis of shares is reduced on a </a:t>
            </a:r>
            <a:r>
              <a:rPr lang="en-US" b="1" dirty="0"/>
              <a:t>share-by-share </a:t>
            </a:r>
            <a:r>
              <a:rPr lang="en-US" dirty="0"/>
              <a:t>basis.  Thus, you can have gain on some shares but not on others. </a:t>
            </a:r>
            <a:r>
              <a:rPr lang="en-US" sz="2000" dirty="0"/>
              <a:t>Prop. Reg. §1.302-5(a)(1).</a:t>
            </a:r>
            <a:endParaRPr lang="en-US" dirty="0"/>
          </a:p>
          <a:p>
            <a:pPr lvl="1"/>
            <a:r>
              <a:rPr lang="en-US" dirty="0"/>
              <a:t>If </a:t>
            </a:r>
            <a:r>
              <a:rPr lang="en-US" b="1" dirty="0"/>
              <a:t>some shares are retained </a:t>
            </a:r>
            <a:r>
              <a:rPr lang="en-US" dirty="0"/>
              <a:t>after the redemption, the proposed regulations create a deemed exchange (aka: recapitalization) of all of the shares owned immediately before the redemption for all of the shares owned immediately after the redemption.  The basis of the redeemed shares is retained in the remaining shares under a </a:t>
            </a:r>
            <a:r>
              <a:rPr lang="en-US" b="1" dirty="0"/>
              <a:t>tracing approach</a:t>
            </a:r>
            <a:r>
              <a:rPr lang="en-US" dirty="0"/>
              <a:t>. </a:t>
            </a:r>
            <a:r>
              <a:rPr lang="en-US" sz="2000" dirty="0"/>
              <a:t>Prop. Reg. §1.302-5(a)(2).  Basic idea:  same result in this case and the case in which </a:t>
            </a:r>
            <a:r>
              <a:rPr lang="en-US" sz="2000" b="1" dirty="0"/>
              <a:t>no shares</a:t>
            </a:r>
            <a:r>
              <a:rPr lang="en-US" sz="2000" dirty="0"/>
              <a:t> are cancelled.</a:t>
            </a:r>
          </a:p>
          <a:p>
            <a:pPr lvl="1"/>
            <a:r>
              <a:rPr lang="en-US" sz="2000" dirty="0"/>
              <a:t>If </a:t>
            </a:r>
            <a:r>
              <a:rPr lang="en-US" sz="2000" b="1" dirty="0"/>
              <a:t>no shares are retained</a:t>
            </a:r>
            <a:r>
              <a:rPr lang="en-US" sz="2000" dirty="0"/>
              <a:t> after the redemption, under the proposed regulations, the unrecovered basis of the redeemed shares (after taking into account the above adjustments) is a </a:t>
            </a:r>
            <a:r>
              <a:rPr lang="en-US" sz="2000" b="1" dirty="0"/>
              <a:t>deferred loss </a:t>
            </a:r>
            <a:r>
              <a:rPr lang="en-US" sz="2000" dirty="0"/>
              <a:t> that can only be recognized</a:t>
            </a:r>
            <a:r>
              <a:rPr lang="en-US" dirty="0"/>
              <a:t> when, for example, the redeemed SH would satisfy </a:t>
            </a:r>
            <a:r>
              <a:rPr lang="en-US" sz="2400" dirty="0"/>
              <a:t>§</a:t>
            </a:r>
            <a:r>
              <a:rPr lang="en-US" dirty="0"/>
              <a:t>30</a:t>
            </a:r>
            <a:r>
              <a:rPr lang="en-US" b="1" dirty="0">
                <a:solidFill>
                  <a:srgbClr val="FF0000"/>
                </a:solidFill>
              </a:rPr>
              <a:t>2</a:t>
            </a:r>
            <a:r>
              <a:rPr lang="en-US" dirty="0"/>
              <a:t>(b)(1), (2), or (3), if the facts and circumstances existing at the end of such day existed immediately after the redemption. </a:t>
            </a:r>
            <a:r>
              <a:rPr lang="en-US" sz="2000" dirty="0"/>
              <a:t>Prop. Reg. §1.302-5(a)(3), (b)(4)(A).</a:t>
            </a:r>
          </a:p>
          <a:p>
            <a:pPr lvl="1"/>
            <a:endParaRPr lang="en-US" dirty="0"/>
          </a:p>
        </p:txBody>
      </p:sp>
      <p:sp>
        <p:nvSpPr>
          <p:cNvPr id="3" name="Title 2"/>
          <p:cNvSpPr>
            <a:spLocks noGrp="1"/>
          </p:cNvSpPr>
          <p:nvPr>
            <p:ph type="title"/>
          </p:nvPr>
        </p:nvSpPr>
        <p:spPr/>
        <p:txBody>
          <a:bodyPr/>
          <a:lstStyle/>
          <a:p>
            <a:r>
              <a:rPr lang="en-US" dirty="0"/>
              <a:t>Redemptions:  Shareholder-Level Consequences (Proposed Regulations, </a:t>
            </a:r>
            <a:r>
              <a:rPr lang="en-US" i="1" dirty="0">
                <a:solidFill>
                  <a:srgbClr val="FF0000"/>
                </a:solidFill>
              </a:rPr>
              <a:t>withdrawn</a:t>
            </a:r>
            <a:r>
              <a:rPr lang="en-US" dirty="0"/>
              <a:t> 3/2019)</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27</a:t>
            </a:fld>
            <a:endParaRPr lang="en-US" altLang="en-US" dirty="0"/>
          </a:p>
        </p:txBody>
      </p:sp>
      <p:sp>
        <p:nvSpPr>
          <p:cNvPr id="5" name="Footer Placeholder 4">
            <a:extLst>
              <a:ext uri="{FF2B5EF4-FFF2-40B4-BE49-F238E27FC236}">
                <a16:creationId xmlns:a16="http://schemas.microsoft.com/office/drawing/2014/main" id="{CDC02061-1BE4-FB42-98D8-E5EFEEBB2FF8}"/>
              </a:ext>
            </a:extLst>
          </p:cNvPr>
          <p:cNvSpPr>
            <a:spLocks noGrp="1"/>
          </p:cNvSpPr>
          <p:nvPr>
            <p:ph type="ftr" sz="quarter" idx="11"/>
          </p:nvPr>
        </p:nvSpPr>
        <p:spPr/>
        <p:txBody>
          <a:bodyPr/>
          <a:lstStyle/>
          <a:p>
            <a:pPr>
              <a:defRPr/>
            </a:pPr>
            <a:r>
              <a:rPr lang="en-US"/>
              <a:t>Redemptions</a:t>
            </a:r>
            <a:endParaRPr lang="en-US" dirty="0"/>
          </a:p>
        </p:txBody>
      </p:sp>
    </p:spTree>
    <p:extLst>
      <p:ext uri="{BB962C8B-B14F-4D97-AF65-F5344CB8AC3E}">
        <p14:creationId xmlns:p14="http://schemas.microsoft.com/office/powerpoint/2010/main" val="5707712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p:cNvSpPr>
            <a:spLocks noGrp="1"/>
          </p:cNvSpPr>
          <p:nvPr>
            <p:ph idx="1"/>
          </p:nvPr>
        </p:nvSpPr>
        <p:spPr/>
        <p:txBody>
          <a:bodyPr/>
          <a:lstStyle/>
          <a:p>
            <a:pPr marL="492760" indent="-342900">
              <a:lnSpc>
                <a:spcPts val="3180"/>
              </a:lnSpc>
            </a:pPr>
            <a:r>
              <a:rPr lang="en-US" sz="2800" dirty="0">
                <a:latin typeface="+mn-lt"/>
              </a:rPr>
              <a:t>What can a company do with its earnings?</a:t>
            </a:r>
          </a:p>
          <a:p>
            <a:pPr marL="721360" lvl="1" indent="-342900">
              <a:lnSpc>
                <a:spcPts val="3180"/>
              </a:lnSpc>
            </a:pPr>
            <a:r>
              <a:rPr lang="en-US" sz="2400" dirty="0">
                <a:latin typeface="+mn-lt"/>
              </a:rPr>
              <a:t>Retain them and then either spend or reinvest </a:t>
            </a:r>
          </a:p>
          <a:p>
            <a:pPr marL="721360" lvl="1" indent="-342900">
              <a:lnSpc>
                <a:spcPts val="3180"/>
              </a:lnSpc>
            </a:pPr>
            <a:r>
              <a:rPr lang="en-US" sz="2400" dirty="0">
                <a:latin typeface="+mn-lt"/>
              </a:rPr>
              <a:t>Pay off liabilities</a:t>
            </a:r>
          </a:p>
          <a:p>
            <a:pPr marL="721360" lvl="1" indent="-342900">
              <a:lnSpc>
                <a:spcPts val="3180"/>
              </a:lnSpc>
            </a:pPr>
            <a:r>
              <a:rPr lang="en-US" sz="2400" b="1" dirty="0">
                <a:solidFill>
                  <a:srgbClr val="FF0000"/>
                </a:solidFill>
                <a:latin typeface="+mn-lt"/>
              </a:rPr>
              <a:t>Pay dividends in cash or (very rarely) in property </a:t>
            </a:r>
          </a:p>
          <a:p>
            <a:pPr marL="721360" lvl="1" indent="-342900">
              <a:lnSpc>
                <a:spcPts val="3180"/>
              </a:lnSpc>
            </a:pPr>
            <a:r>
              <a:rPr lang="en-US" sz="2400" b="1" dirty="0">
                <a:solidFill>
                  <a:srgbClr val="FF0000"/>
                </a:solidFill>
                <a:latin typeface="+mn-lt"/>
              </a:rPr>
              <a:t>Repurchase shares from shareholders</a:t>
            </a:r>
          </a:p>
          <a:p>
            <a:endParaRPr lang="en-US" dirty="0">
              <a:latin typeface="+mn-lt"/>
            </a:endParaRPr>
          </a:p>
        </p:txBody>
      </p:sp>
      <p:sp>
        <p:nvSpPr>
          <p:cNvPr id="4" name="Title 3"/>
          <p:cNvSpPr>
            <a:spLocks noGrp="1"/>
          </p:cNvSpPr>
          <p:nvPr>
            <p:ph type="title"/>
          </p:nvPr>
        </p:nvSpPr>
        <p:spPr/>
        <p:txBody>
          <a:bodyPr/>
          <a:lstStyle/>
          <a:p>
            <a:r>
              <a:rPr lang="en-US" dirty="0"/>
              <a:t>Equity Payouts: Dividends and Share Repurchases</a:t>
            </a:r>
          </a:p>
        </p:txBody>
      </p:sp>
      <p:sp>
        <p:nvSpPr>
          <p:cNvPr id="2" name="Slide Number Placeholder 1"/>
          <p:cNvSpPr>
            <a:spLocks noGrp="1"/>
          </p:cNvSpPr>
          <p:nvPr>
            <p:ph type="sldNum" sz="quarter" idx="10"/>
          </p:nvPr>
        </p:nvSpPr>
        <p:spPr/>
        <p:txBody>
          <a:bodyPr/>
          <a:lstStyle/>
          <a:p>
            <a:fld id="{22D706CB-156B-8643-9A07-D8448DABBCBD}" type="slidenum">
              <a:rPr lang="en-US" altLang="en-US" smtClean="0"/>
              <a:pPr/>
              <a:t>28</a:t>
            </a:fld>
            <a:endParaRPr lang="en-US" altLang="en-US" dirty="0"/>
          </a:p>
        </p:txBody>
      </p:sp>
      <p:sp>
        <p:nvSpPr>
          <p:cNvPr id="3" name="Footer Placeholder 2"/>
          <p:cNvSpPr>
            <a:spLocks noGrp="1"/>
          </p:cNvSpPr>
          <p:nvPr>
            <p:ph type="ftr" sz="quarter" idx="11"/>
          </p:nvPr>
        </p:nvSpPr>
        <p:spPr/>
        <p:txBody>
          <a:bodyPr/>
          <a:lstStyle/>
          <a:p>
            <a:pPr>
              <a:defRPr/>
            </a:pPr>
            <a:r>
              <a:rPr lang="en-US"/>
              <a:t>Redemptions</a:t>
            </a:r>
            <a:endParaRPr lang="en-US" dirty="0"/>
          </a:p>
        </p:txBody>
      </p:sp>
    </p:spTree>
    <p:extLst>
      <p:ext uri="{BB962C8B-B14F-4D97-AF65-F5344CB8AC3E}">
        <p14:creationId xmlns:p14="http://schemas.microsoft.com/office/powerpoint/2010/main" val="408840322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2ECE9EAD-5815-79D9-ED9D-E402C6A1EF74}"/>
              </a:ext>
            </a:extLst>
          </p:cNvPr>
          <p:cNvSpPr>
            <a:spLocks noGrp="1"/>
          </p:cNvSpPr>
          <p:nvPr>
            <p:ph idx="1"/>
          </p:nvPr>
        </p:nvSpPr>
        <p:spPr/>
        <p:txBody>
          <a:bodyPr/>
          <a:lstStyle/>
          <a:p>
            <a:r>
              <a:rPr lang="en-US" dirty="0"/>
              <a:t>1% excise tax on the FMV of repurchased stock of US, publicly traded corporations (</a:t>
            </a:r>
            <a:r>
              <a:rPr lang="en-US" i="1" dirty="0"/>
              <a:t>covered corporation</a:t>
            </a:r>
            <a:r>
              <a:rPr lang="en-US" dirty="0"/>
              <a:t>) </a:t>
            </a:r>
            <a:r>
              <a:rPr lang="en-US" i="1" dirty="0"/>
              <a:t>reduced</a:t>
            </a:r>
            <a:r>
              <a:rPr lang="en-US" dirty="0"/>
              <a:t> by the FMV of any stock issued by a covered corporation.</a:t>
            </a:r>
          </a:p>
          <a:p>
            <a:endParaRPr lang="en-US" dirty="0"/>
          </a:p>
          <a:p>
            <a:r>
              <a:rPr lang="en-US" dirty="0"/>
              <a:t>Repurchase</a:t>
            </a:r>
          </a:p>
          <a:p>
            <a:pPr lvl="1"/>
            <a:r>
              <a:rPr lang="en-US" dirty="0"/>
              <a:t>Redemption  (§317(b)) or economically similar transaction</a:t>
            </a:r>
          </a:p>
          <a:p>
            <a:pPr lvl="1"/>
            <a:r>
              <a:rPr lang="en-US" dirty="0"/>
              <a:t>Purchase by </a:t>
            </a:r>
            <a:r>
              <a:rPr lang="en-US" i="1" dirty="0"/>
              <a:t>specified affiliates </a:t>
            </a:r>
            <a:r>
              <a:rPr lang="en-US" dirty="0"/>
              <a:t>(&gt;50% owned corporations or partnerships) treated as repurchase by covered corporation</a:t>
            </a:r>
          </a:p>
          <a:p>
            <a:endParaRPr lang="en-US" dirty="0"/>
          </a:p>
          <a:p>
            <a:r>
              <a:rPr lang="en-US" dirty="0"/>
              <a:t>Exceptions</a:t>
            </a:r>
          </a:p>
          <a:p>
            <a:pPr lvl="1"/>
            <a:r>
              <a:rPr lang="en-US" dirty="0"/>
              <a:t>repurchases part of reorganization</a:t>
            </a:r>
          </a:p>
          <a:p>
            <a:pPr lvl="1"/>
            <a:r>
              <a:rPr lang="en-US" dirty="0"/>
              <a:t>total value of stock repurchased doesn’t exceed 1MM</a:t>
            </a:r>
          </a:p>
          <a:p>
            <a:pPr lvl="1"/>
            <a:r>
              <a:rPr lang="en-US" dirty="0"/>
              <a:t>repurchases by ETFs, MFs, or REITs</a:t>
            </a:r>
          </a:p>
          <a:p>
            <a:pPr lvl="1"/>
            <a:r>
              <a:rPr lang="en-US" b="1" dirty="0">
                <a:solidFill>
                  <a:srgbClr val="FF0000"/>
                </a:solidFill>
              </a:rPr>
              <a:t>repurchases treated as a dividend</a:t>
            </a:r>
          </a:p>
        </p:txBody>
      </p:sp>
      <p:sp>
        <p:nvSpPr>
          <p:cNvPr id="3" name="Title 2">
            <a:extLst>
              <a:ext uri="{FF2B5EF4-FFF2-40B4-BE49-F238E27FC236}">
                <a16:creationId xmlns:a16="http://schemas.microsoft.com/office/drawing/2014/main" id="{7ED6AA2D-59F8-873F-684C-F094ECB6B29A}"/>
              </a:ext>
            </a:extLst>
          </p:cNvPr>
          <p:cNvSpPr>
            <a:spLocks noGrp="1"/>
          </p:cNvSpPr>
          <p:nvPr>
            <p:ph type="title"/>
          </p:nvPr>
        </p:nvSpPr>
        <p:spPr/>
        <p:txBody>
          <a:bodyPr/>
          <a:lstStyle/>
          <a:p>
            <a:r>
              <a:rPr lang="en-US" dirty="0"/>
              <a:t>New (and not improved) </a:t>
            </a:r>
            <a:r>
              <a:rPr lang="en-US" sz="2400" dirty="0"/>
              <a:t>§4501: 1% Excise Tax on Redemptions</a:t>
            </a:r>
            <a:endParaRPr lang="en-US" dirty="0"/>
          </a:p>
        </p:txBody>
      </p:sp>
      <p:sp>
        <p:nvSpPr>
          <p:cNvPr id="4" name="Slide Number Placeholder 3">
            <a:extLst>
              <a:ext uri="{FF2B5EF4-FFF2-40B4-BE49-F238E27FC236}">
                <a16:creationId xmlns:a16="http://schemas.microsoft.com/office/drawing/2014/main" id="{C809835D-8603-CEDB-720C-0D3B7A847B05}"/>
              </a:ext>
            </a:extLst>
          </p:cNvPr>
          <p:cNvSpPr>
            <a:spLocks noGrp="1"/>
          </p:cNvSpPr>
          <p:nvPr>
            <p:ph type="sldNum" sz="quarter" idx="10"/>
          </p:nvPr>
        </p:nvSpPr>
        <p:spPr/>
        <p:txBody>
          <a:bodyPr/>
          <a:lstStyle/>
          <a:p>
            <a:fld id="{7B3E355C-57B9-BC4B-95D8-406A1F834537}" type="slidenum">
              <a:rPr lang="en-US" altLang="en-US" smtClean="0"/>
              <a:pPr/>
              <a:t>29</a:t>
            </a:fld>
            <a:endParaRPr lang="en-US" altLang="en-US" dirty="0"/>
          </a:p>
        </p:txBody>
      </p:sp>
      <p:sp>
        <p:nvSpPr>
          <p:cNvPr id="5" name="Footer Placeholder 4">
            <a:extLst>
              <a:ext uri="{FF2B5EF4-FFF2-40B4-BE49-F238E27FC236}">
                <a16:creationId xmlns:a16="http://schemas.microsoft.com/office/drawing/2014/main" id="{2D2A73F2-8BD4-E61F-AABE-1836919AA3E3}"/>
              </a:ext>
            </a:extLst>
          </p:cNvPr>
          <p:cNvSpPr>
            <a:spLocks noGrp="1"/>
          </p:cNvSpPr>
          <p:nvPr>
            <p:ph type="ftr" sz="quarter" idx="11"/>
          </p:nvPr>
        </p:nvSpPr>
        <p:spPr/>
        <p:txBody>
          <a:bodyPr/>
          <a:lstStyle/>
          <a:p>
            <a:pPr>
              <a:defRPr/>
            </a:pPr>
            <a:r>
              <a:rPr lang="en-US"/>
              <a:t>Redemptions</a:t>
            </a:r>
            <a:endParaRPr lang="en-US" dirty="0"/>
          </a:p>
        </p:txBody>
      </p:sp>
    </p:spTree>
    <p:extLst>
      <p:ext uri="{BB962C8B-B14F-4D97-AF65-F5344CB8AC3E}">
        <p14:creationId xmlns:p14="http://schemas.microsoft.com/office/powerpoint/2010/main" val="40891241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7" end="7"/>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
                                            <p:txEl>
                                              <p:pRg st="8" end="8"/>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2">
                                            <p:txEl>
                                              <p:pRg st="9" end="9"/>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2">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Content Placeholder 6">
            <a:extLst>
              <a:ext uri="{FF2B5EF4-FFF2-40B4-BE49-F238E27FC236}">
                <a16:creationId xmlns:a16="http://schemas.microsoft.com/office/drawing/2014/main" id="{775CB669-D3DA-7A47-94DC-3A070792CFF2}"/>
              </a:ext>
            </a:extLst>
          </p:cNvPr>
          <p:cNvPicPr>
            <a:picLocks noGrp="1" noChangeAspect="1"/>
          </p:cNvPicPr>
          <p:nvPr>
            <p:ph idx="1"/>
          </p:nvPr>
        </p:nvPicPr>
        <p:blipFill>
          <a:blip r:embed="rId2"/>
          <a:stretch>
            <a:fillRect/>
          </a:stretch>
        </p:blipFill>
        <p:spPr>
          <a:xfrm>
            <a:off x="512063" y="539293"/>
            <a:ext cx="10824803" cy="4761912"/>
          </a:xfrm>
        </p:spPr>
      </p:pic>
      <p:sp>
        <p:nvSpPr>
          <p:cNvPr id="3" name="Title 2">
            <a:extLst>
              <a:ext uri="{FF2B5EF4-FFF2-40B4-BE49-F238E27FC236}">
                <a16:creationId xmlns:a16="http://schemas.microsoft.com/office/drawing/2014/main" id="{46A5F442-083B-874F-AC8E-47AEF890BC33}"/>
              </a:ext>
            </a:extLst>
          </p:cNvPr>
          <p:cNvSpPr>
            <a:spLocks noGrp="1"/>
          </p:cNvSpPr>
          <p:nvPr>
            <p:ph type="title"/>
          </p:nvPr>
        </p:nvSpPr>
        <p:spPr/>
        <p:txBody>
          <a:bodyPr/>
          <a:lstStyle/>
          <a:p>
            <a:r>
              <a:rPr lang="en-US" dirty="0"/>
              <a:t>Political Concerns with Buybacks</a:t>
            </a:r>
          </a:p>
        </p:txBody>
      </p:sp>
      <p:sp>
        <p:nvSpPr>
          <p:cNvPr id="4" name="Slide Number Placeholder 3">
            <a:extLst>
              <a:ext uri="{FF2B5EF4-FFF2-40B4-BE49-F238E27FC236}">
                <a16:creationId xmlns:a16="http://schemas.microsoft.com/office/drawing/2014/main" id="{5FDAF8FC-AF1E-6545-8AC3-E0BC3FF2EB2C}"/>
              </a:ext>
            </a:extLst>
          </p:cNvPr>
          <p:cNvSpPr>
            <a:spLocks noGrp="1"/>
          </p:cNvSpPr>
          <p:nvPr>
            <p:ph type="sldNum" sz="quarter" idx="10"/>
          </p:nvPr>
        </p:nvSpPr>
        <p:spPr/>
        <p:txBody>
          <a:bodyPr/>
          <a:lstStyle/>
          <a:p>
            <a:fld id="{7B3E355C-57B9-BC4B-95D8-406A1F834537}" type="slidenum">
              <a:rPr lang="en-US" altLang="en-US" smtClean="0"/>
              <a:pPr/>
              <a:t>30</a:t>
            </a:fld>
            <a:endParaRPr lang="en-US" altLang="en-US"/>
          </a:p>
        </p:txBody>
      </p:sp>
      <p:sp>
        <p:nvSpPr>
          <p:cNvPr id="5" name="Footer Placeholder 4">
            <a:extLst>
              <a:ext uri="{FF2B5EF4-FFF2-40B4-BE49-F238E27FC236}">
                <a16:creationId xmlns:a16="http://schemas.microsoft.com/office/drawing/2014/main" id="{6D000D2D-3EA0-E14C-8DA0-C32FDEB35B0C}"/>
              </a:ext>
            </a:extLst>
          </p:cNvPr>
          <p:cNvSpPr>
            <a:spLocks noGrp="1"/>
          </p:cNvSpPr>
          <p:nvPr>
            <p:ph type="ftr" sz="quarter" idx="11"/>
          </p:nvPr>
        </p:nvSpPr>
        <p:spPr/>
        <p:txBody>
          <a:bodyPr/>
          <a:lstStyle/>
          <a:p>
            <a:pPr>
              <a:defRPr/>
            </a:pPr>
            <a:r>
              <a:rPr lang="en-US"/>
              <a:t>Redemptions</a:t>
            </a:r>
            <a:endParaRPr lang="en-US" dirty="0"/>
          </a:p>
        </p:txBody>
      </p:sp>
      <p:cxnSp>
        <p:nvCxnSpPr>
          <p:cNvPr id="6" name="Straight Connector 5"/>
          <p:cNvCxnSpPr/>
          <p:nvPr/>
        </p:nvCxnSpPr>
        <p:spPr>
          <a:xfrm>
            <a:off x="685800" y="3141133"/>
            <a:ext cx="8009467" cy="0"/>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8" name="Straight Connector 7"/>
          <p:cNvCxnSpPr/>
          <p:nvPr/>
        </p:nvCxnSpPr>
        <p:spPr>
          <a:xfrm>
            <a:off x="5647267" y="4385733"/>
            <a:ext cx="5689600" cy="0"/>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10" name="Straight Connector 9"/>
          <p:cNvCxnSpPr/>
          <p:nvPr/>
        </p:nvCxnSpPr>
        <p:spPr>
          <a:xfrm>
            <a:off x="1219200" y="5054599"/>
            <a:ext cx="8009467" cy="0"/>
          </a:xfrm>
          <a:prstGeom prst="line">
            <a:avLst/>
          </a:prstGeom>
          <a:ln w="38100"/>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31026836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Content Placeholder 6" descr="A person wearing glasses&#10;&#10;Description automatically generated with medium confidence">
            <a:extLst>
              <a:ext uri="{FF2B5EF4-FFF2-40B4-BE49-F238E27FC236}">
                <a16:creationId xmlns:a16="http://schemas.microsoft.com/office/drawing/2014/main" id="{DEDE1BE5-FA51-58D8-48FD-127DAB05C8A2}"/>
              </a:ext>
            </a:extLst>
          </p:cNvPr>
          <p:cNvPicPr>
            <a:picLocks noGrp="1" noChangeAspect="1"/>
          </p:cNvPicPr>
          <p:nvPr>
            <p:ph idx="1"/>
          </p:nvPr>
        </p:nvPicPr>
        <p:blipFill>
          <a:blip r:embed="rId2"/>
          <a:stretch>
            <a:fillRect/>
          </a:stretch>
        </p:blipFill>
        <p:spPr>
          <a:xfrm>
            <a:off x="6710766" y="677908"/>
            <a:ext cx="4892560" cy="3861042"/>
          </a:xfrm>
        </p:spPr>
      </p:pic>
      <p:sp>
        <p:nvSpPr>
          <p:cNvPr id="3" name="Title 2">
            <a:extLst>
              <a:ext uri="{FF2B5EF4-FFF2-40B4-BE49-F238E27FC236}">
                <a16:creationId xmlns:a16="http://schemas.microsoft.com/office/drawing/2014/main" id="{4AACA588-3622-6EDE-C0F7-BE796A79D7FB}"/>
              </a:ext>
            </a:extLst>
          </p:cNvPr>
          <p:cNvSpPr>
            <a:spLocks noGrp="1"/>
          </p:cNvSpPr>
          <p:nvPr>
            <p:ph type="title"/>
          </p:nvPr>
        </p:nvSpPr>
        <p:spPr/>
        <p:txBody>
          <a:bodyPr/>
          <a:lstStyle/>
          <a:p>
            <a:r>
              <a:rPr lang="en-US" dirty="0"/>
              <a:t>Political Concerns with Buybacks</a:t>
            </a:r>
          </a:p>
        </p:txBody>
      </p:sp>
      <p:sp>
        <p:nvSpPr>
          <p:cNvPr id="4" name="Slide Number Placeholder 3">
            <a:extLst>
              <a:ext uri="{FF2B5EF4-FFF2-40B4-BE49-F238E27FC236}">
                <a16:creationId xmlns:a16="http://schemas.microsoft.com/office/drawing/2014/main" id="{A162BEE7-2735-A791-7C51-F71D7A9707B5}"/>
              </a:ext>
            </a:extLst>
          </p:cNvPr>
          <p:cNvSpPr>
            <a:spLocks noGrp="1"/>
          </p:cNvSpPr>
          <p:nvPr>
            <p:ph type="sldNum" sz="quarter" idx="10"/>
          </p:nvPr>
        </p:nvSpPr>
        <p:spPr/>
        <p:txBody>
          <a:bodyPr/>
          <a:lstStyle/>
          <a:p>
            <a:fld id="{7B3E355C-57B9-BC4B-95D8-406A1F834537}" type="slidenum">
              <a:rPr lang="en-US" altLang="en-US" smtClean="0"/>
              <a:pPr/>
              <a:t>31</a:t>
            </a:fld>
            <a:endParaRPr lang="en-US" altLang="en-US"/>
          </a:p>
        </p:txBody>
      </p:sp>
      <p:sp>
        <p:nvSpPr>
          <p:cNvPr id="5" name="Footer Placeholder 4">
            <a:extLst>
              <a:ext uri="{FF2B5EF4-FFF2-40B4-BE49-F238E27FC236}">
                <a16:creationId xmlns:a16="http://schemas.microsoft.com/office/drawing/2014/main" id="{9B13283A-D8AF-F7A2-BEFF-7D15099E13FF}"/>
              </a:ext>
            </a:extLst>
          </p:cNvPr>
          <p:cNvSpPr>
            <a:spLocks noGrp="1"/>
          </p:cNvSpPr>
          <p:nvPr>
            <p:ph type="ftr" sz="quarter" idx="11"/>
          </p:nvPr>
        </p:nvSpPr>
        <p:spPr/>
        <p:txBody>
          <a:bodyPr/>
          <a:lstStyle/>
          <a:p>
            <a:pPr>
              <a:defRPr/>
            </a:pPr>
            <a:r>
              <a:rPr lang="en-US"/>
              <a:t>Redemptions</a:t>
            </a:r>
            <a:endParaRPr lang="en-US" dirty="0"/>
          </a:p>
        </p:txBody>
      </p:sp>
      <p:sp>
        <p:nvSpPr>
          <p:cNvPr id="8" name="TextBox 7">
            <a:extLst>
              <a:ext uri="{FF2B5EF4-FFF2-40B4-BE49-F238E27FC236}">
                <a16:creationId xmlns:a16="http://schemas.microsoft.com/office/drawing/2014/main" id="{DF609D55-FDDF-0630-C763-24175499CDD9}"/>
              </a:ext>
            </a:extLst>
          </p:cNvPr>
          <p:cNvSpPr txBox="1"/>
          <p:nvPr/>
        </p:nvSpPr>
        <p:spPr>
          <a:xfrm>
            <a:off x="588674" y="956877"/>
            <a:ext cx="5734633" cy="4154984"/>
          </a:xfrm>
          <a:prstGeom prst="rect">
            <a:avLst/>
          </a:prstGeom>
          <a:noFill/>
        </p:spPr>
        <p:txBody>
          <a:bodyPr wrap="square" rtlCol="0">
            <a:spAutoFit/>
          </a:bodyPr>
          <a:lstStyle/>
          <a:p>
            <a:r>
              <a:rPr lang="en-US" sz="2400" b="0" i="0" dirty="0">
                <a:solidFill>
                  <a:srgbClr val="000000"/>
                </a:solidFill>
                <a:effectLst/>
                <a:latin typeface="Georgia" panose="02040502050405020303" pitchFamily="18" charset="0"/>
              </a:rPr>
              <a:t>“I hate stock buybacks,” Senate Majority Leader Chuck Schumer (D-N.Y.) said Friday. “I think they’re one of the most self-serving things that corporate America does. Instead of investing in workers and in training and in research and in equipment, they simply — they don’t do a thing to make their company better and they artificially raise the stock price by just reducing the number of shares.”</a:t>
            </a:r>
            <a:endParaRPr lang="en-US" sz="2400" dirty="0"/>
          </a:p>
        </p:txBody>
      </p:sp>
      <p:sp>
        <p:nvSpPr>
          <p:cNvPr id="9" name="TextBox 8">
            <a:extLst>
              <a:ext uri="{FF2B5EF4-FFF2-40B4-BE49-F238E27FC236}">
                <a16:creationId xmlns:a16="http://schemas.microsoft.com/office/drawing/2014/main" id="{58A0B124-B2A4-F33F-F356-7B6AAC60D520}"/>
              </a:ext>
            </a:extLst>
          </p:cNvPr>
          <p:cNvSpPr txBox="1"/>
          <p:nvPr/>
        </p:nvSpPr>
        <p:spPr>
          <a:xfrm>
            <a:off x="759417" y="5280988"/>
            <a:ext cx="1207831" cy="276999"/>
          </a:xfrm>
          <a:prstGeom prst="rect">
            <a:avLst/>
          </a:prstGeom>
          <a:noFill/>
        </p:spPr>
        <p:txBody>
          <a:bodyPr wrap="none" rtlCol="0">
            <a:spAutoFit/>
          </a:bodyPr>
          <a:lstStyle/>
          <a:p>
            <a:r>
              <a:rPr lang="en-US" sz="1200" dirty="0"/>
              <a:t>Politico (8/5/22)</a:t>
            </a:r>
          </a:p>
        </p:txBody>
      </p:sp>
      <p:cxnSp>
        <p:nvCxnSpPr>
          <p:cNvPr id="6" name="Straight Connector 5">
            <a:extLst>
              <a:ext uri="{FF2B5EF4-FFF2-40B4-BE49-F238E27FC236}">
                <a16:creationId xmlns:a16="http://schemas.microsoft.com/office/drawing/2014/main" id="{63AF0823-73C0-0423-1C82-181346B6E5F8}"/>
              </a:ext>
            </a:extLst>
          </p:cNvPr>
          <p:cNvCxnSpPr/>
          <p:nvPr/>
        </p:nvCxnSpPr>
        <p:spPr>
          <a:xfrm>
            <a:off x="1967248" y="4305300"/>
            <a:ext cx="4356059" cy="0"/>
          </a:xfrm>
          <a:prstGeom prst="line">
            <a:avLst/>
          </a:prstGeom>
          <a:ln w="41275"/>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5BF5614F-1C11-73E3-A5DC-D5B214AB1933}"/>
              </a:ext>
            </a:extLst>
          </p:cNvPr>
          <p:cNvCxnSpPr>
            <a:cxnSpLocks/>
          </p:cNvCxnSpPr>
          <p:nvPr/>
        </p:nvCxnSpPr>
        <p:spPr>
          <a:xfrm>
            <a:off x="588674" y="4699000"/>
            <a:ext cx="5037426" cy="0"/>
          </a:xfrm>
          <a:prstGeom prst="line">
            <a:avLst/>
          </a:prstGeom>
          <a:ln w="41275"/>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B676707E-3CDD-7E05-B592-9AA18614CE9F}"/>
              </a:ext>
            </a:extLst>
          </p:cNvPr>
          <p:cNvCxnSpPr>
            <a:cxnSpLocks/>
          </p:cNvCxnSpPr>
          <p:nvPr/>
        </p:nvCxnSpPr>
        <p:spPr>
          <a:xfrm>
            <a:off x="759417" y="5093700"/>
            <a:ext cx="922885" cy="0"/>
          </a:xfrm>
          <a:prstGeom prst="line">
            <a:avLst/>
          </a:prstGeom>
          <a:ln w="41275"/>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76373255"/>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FCFBD7D4-583E-FE21-7A8D-9F998EDD1BAA}"/>
              </a:ext>
            </a:extLst>
          </p:cNvPr>
          <p:cNvSpPr>
            <a:spLocks noGrp="1"/>
          </p:cNvSpPr>
          <p:nvPr>
            <p:ph idx="1"/>
          </p:nvPr>
        </p:nvSpPr>
        <p:spPr/>
        <p:txBody>
          <a:bodyPr>
            <a:normAutofit/>
          </a:bodyPr>
          <a:lstStyle/>
          <a:p>
            <a:r>
              <a:rPr lang="en-US" sz="2000" dirty="0"/>
              <a:t>A very minor gain in per-share intrinsic value took place in 2022 through Berkshire share repurchases as well as similar moves at Apple and American Express, both significant investees of ours. At Berkshire, we directly increased your interest in our unique collection of businesses by repurchasing 1.2% of the company’s outstanding shares. At Apple and Amex, repurchases increased Berkshire’s ownership a bit without any cost to us. </a:t>
            </a:r>
          </a:p>
          <a:p>
            <a:r>
              <a:rPr lang="en-US" sz="2000" dirty="0"/>
              <a:t>The math isn’t complicated: When the share count goes down, your interest in our many businesses goes up. Every small bit helps </a:t>
            </a:r>
            <a:r>
              <a:rPr lang="en-US" sz="2000" b="1" dirty="0"/>
              <a:t>if repurchases are made at value-accretive prices</a:t>
            </a:r>
            <a:r>
              <a:rPr lang="en-US" sz="2000" dirty="0"/>
              <a:t>. Just as surely, </a:t>
            </a:r>
            <a:r>
              <a:rPr lang="en-US" sz="2000" b="1" dirty="0"/>
              <a:t>when a company overpays for repurchases, the continuing shareholders lose</a:t>
            </a:r>
            <a:r>
              <a:rPr lang="en-US" sz="2000" dirty="0"/>
              <a:t>. At such times, gains flow only to the selling shareholders and to the friendly, but expensive, investment banker who recommended the foolish purchases. </a:t>
            </a:r>
            <a:r>
              <a:rPr lang="en-US" sz="2000" b="1" dirty="0"/>
              <a:t>Gains from value-accretive repurchases, it should be emphasized, benefit all owners – in every respect. </a:t>
            </a:r>
            <a:r>
              <a:rPr lang="en-US" sz="2000" dirty="0"/>
              <a:t>Imagine, if you will, three fully-informed shareholders of a local auto dealership, one of whom manages the business. Imagine, further, that one of the passive owners wishes to sell his interest back to the company at a price attractive to the two continuing shareholders. When completed, has this transaction harmed anyone? Is the manager somehow favored over the continuing passive owners? Has the public been hurt? </a:t>
            </a:r>
          </a:p>
          <a:p>
            <a:r>
              <a:rPr lang="en-US" sz="2000" b="1" dirty="0"/>
              <a:t>When you are told that all repurchases are harmful to shareholders or to the country, or particularly beneficial to CEOs, you are listening to either an economic illiterate or a silver-tongued demagogue (characters that are not mutually exclusive).</a:t>
            </a:r>
          </a:p>
        </p:txBody>
      </p:sp>
      <p:sp>
        <p:nvSpPr>
          <p:cNvPr id="3" name="Title 2">
            <a:extLst>
              <a:ext uri="{FF2B5EF4-FFF2-40B4-BE49-F238E27FC236}">
                <a16:creationId xmlns:a16="http://schemas.microsoft.com/office/drawing/2014/main" id="{EDDAA91F-0117-AB2E-5C1D-BBD4D1B3AA58}"/>
              </a:ext>
            </a:extLst>
          </p:cNvPr>
          <p:cNvSpPr>
            <a:spLocks noGrp="1"/>
          </p:cNvSpPr>
          <p:nvPr>
            <p:ph type="title"/>
          </p:nvPr>
        </p:nvSpPr>
        <p:spPr/>
        <p:txBody>
          <a:bodyPr/>
          <a:lstStyle/>
          <a:p>
            <a:r>
              <a:rPr lang="en-US" dirty="0"/>
              <a:t>Warren Buffet: 2022 Letter to Shareholders</a:t>
            </a:r>
          </a:p>
        </p:txBody>
      </p:sp>
      <p:sp>
        <p:nvSpPr>
          <p:cNvPr id="4" name="Slide Number Placeholder 3">
            <a:extLst>
              <a:ext uri="{FF2B5EF4-FFF2-40B4-BE49-F238E27FC236}">
                <a16:creationId xmlns:a16="http://schemas.microsoft.com/office/drawing/2014/main" id="{8458CEA3-3AD4-0249-76D9-C5ABFFAC32AB}"/>
              </a:ext>
            </a:extLst>
          </p:cNvPr>
          <p:cNvSpPr>
            <a:spLocks noGrp="1"/>
          </p:cNvSpPr>
          <p:nvPr>
            <p:ph type="sldNum" sz="quarter" idx="10"/>
          </p:nvPr>
        </p:nvSpPr>
        <p:spPr/>
        <p:txBody>
          <a:bodyPr/>
          <a:lstStyle/>
          <a:p>
            <a:fld id="{7B3E355C-57B9-BC4B-95D8-406A1F834537}" type="slidenum">
              <a:rPr lang="en-US" altLang="en-US" smtClean="0"/>
              <a:pPr/>
              <a:t>32</a:t>
            </a:fld>
            <a:endParaRPr lang="en-US" altLang="en-US" dirty="0"/>
          </a:p>
        </p:txBody>
      </p:sp>
      <p:sp>
        <p:nvSpPr>
          <p:cNvPr id="5" name="Footer Placeholder 4">
            <a:extLst>
              <a:ext uri="{FF2B5EF4-FFF2-40B4-BE49-F238E27FC236}">
                <a16:creationId xmlns:a16="http://schemas.microsoft.com/office/drawing/2014/main" id="{0535E359-4332-2FE5-EAA8-5CA97FEB8F2B}"/>
              </a:ext>
            </a:extLst>
          </p:cNvPr>
          <p:cNvSpPr>
            <a:spLocks noGrp="1"/>
          </p:cNvSpPr>
          <p:nvPr>
            <p:ph type="ftr" sz="quarter" idx="11"/>
          </p:nvPr>
        </p:nvSpPr>
        <p:spPr/>
        <p:txBody>
          <a:bodyPr/>
          <a:lstStyle/>
          <a:p>
            <a:pPr>
              <a:defRPr/>
            </a:pPr>
            <a:r>
              <a:rPr lang="en-US"/>
              <a:t>Redemptions</a:t>
            </a:r>
            <a:endParaRPr lang="en-US" dirty="0"/>
          </a:p>
        </p:txBody>
      </p:sp>
    </p:spTree>
    <p:extLst>
      <p:ext uri="{BB962C8B-B14F-4D97-AF65-F5344CB8AC3E}">
        <p14:creationId xmlns:p14="http://schemas.microsoft.com/office/powerpoint/2010/main" val="2167511059"/>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Text Placeholder 1">
            <a:extLst>
              <a:ext uri="{FF2B5EF4-FFF2-40B4-BE49-F238E27FC236}">
                <a16:creationId xmlns:a16="http://schemas.microsoft.com/office/drawing/2014/main" id="{329DE2B9-0F85-362E-AF75-8E873EEAC822}"/>
              </a:ext>
            </a:extLst>
          </p:cNvPr>
          <p:cNvSpPr>
            <a:spLocks noGrp="1"/>
          </p:cNvSpPr>
          <p:nvPr>
            <p:ph type="body" idx="1"/>
          </p:nvPr>
        </p:nvSpPr>
        <p:spPr>
          <a:xfrm>
            <a:off x="512064" y="805002"/>
            <a:ext cx="5386917" cy="380392"/>
          </a:xfrm>
        </p:spPr>
        <p:txBody>
          <a:bodyPr/>
          <a:lstStyle/>
          <a:p>
            <a:r>
              <a:rPr lang="en-US" dirty="0"/>
              <a:t>Buybacks</a:t>
            </a:r>
          </a:p>
        </p:txBody>
      </p:sp>
      <p:sp>
        <p:nvSpPr>
          <p:cNvPr id="20" name="Text Placeholder 2">
            <a:extLst>
              <a:ext uri="{FF2B5EF4-FFF2-40B4-BE49-F238E27FC236}">
                <a16:creationId xmlns:a16="http://schemas.microsoft.com/office/drawing/2014/main" id="{ECF4F117-D8DA-F6BF-4A9C-E891728ADC0D}"/>
              </a:ext>
            </a:extLst>
          </p:cNvPr>
          <p:cNvSpPr>
            <a:spLocks noGrp="1"/>
          </p:cNvSpPr>
          <p:nvPr>
            <p:ph type="body" idx="19"/>
          </p:nvPr>
        </p:nvSpPr>
        <p:spPr>
          <a:xfrm>
            <a:off x="6299200" y="814835"/>
            <a:ext cx="5386917" cy="380392"/>
          </a:xfrm>
        </p:spPr>
        <p:txBody>
          <a:bodyPr/>
          <a:lstStyle/>
          <a:p>
            <a:r>
              <a:rPr lang="en-US" dirty="0"/>
              <a:t>Dividends</a:t>
            </a:r>
          </a:p>
        </p:txBody>
      </p:sp>
      <p:pic>
        <p:nvPicPr>
          <p:cNvPr id="11" name="Content Placeholder 10" descr="Chart, histogram&#10;&#10;Description automatically generated">
            <a:extLst>
              <a:ext uri="{FF2B5EF4-FFF2-40B4-BE49-F238E27FC236}">
                <a16:creationId xmlns:a16="http://schemas.microsoft.com/office/drawing/2014/main" id="{676C78B7-6171-DF72-89C1-0AE4599A3AEC}"/>
              </a:ext>
            </a:extLst>
          </p:cNvPr>
          <p:cNvPicPr>
            <a:picLocks noGrp="1" noChangeAspect="1"/>
          </p:cNvPicPr>
          <p:nvPr>
            <p:ph sz="quarter" idx="20"/>
          </p:nvPr>
        </p:nvPicPr>
        <p:blipFill rotWithShape="1">
          <a:blip r:embed="rId2"/>
          <a:srcRect t="2152"/>
          <a:stretch/>
        </p:blipFill>
        <p:spPr>
          <a:xfrm>
            <a:off x="505883" y="1584716"/>
            <a:ext cx="5388864" cy="4458449"/>
          </a:xfrm>
          <a:prstGeom prst="rect">
            <a:avLst/>
          </a:prstGeom>
          <a:noFill/>
        </p:spPr>
      </p:pic>
      <p:pic>
        <p:nvPicPr>
          <p:cNvPr id="13" name="Picture 12" descr="Chart, histogram&#10;&#10;Description automatically generated">
            <a:extLst>
              <a:ext uri="{FF2B5EF4-FFF2-40B4-BE49-F238E27FC236}">
                <a16:creationId xmlns:a16="http://schemas.microsoft.com/office/drawing/2014/main" id="{1FC977C6-3B61-986E-254B-9938F75B7E20}"/>
              </a:ext>
            </a:extLst>
          </p:cNvPr>
          <p:cNvPicPr>
            <a:picLocks noChangeAspect="1"/>
          </p:cNvPicPr>
          <p:nvPr/>
        </p:nvPicPr>
        <p:blipFill rotWithShape="1">
          <a:blip r:embed="rId3"/>
          <a:srcRect t="2152"/>
          <a:stretch/>
        </p:blipFill>
        <p:spPr>
          <a:xfrm>
            <a:off x="6299200" y="1584716"/>
            <a:ext cx="5388864" cy="4458449"/>
          </a:xfrm>
          <a:prstGeom prst="rect">
            <a:avLst/>
          </a:prstGeom>
          <a:noFill/>
          <a:ln>
            <a:solidFill>
              <a:srgbClr val="C0C0C0"/>
            </a:solidFill>
          </a:ln>
        </p:spPr>
      </p:pic>
      <p:sp>
        <p:nvSpPr>
          <p:cNvPr id="4" name="Slide Number Placeholder 3">
            <a:extLst>
              <a:ext uri="{FF2B5EF4-FFF2-40B4-BE49-F238E27FC236}">
                <a16:creationId xmlns:a16="http://schemas.microsoft.com/office/drawing/2014/main" id="{E78A3239-612D-D1EA-A241-D06C78E25496}"/>
              </a:ext>
            </a:extLst>
          </p:cNvPr>
          <p:cNvSpPr>
            <a:spLocks noGrp="1"/>
          </p:cNvSpPr>
          <p:nvPr>
            <p:ph type="sldNum" sz="quarter" idx="22"/>
          </p:nvPr>
        </p:nvSpPr>
        <p:spPr>
          <a:xfrm>
            <a:off x="11480800" y="6436634"/>
            <a:ext cx="609600" cy="365125"/>
          </a:xfrm>
        </p:spPr>
        <p:txBody>
          <a:bodyPr wrap="square" anchor="ctr">
            <a:normAutofit/>
          </a:bodyPr>
          <a:lstStyle/>
          <a:p>
            <a:pPr>
              <a:spcAft>
                <a:spcPts val="600"/>
              </a:spcAft>
            </a:pPr>
            <a:fld id="{7B3E355C-57B9-BC4B-95D8-406A1F834537}" type="slidenum">
              <a:rPr lang="en-US" altLang="en-US" smtClean="0"/>
              <a:pPr>
                <a:spcAft>
                  <a:spcPts val="600"/>
                </a:spcAft>
              </a:pPr>
              <a:t>33</a:t>
            </a:fld>
            <a:endParaRPr lang="en-US" altLang="en-US"/>
          </a:p>
        </p:txBody>
      </p:sp>
      <p:sp>
        <p:nvSpPr>
          <p:cNvPr id="5" name="Footer Placeholder 4">
            <a:extLst>
              <a:ext uri="{FF2B5EF4-FFF2-40B4-BE49-F238E27FC236}">
                <a16:creationId xmlns:a16="http://schemas.microsoft.com/office/drawing/2014/main" id="{90B8DC62-FF81-D788-A2AF-929273016D2C}"/>
              </a:ext>
            </a:extLst>
          </p:cNvPr>
          <p:cNvSpPr>
            <a:spLocks noGrp="1"/>
          </p:cNvSpPr>
          <p:nvPr>
            <p:ph type="ftr" sz="quarter" idx="23"/>
          </p:nvPr>
        </p:nvSpPr>
        <p:spPr>
          <a:xfrm>
            <a:off x="4165600" y="6442487"/>
            <a:ext cx="3860800" cy="365125"/>
          </a:xfrm>
        </p:spPr>
        <p:txBody>
          <a:bodyPr wrap="square" anchor="ctr">
            <a:normAutofit/>
          </a:bodyPr>
          <a:lstStyle/>
          <a:p>
            <a:pPr>
              <a:spcAft>
                <a:spcPts val="600"/>
              </a:spcAft>
              <a:defRPr/>
            </a:pPr>
            <a:r>
              <a:rPr lang="en-US"/>
              <a:t>Redemptions</a:t>
            </a:r>
          </a:p>
        </p:txBody>
      </p:sp>
      <p:sp>
        <p:nvSpPr>
          <p:cNvPr id="3" name="Title 2">
            <a:extLst>
              <a:ext uri="{FF2B5EF4-FFF2-40B4-BE49-F238E27FC236}">
                <a16:creationId xmlns:a16="http://schemas.microsoft.com/office/drawing/2014/main" id="{4E84FAE6-A95B-7BFF-5B12-7CB1427926D0}"/>
              </a:ext>
            </a:extLst>
          </p:cNvPr>
          <p:cNvSpPr>
            <a:spLocks noGrp="1"/>
          </p:cNvSpPr>
          <p:nvPr>
            <p:ph type="title"/>
          </p:nvPr>
        </p:nvSpPr>
        <p:spPr>
          <a:xfrm>
            <a:off x="512064" y="2"/>
            <a:ext cx="11277600" cy="389593"/>
          </a:xfrm>
        </p:spPr>
        <p:txBody>
          <a:bodyPr wrap="square" anchor="b">
            <a:normAutofit/>
          </a:bodyPr>
          <a:lstStyle/>
          <a:p>
            <a:r>
              <a:rPr lang="en-US" dirty="0"/>
              <a:t>Buybacks and Dividends (1999-2025)</a:t>
            </a:r>
          </a:p>
        </p:txBody>
      </p:sp>
      <p:sp>
        <p:nvSpPr>
          <p:cNvPr id="14" name="TextBox 13">
            <a:extLst>
              <a:ext uri="{FF2B5EF4-FFF2-40B4-BE49-F238E27FC236}">
                <a16:creationId xmlns:a16="http://schemas.microsoft.com/office/drawing/2014/main" id="{98B04750-4000-E7BF-A27E-05D171A9363A}"/>
              </a:ext>
            </a:extLst>
          </p:cNvPr>
          <p:cNvSpPr txBox="1"/>
          <p:nvPr/>
        </p:nvSpPr>
        <p:spPr>
          <a:xfrm>
            <a:off x="4936487" y="6198404"/>
            <a:ext cx="2725426" cy="253916"/>
          </a:xfrm>
          <a:prstGeom prst="rect">
            <a:avLst/>
          </a:prstGeom>
          <a:noFill/>
        </p:spPr>
        <p:txBody>
          <a:bodyPr wrap="none" rtlCol="0">
            <a:spAutoFit/>
          </a:bodyPr>
          <a:lstStyle/>
          <a:p>
            <a:r>
              <a:rPr lang="en-US" sz="1050" dirty="0"/>
              <a:t>Source: </a:t>
            </a:r>
            <a:r>
              <a:rPr lang="en-US" sz="1050" dirty="0" err="1"/>
              <a:t>Yardeni</a:t>
            </a:r>
            <a:r>
              <a:rPr lang="en-US" sz="1050" dirty="0"/>
              <a:t>, </a:t>
            </a:r>
            <a:r>
              <a:rPr lang="en-US" sz="1050" i="1" dirty="0"/>
              <a:t>SP500 BBs and </a:t>
            </a:r>
            <a:r>
              <a:rPr lang="en-US" sz="1050" i="1" dirty="0" err="1"/>
              <a:t>Divs</a:t>
            </a:r>
            <a:r>
              <a:rPr lang="en-US" sz="1050" i="1" dirty="0"/>
              <a:t> </a:t>
            </a:r>
            <a:r>
              <a:rPr lang="en-US" sz="1050" dirty="0"/>
              <a:t>(2/23/23)</a:t>
            </a:r>
          </a:p>
        </p:txBody>
      </p:sp>
    </p:spTree>
    <p:extLst>
      <p:ext uri="{BB962C8B-B14F-4D97-AF65-F5344CB8AC3E}">
        <p14:creationId xmlns:p14="http://schemas.microsoft.com/office/powerpoint/2010/main" val="581642533"/>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Content Placeholder 10" descr="Chart, histogram&#10;&#10;Description automatically generated">
            <a:extLst>
              <a:ext uri="{FF2B5EF4-FFF2-40B4-BE49-F238E27FC236}">
                <a16:creationId xmlns:a16="http://schemas.microsoft.com/office/drawing/2014/main" id="{47582B81-31A2-845D-A0D7-D6A4333F30DB}"/>
              </a:ext>
            </a:extLst>
          </p:cNvPr>
          <p:cNvPicPr>
            <a:picLocks noGrp="1" noChangeAspect="1"/>
          </p:cNvPicPr>
          <p:nvPr>
            <p:ph idx="1"/>
          </p:nvPr>
        </p:nvPicPr>
        <p:blipFill rotWithShape="1">
          <a:blip r:embed="rId2"/>
          <a:srcRect t="1627"/>
          <a:stretch/>
        </p:blipFill>
        <p:spPr>
          <a:xfrm>
            <a:off x="512063" y="671803"/>
            <a:ext cx="11277599" cy="5523724"/>
          </a:xfrm>
        </p:spPr>
      </p:pic>
      <p:sp>
        <p:nvSpPr>
          <p:cNvPr id="8" name="Title 7">
            <a:extLst>
              <a:ext uri="{FF2B5EF4-FFF2-40B4-BE49-F238E27FC236}">
                <a16:creationId xmlns:a16="http://schemas.microsoft.com/office/drawing/2014/main" id="{D01821AA-BCE2-1339-28C0-9EE4E2019D31}"/>
              </a:ext>
            </a:extLst>
          </p:cNvPr>
          <p:cNvSpPr>
            <a:spLocks noGrp="1"/>
          </p:cNvSpPr>
          <p:nvPr>
            <p:ph type="title"/>
          </p:nvPr>
        </p:nvSpPr>
        <p:spPr/>
        <p:txBody>
          <a:bodyPr/>
          <a:lstStyle/>
          <a:p>
            <a:r>
              <a:rPr lang="en-US" dirty="0"/>
              <a:t>S&amp;P 500 Yield from Buyback and Dividends</a:t>
            </a:r>
          </a:p>
        </p:txBody>
      </p:sp>
      <p:sp>
        <p:nvSpPr>
          <p:cNvPr id="6" name="Slide Number Placeholder 5">
            <a:extLst>
              <a:ext uri="{FF2B5EF4-FFF2-40B4-BE49-F238E27FC236}">
                <a16:creationId xmlns:a16="http://schemas.microsoft.com/office/drawing/2014/main" id="{F38F3DB0-C7AB-8FED-ADA3-344470F69DD7}"/>
              </a:ext>
            </a:extLst>
          </p:cNvPr>
          <p:cNvSpPr>
            <a:spLocks noGrp="1"/>
          </p:cNvSpPr>
          <p:nvPr>
            <p:ph type="sldNum" sz="quarter" idx="10"/>
          </p:nvPr>
        </p:nvSpPr>
        <p:spPr/>
        <p:txBody>
          <a:bodyPr/>
          <a:lstStyle/>
          <a:p>
            <a:fld id="{856F0A94-AD2E-974D-AF6B-04AF335E854A}" type="slidenum">
              <a:rPr lang="en-US" altLang="en-US" smtClean="0"/>
              <a:pPr/>
              <a:t>34</a:t>
            </a:fld>
            <a:endParaRPr lang="en-US" altLang="en-US"/>
          </a:p>
        </p:txBody>
      </p:sp>
      <p:sp>
        <p:nvSpPr>
          <p:cNvPr id="7" name="Footer Placeholder 6">
            <a:extLst>
              <a:ext uri="{FF2B5EF4-FFF2-40B4-BE49-F238E27FC236}">
                <a16:creationId xmlns:a16="http://schemas.microsoft.com/office/drawing/2014/main" id="{54BFF498-3C4E-0754-ED43-1D3BA969E18C}"/>
              </a:ext>
            </a:extLst>
          </p:cNvPr>
          <p:cNvSpPr>
            <a:spLocks noGrp="1"/>
          </p:cNvSpPr>
          <p:nvPr>
            <p:ph type="ftr" sz="quarter" idx="11"/>
          </p:nvPr>
        </p:nvSpPr>
        <p:spPr/>
        <p:txBody>
          <a:bodyPr/>
          <a:lstStyle/>
          <a:p>
            <a:pPr>
              <a:defRPr/>
            </a:pPr>
            <a:r>
              <a:rPr lang="en-US"/>
              <a:t>Redemptions</a:t>
            </a:r>
          </a:p>
        </p:txBody>
      </p:sp>
      <p:sp>
        <p:nvSpPr>
          <p:cNvPr id="12" name="TextBox 11">
            <a:extLst>
              <a:ext uri="{FF2B5EF4-FFF2-40B4-BE49-F238E27FC236}">
                <a16:creationId xmlns:a16="http://schemas.microsoft.com/office/drawing/2014/main" id="{48AB8BA8-FED5-39B3-F392-C76FD7F5B35B}"/>
              </a:ext>
            </a:extLst>
          </p:cNvPr>
          <p:cNvSpPr txBox="1"/>
          <p:nvPr/>
        </p:nvSpPr>
        <p:spPr>
          <a:xfrm>
            <a:off x="4936487" y="6198404"/>
            <a:ext cx="2725426" cy="253916"/>
          </a:xfrm>
          <a:prstGeom prst="rect">
            <a:avLst/>
          </a:prstGeom>
          <a:noFill/>
        </p:spPr>
        <p:txBody>
          <a:bodyPr wrap="none" rtlCol="0">
            <a:spAutoFit/>
          </a:bodyPr>
          <a:lstStyle/>
          <a:p>
            <a:r>
              <a:rPr lang="en-US" sz="1050" dirty="0"/>
              <a:t>Source: </a:t>
            </a:r>
            <a:r>
              <a:rPr lang="en-US" sz="1050" dirty="0" err="1"/>
              <a:t>Yardeni</a:t>
            </a:r>
            <a:r>
              <a:rPr lang="en-US" sz="1050" dirty="0"/>
              <a:t>, </a:t>
            </a:r>
            <a:r>
              <a:rPr lang="en-US" sz="1050" i="1" dirty="0"/>
              <a:t>SP500 BBs and </a:t>
            </a:r>
            <a:r>
              <a:rPr lang="en-US" sz="1050" i="1" dirty="0" err="1"/>
              <a:t>Divs</a:t>
            </a:r>
            <a:r>
              <a:rPr lang="en-US" sz="1050" i="1" dirty="0"/>
              <a:t> </a:t>
            </a:r>
            <a:r>
              <a:rPr lang="en-US" sz="1050" dirty="0"/>
              <a:t>(2/23/23)</a:t>
            </a:r>
          </a:p>
        </p:txBody>
      </p:sp>
    </p:spTree>
    <p:extLst>
      <p:ext uri="{BB962C8B-B14F-4D97-AF65-F5344CB8AC3E}">
        <p14:creationId xmlns:p14="http://schemas.microsoft.com/office/powerpoint/2010/main" val="3164940198"/>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Content Placeholder 6" descr="Chart, line chart&#10;&#10;Description automatically generated">
            <a:extLst>
              <a:ext uri="{FF2B5EF4-FFF2-40B4-BE49-F238E27FC236}">
                <a16:creationId xmlns:a16="http://schemas.microsoft.com/office/drawing/2014/main" id="{C35404A4-6317-4B2A-0C44-0311574DC38D}"/>
              </a:ext>
            </a:extLst>
          </p:cNvPr>
          <p:cNvPicPr>
            <a:picLocks noGrp="1" noChangeAspect="1"/>
          </p:cNvPicPr>
          <p:nvPr>
            <p:ph idx="1"/>
          </p:nvPr>
        </p:nvPicPr>
        <p:blipFill rotWithShape="1">
          <a:blip r:embed="rId2"/>
          <a:srcRect t="1601"/>
          <a:stretch/>
        </p:blipFill>
        <p:spPr>
          <a:xfrm>
            <a:off x="207264" y="572402"/>
            <a:ext cx="11277600" cy="5529818"/>
          </a:xfrm>
        </p:spPr>
      </p:pic>
      <p:sp>
        <p:nvSpPr>
          <p:cNvPr id="3" name="Title 2">
            <a:extLst>
              <a:ext uri="{FF2B5EF4-FFF2-40B4-BE49-F238E27FC236}">
                <a16:creationId xmlns:a16="http://schemas.microsoft.com/office/drawing/2014/main" id="{64A64581-D105-E079-1952-6886FFCC1A0D}"/>
              </a:ext>
            </a:extLst>
          </p:cNvPr>
          <p:cNvSpPr>
            <a:spLocks noGrp="1"/>
          </p:cNvSpPr>
          <p:nvPr>
            <p:ph type="title"/>
          </p:nvPr>
        </p:nvSpPr>
        <p:spPr/>
        <p:txBody>
          <a:bodyPr/>
          <a:lstStyle/>
          <a:p>
            <a:r>
              <a:rPr lang="en-US" dirty="0"/>
              <a:t>Buybacks and Dividends as a % of Operating Earnings</a:t>
            </a:r>
          </a:p>
        </p:txBody>
      </p:sp>
      <p:sp>
        <p:nvSpPr>
          <p:cNvPr id="4" name="Slide Number Placeholder 3">
            <a:extLst>
              <a:ext uri="{FF2B5EF4-FFF2-40B4-BE49-F238E27FC236}">
                <a16:creationId xmlns:a16="http://schemas.microsoft.com/office/drawing/2014/main" id="{B56CBFE2-21DA-0450-28E4-05F4C562356B}"/>
              </a:ext>
            </a:extLst>
          </p:cNvPr>
          <p:cNvSpPr>
            <a:spLocks noGrp="1"/>
          </p:cNvSpPr>
          <p:nvPr>
            <p:ph type="sldNum" sz="quarter" idx="10"/>
          </p:nvPr>
        </p:nvSpPr>
        <p:spPr/>
        <p:txBody>
          <a:bodyPr/>
          <a:lstStyle/>
          <a:p>
            <a:fld id="{7B3E355C-57B9-BC4B-95D8-406A1F834537}" type="slidenum">
              <a:rPr lang="en-US" altLang="en-US" smtClean="0"/>
              <a:pPr/>
              <a:t>35</a:t>
            </a:fld>
            <a:endParaRPr lang="en-US" altLang="en-US" dirty="0"/>
          </a:p>
        </p:txBody>
      </p:sp>
      <p:sp>
        <p:nvSpPr>
          <p:cNvPr id="5" name="Footer Placeholder 4">
            <a:extLst>
              <a:ext uri="{FF2B5EF4-FFF2-40B4-BE49-F238E27FC236}">
                <a16:creationId xmlns:a16="http://schemas.microsoft.com/office/drawing/2014/main" id="{B0CBC552-0585-FF2A-1B14-1E8FCECD527A}"/>
              </a:ext>
            </a:extLst>
          </p:cNvPr>
          <p:cNvSpPr>
            <a:spLocks noGrp="1"/>
          </p:cNvSpPr>
          <p:nvPr>
            <p:ph type="ftr" sz="quarter" idx="11"/>
          </p:nvPr>
        </p:nvSpPr>
        <p:spPr/>
        <p:txBody>
          <a:bodyPr/>
          <a:lstStyle/>
          <a:p>
            <a:pPr>
              <a:defRPr/>
            </a:pPr>
            <a:r>
              <a:rPr lang="en-US"/>
              <a:t>Redemptions</a:t>
            </a:r>
            <a:endParaRPr lang="en-US" dirty="0"/>
          </a:p>
        </p:txBody>
      </p:sp>
      <p:sp>
        <p:nvSpPr>
          <p:cNvPr id="8" name="TextBox 7">
            <a:extLst>
              <a:ext uri="{FF2B5EF4-FFF2-40B4-BE49-F238E27FC236}">
                <a16:creationId xmlns:a16="http://schemas.microsoft.com/office/drawing/2014/main" id="{689C2550-DE59-20EC-0F2A-A8364DA48606}"/>
              </a:ext>
            </a:extLst>
          </p:cNvPr>
          <p:cNvSpPr txBox="1"/>
          <p:nvPr/>
        </p:nvSpPr>
        <p:spPr>
          <a:xfrm>
            <a:off x="4483351" y="6192291"/>
            <a:ext cx="2725426" cy="253916"/>
          </a:xfrm>
          <a:prstGeom prst="rect">
            <a:avLst/>
          </a:prstGeom>
          <a:noFill/>
        </p:spPr>
        <p:txBody>
          <a:bodyPr wrap="none" rtlCol="0">
            <a:spAutoFit/>
          </a:bodyPr>
          <a:lstStyle/>
          <a:p>
            <a:r>
              <a:rPr lang="en-US" sz="1050" dirty="0"/>
              <a:t>Source: </a:t>
            </a:r>
            <a:r>
              <a:rPr lang="en-US" sz="1050" dirty="0" err="1"/>
              <a:t>Yardeni</a:t>
            </a:r>
            <a:r>
              <a:rPr lang="en-US" sz="1050" dirty="0"/>
              <a:t>, </a:t>
            </a:r>
            <a:r>
              <a:rPr lang="en-US" sz="1050" i="1" dirty="0"/>
              <a:t>SP500 BBs and </a:t>
            </a:r>
            <a:r>
              <a:rPr lang="en-US" sz="1050" i="1" dirty="0" err="1"/>
              <a:t>Divs</a:t>
            </a:r>
            <a:r>
              <a:rPr lang="en-US" sz="1050" i="1" dirty="0"/>
              <a:t> </a:t>
            </a:r>
            <a:r>
              <a:rPr lang="en-US" sz="1050" dirty="0"/>
              <a:t>(2/23/23)</a:t>
            </a:r>
          </a:p>
        </p:txBody>
      </p:sp>
    </p:spTree>
    <p:extLst>
      <p:ext uri="{BB962C8B-B14F-4D97-AF65-F5344CB8AC3E}">
        <p14:creationId xmlns:p14="http://schemas.microsoft.com/office/powerpoint/2010/main" val="2076003054"/>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normAutofit/>
          </a:bodyPr>
          <a:lstStyle/>
          <a:p>
            <a:r>
              <a:rPr lang="en-US" dirty="0"/>
              <a:t>Auction-based repurchase</a:t>
            </a:r>
          </a:p>
          <a:p>
            <a:r>
              <a:rPr lang="en-US" dirty="0"/>
              <a:t>Private negotiations </a:t>
            </a:r>
          </a:p>
          <a:p>
            <a:r>
              <a:rPr lang="en-US" b="1" dirty="0"/>
              <a:t>Open-market Repurchase (most common)</a:t>
            </a:r>
          </a:p>
          <a:p>
            <a:pPr lvl="1"/>
            <a:r>
              <a:rPr lang="en-US" i="1" dirty="0"/>
              <a:t>The company announces a new $20 billion share repurchase program to replace its existing authorization and expects to utilize the new authorization over an approximate two-year period.  </a:t>
            </a:r>
            <a:r>
              <a:rPr lang="en-US" dirty="0"/>
              <a:t>Walmart (Oct. 2017)</a:t>
            </a:r>
          </a:p>
          <a:p>
            <a:pPr lvl="1"/>
            <a:r>
              <a:rPr lang="en-US" dirty="0"/>
              <a:t>Rule 10b-18 Safe Harbor (</a:t>
            </a:r>
            <a:r>
              <a:rPr lang="en-US" b="1" dirty="0"/>
              <a:t>very, very</a:t>
            </a:r>
            <a:r>
              <a:rPr lang="en-US" dirty="0"/>
              <a:t> abbreviated)</a:t>
            </a:r>
          </a:p>
          <a:p>
            <a:pPr lvl="2"/>
            <a:r>
              <a:rPr lang="en-US" dirty="0"/>
              <a:t>Must purchase all shares from single broker on any single day</a:t>
            </a:r>
          </a:p>
          <a:p>
            <a:pPr lvl="2"/>
            <a:r>
              <a:rPr lang="en-US" dirty="0"/>
              <a:t>Limits on when during the day purchases can be made</a:t>
            </a:r>
          </a:p>
          <a:p>
            <a:pPr lvl="2"/>
            <a:r>
              <a:rPr lang="en-US" dirty="0"/>
              <a:t>Limits on the purchase price</a:t>
            </a:r>
          </a:p>
          <a:p>
            <a:pPr lvl="2"/>
            <a:r>
              <a:rPr lang="en-US" dirty="0"/>
              <a:t>Can’t exceed 25% of ADTV over prior 4 weeks</a:t>
            </a:r>
          </a:p>
          <a:p>
            <a:r>
              <a:rPr lang="en-US" dirty="0"/>
              <a:t>Where can you find information about share buybacks on the financials?</a:t>
            </a:r>
          </a:p>
        </p:txBody>
      </p:sp>
      <p:sp>
        <p:nvSpPr>
          <p:cNvPr id="3" name="Title 2"/>
          <p:cNvSpPr>
            <a:spLocks noGrp="1"/>
          </p:cNvSpPr>
          <p:nvPr>
            <p:ph type="title"/>
          </p:nvPr>
        </p:nvSpPr>
        <p:spPr/>
        <p:txBody>
          <a:bodyPr/>
          <a:lstStyle/>
          <a:p>
            <a:r>
              <a:rPr lang="en-US" sz="2400" dirty="0">
                <a:latin typeface="+mn-lt"/>
              </a:rPr>
              <a:t>Stock Repurchases</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36</a:t>
            </a:fld>
            <a:endParaRPr lang="en-US" altLang="en-US"/>
          </a:p>
        </p:txBody>
      </p:sp>
      <p:sp>
        <p:nvSpPr>
          <p:cNvPr id="5" name="Footer Placeholder 4"/>
          <p:cNvSpPr>
            <a:spLocks noGrp="1"/>
          </p:cNvSpPr>
          <p:nvPr>
            <p:ph type="ftr" sz="quarter" idx="11"/>
          </p:nvPr>
        </p:nvSpPr>
        <p:spPr/>
        <p:txBody>
          <a:bodyPr/>
          <a:lstStyle/>
          <a:p>
            <a:pPr>
              <a:defRPr/>
            </a:pPr>
            <a:r>
              <a:rPr lang="en-US"/>
              <a:t>Redemptions</a:t>
            </a:r>
          </a:p>
        </p:txBody>
      </p:sp>
    </p:spTree>
    <p:extLst>
      <p:ext uri="{BB962C8B-B14F-4D97-AF65-F5344CB8AC3E}">
        <p14:creationId xmlns:p14="http://schemas.microsoft.com/office/powerpoint/2010/main" val="16454126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2">
                                            <p:txEl>
                                              <p:pRg st="3" end="3"/>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2">
                                            <p:txEl>
                                              <p:pRg st="4" end="4"/>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2">
                                            <p:txEl>
                                              <p:pRg st="5" end="5"/>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2">
                                            <p:txEl>
                                              <p:pRg st="6" end="6"/>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2">
                                            <p:txEl>
                                              <p:pRg st="7" end="7"/>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2">
                                            <p:txEl>
                                              <p:pRg st="8" end="8"/>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2">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F0E95733-08F5-064D-9AB5-6A090150D050}"/>
              </a:ext>
            </a:extLst>
          </p:cNvPr>
          <p:cNvSpPr>
            <a:spLocks noGrp="1"/>
          </p:cNvSpPr>
          <p:nvPr>
            <p:ph type="title"/>
          </p:nvPr>
        </p:nvSpPr>
        <p:spPr/>
        <p:txBody>
          <a:bodyPr/>
          <a:lstStyle/>
          <a:p>
            <a:r>
              <a:rPr lang="en-US" dirty="0"/>
              <a:t>Apple FY 2022 10-K</a:t>
            </a:r>
          </a:p>
        </p:txBody>
      </p:sp>
      <p:sp>
        <p:nvSpPr>
          <p:cNvPr id="4" name="Slide Number Placeholder 3">
            <a:extLst>
              <a:ext uri="{FF2B5EF4-FFF2-40B4-BE49-F238E27FC236}">
                <a16:creationId xmlns:a16="http://schemas.microsoft.com/office/drawing/2014/main" id="{2269C727-5D9E-2D4D-B520-119B7343455D}"/>
              </a:ext>
            </a:extLst>
          </p:cNvPr>
          <p:cNvSpPr>
            <a:spLocks noGrp="1"/>
          </p:cNvSpPr>
          <p:nvPr>
            <p:ph type="sldNum" sz="quarter" idx="10"/>
          </p:nvPr>
        </p:nvSpPr>
        <p:spPr/>
        <p:txBody>
          <a:bodyPr/>
          <a:lstStyle/>
          <a:p>
            <a:fld id="{7B3E355C-57B9-BC4B-95D8-406A1F834537}" type="slidenum">
              <a:rPr lang="en-US" altLang="en-US" smtClean="0"/>
              <a:pPr/>
              <a:t>37</a:t>
            </a:fld>
            <a:endParaRPr lang="en-US" altLang="en-US"/>
          </a:p>
        </p:txBody>
      </p:sp>
      <p:sp>
        <p:nvSpPr>
          <p:cNvPr id="5" name="Footer Placeholder 4">
            <a:extLst>
              <a:ext uri="{FF2B5EF4-FFF2-40B4-BE49-F238E27FC236}">
                <a16:creationId xmlns:a16="http://schemas.microsoft.com/office/drawing/2014/main" id="{281B27FD-F1BB-4044-85A9-79409B8183FA}"/>
              </a:ext>
            </a:extLst>
          </p:cNvPr>
          <p:cNvSpPr>
            <a:spLocks noGrp="1"/>
          </p:cNvSpPr>
          <p:nvPr>
            <p:ph type="ftr" sz="quarter" idx="11"/>
          </p:nvPr>
        </p:nvSpPr>
        <p:spPr/>
        <p:txBody>
          <a:bodyPr/>
          <a:lstStyle/>
          <a:p>
            <a:pPr>
              <a:defRPr/>
            </a:pPr>
            <a:r>
              <a:rPr lang="en-US"/>
              <a:t>Redemptions</a:t>
            </a:r>
            <a:endParaRPr lang="en-US" dirty="0"/>
          </a:p>
        </p:txBody>
      </p:sp>
      <p:pic>
        <p:nvPicPr>
          <p:cNvPr id="6" name="Picture 5" descr="Graphical user interface&#10;&#10;Description automatically generated with medium confidence">
            <a:extLst>
              <a:ext uri="{FF2B5EF4-FFF2-40B4-BE49-F238E27FC236}">
                <a16:creationId xmlns:a16="http://schemas.microsoft.com/office/drawing/2014/main" id="{3FE26627-11D2-0CFA-3879-A53F7C514F3A}"/>
              </a:ext>
            </a:extLst>
          </p:cNvPr>
          <p:cNvPicPr>
            <a:picLocks noChangeAspect="1"/>
          </p:cNvPicPr>
          <p:nvPr/>
        </p:nvPicPr>
        <p:blipFill>
          <a:blip r:embed="rId2"/>
          <a:stretch>
            <a:fillRect/>
          </a:stretch>
        </p:blipFill>
        <p:spPr>
          <a:xfrm>
            <a:off x="512063" y="963385"/>
            <a:ext cx="11277599" cy="4784271"/>
          </a:xfrm>
          <a:prstGeom prst="rect">
            <a:avLst/>
          </a:prstGeom>
        </p:spPr>
      </p:pic>
    </p:spTree>
    <p:extLst>
      <p:ext uri="{BB962C8B-B14F-4D97-AF65-F5344CB8AC3E}">
        <p14:creationId xmlns:p14="http://schemas.microsoft.com/office/powerpoint/2010/main" val="4016756246"/>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326566A6-4E61-B34E-82D3-F49705D47CC3}"/>
              </a:ext>
            </a:extLst>
          </p:cNvPr>
          <p:cNvSpPr>
            <a:spLocks noGrp="1"/>
          </p:cNvSpPr>
          <p:nvPr>
            <p:ph type="title"/>
          </p:nvPr>
        </p:nvSpPr>
        <p:spPr/>
        <p:txBody>
          <a:bodyPr/>
          <a:lstStyle/>
          <a:p>
            <a:r>
              <a:rPr lang="en-US" dirty="0"/>
              <a:t>Apple FY 2022 10-K</a:t>
            </a:r>
          </a:p>
        </p:txBody>
      </p:sp>
      <p:sp>
        <p:nvSpPr>
          <p:cNvPr id="4" name="Slide Number Placeholder 3">
            <a:extLst>
              <a:ext uri="{FF2B5EF4-FFF2-40B4-BE49-F238E27FC236}">
                <a16:creationId xmlns:a16="http://schemas.microsoft.com/office/drawing/2014/main" id="{35672F43-A28B-AC47-A064-F9FDEF36136A}"/>
              </a:ext>
            </a:extLst>
          </p:cNvPr>
          <p:cNvSpPr>
            <a:spLocks noGrp="1"/>
          </p:cNvSpPr>
          <p:nvPr>
            <p:ph type="sldNum" sz="quarter" idx="10"/>
          </p:nvPr>
        </p:nvSpPr>
        <p:spPr/>
        <p:txBody>
          <a:bodyPr/>
          <a:lstStyle/>
          <a:p>
            <a:fld id="{7B3E355C-57B9-BC4B-95D8-406A1F834537}" type="slidenum">
              <a:rPr lang="en-US" altLang="en-US" smtClean="0"/>
              <a:pPr/>
              <a:t>38</a:t>
            </a:fld>
            <a:endParaRPr lang="en-US" altLang="en-US"/>
          </a:p>
        </p:txBody>
      </p:sp>
      <p:sp>
        <p:nvSpPr>
          <p:cNvPr id="5" name="Footer Placeholder 4">
            <a:extLst>
              <a:ext uri="{FF2B5EF4-FFF2-40B4-BE49-F238E27FC236}">
                <a16:creationId xmlns:a16="http://schemas.microsoft.com/office/drawing/2014/main" id="{6CBA6D83-C24E-A14A-B221-25283E27D3E0}"/>
              </a:ext>
            </a:extLst>
          </p:cNvPr>
          <p:cNvSpPr>
            <a:spLocks noGrp="1"/>
          </p:cNvSpPr>
          <p:nvPr>
            <p:ph type="ftr" sz="quarter" idx="11"/>
          </p:nvPr>
        </p:nvSpPr>
        <p:spPr/>
        <p:txBody>
          <a:bodyPr/>
          <a:lstStyle/>
          <a:p>
            <a:pPr>
              <a:defRPr/>
            </a:pPr>
            <a:r>
              <a:rPr lang="en-US"/>
              <a:t>Redemptions</a:t>
            </a:r>
            <a:endParaRPr lang="en-US" dirty="0"/>
          </a:p>
        </p:txBody>
      </p:sp>
      <p:cxnSp>
        <p:nvCxnSpPr>
          <p:cNvPr id="11" name="Straight Connector 10">
            <a:extLst>
              <a:ext uri="{FF2B5EF4-FFF2-40B4-BE49-F238E27FC236}">
                <a16:creationId xmlns:a16="http://schemas.microsoft.com/office/drawing/2014/main" id="{0DA30E66-73EE-7F4B-AB47-BA0F7E42940D}"/>
              </a:ext>
            </a:extLst>
          </p:cNvPr>
          <p:cNvCxnSpPr/>
          <p:nvPr/>
        </p:nvCxnSpPr>
        <p:spPr>
          <a:xfrm>
            <a:off x="344556" y="3521765"/>
            <a:ext cx="11502887" cy="0"/>
          </a:xfrm>
          <a:prstGeom prst="line">
            <a:avLst/>
          </a:prstGeom>
        </p:spPr>
        <p:style>
          <a:lnRef idx="1">
            <a:schemeClr val="accent1"/>
          </a:lnRef>
          <a:fillRef idx="0">
            <a:schemeClr val="accent1"/>
          </a:fillRef>
          <a:effectRef idx="0">
            <a:schemeClr val="accent1"/>
          </a:effectRef>
          <a:fontRef idx="minor">
            <a:schemeClr val="tx1"/>
          </a:fontRef>
        </p:style>
      </p:cxnSp>
      <p:pic>
        <p:nvPicPr>
          <p:cNvPr id="10" name="Picture 9" descr="Graphical user interface, application&#10;&#10;Description automatically generated">
            <a:extLst>
              <a:ext uri="{FF2B5EF4-FFF2-40B4-BE49-F238E27FC236}">
                <a16:creationId xmlns:a16="http://schemas.microsoft.com/office/drawing/2014/main" id="{65F742A1-C497-9C36-5D46-228FE12ECA7E}"/>
              </a:ext>
            </a:extLst>
          </p:cNvPr>
          <p:cNvPicPr>
            <a:picLocks noChangeAspect="1"/>
          </p:cNvPicPr>
          <p:nvPr/>
        </p:nvPicPr>
        <p:blipFill>
          <a:blip r:embed="rId2"/>
          <a:stretch>
            <a:fillRect/>
          </a:stretch>
        </p:blipFill>
        <p:spPr>
          <a:xfrm>
            <a:off x="344555" y="3739249"/>
            <a:ext cx="11624287" cy="2481931"/>
          </a:xfrm>
          <a:prstGeom prst="rect">
            <a:avLst/>
          </a:prstGeom>
        </p:spPr>
      </p:pic>
      <p:pic>
        <p:nvPicPr>
          <p:cNvPr id="13" name="Picture 12" descr="A picture containing graphical user interface&#10;&#10;Description automatically generated">
            <a:extLst>
              <a:ext uri="{FF2B5EF4-FFF2-40B4-BE49-F238E27FC236}">
                <a16:creationId xmlns:a16="http://schemas.microsoft.com/office/drawing/2014/main" id="{7BA43BAE-74DD-2440-8BE4-8D1DD55D7306}"/>
              </a:ext>
            </a:extLst>
          </p:cNvPr>
          <p:cNvPicPr>
            <a:picLocks noChangeAspect="1"/>
          </p:cNvPicPr>
          <p:nvPr/>
        </p:nvPicPr>
        <p:blipFill>
          <a:blip r:embed="rId3"/>
          <a:stretch>
            <a:fillRect/>
          </a:stretch>
        </p:blipFill>
        <p:spPr>
          <a:xfrm>
            <a:off x="512063" y="618852"/>
            <a:ext cx="11277599" cy="2717382"/>
          </a:xfrm>
          <a:prstGeom prst="rect">
            <a:avLst/>
          </a:prstGeom>
        </p:spPr>
      </p:pic>
      <p:cxnSp>
        <p:nvCxnSpPr>
          <p:cNvPr id="15" name="Straight Arrow Connector 14">
            <a:extLst>
              <a:ext uri="{FF2B5EF4-FFF2-40B4-BE49-F238E27FC236}">
                <a16:creationId xmlns:a16="http://schemas.microsoft.com/office/drawing/2014/main" id="{02CA12A5-B871-9D85-C968-283F3D04CA3D}"/>
              </a:ext>
            </a:extLst>
          </p:cNvPr>
          <p:cNvCxnSpPr/>
          <p:nvPr/>
        </p:nvCxnSpPr>
        <p:spPr>
          <a:xfrm>
            <a:off x="6955971" y="1322614"/>
            <a:ext cx="930729" cy="11430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DDA2AC54-75DB-1A63-3514-BD8C9CA1C18D}"/>
              </a:ext>
            </a:extLst>
          </p:cNvPr>
          <p:cNvCxnSpPr/>
          <p:nvPr/>
        </p:nvCxnSpPr>
        <p:spPr>
          <a:xfrm>
            <a:off x="6955970" y="1622445"/>
            <a:ext cx="930729" cy="11430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021CF511-D741-68A5-2280-B0ABCA498A16}"/>
              </a:ext>
            </a:extLst>
          </p:cNvPr>
          <p:cNvCxnSpPr/>
          <p:nvPr/>
        </p:nvCxnSpPr>
        <p:spPr>
          <a:xfrm>
            <a:off x="6946357" y="4339827"/>
            <a:ext cx="930729" cy="11430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8" name="Straight Arrow Connector 17">
            <a:extLst>
              <a:ext uri="{FF2B5EF4-FFF2-40B4-BE49-F238E27FC236}">
                <a16:creationId xmlns:a16="http://schemas.microsoft.com/office/drawing/2014/main" id="{B4AAC13C-8F1C-7CCD-CE1F-9B33507EDAC7}"/>
              </a:ext>
            </a:extLst>
          </p:cNvPr>
          <p:cNvCxnSpPr/>
          <p:nvPr/>
        </p:nvCxnSpPr>
        <p:spPr>
          <a:xfrm>
            <a:off x="6955970" y="4639654"/>
            <a:ext cx="930729" cy="11430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9" name="Straight Arrow Connector 18">
            <a:extLst>
              <a:ext uri="{FF2B5EF4-FFF2-40B4-BE49-F238E27FC236}">
                <a16:creationId xmlns:a16="http://schemas.microsoft.com/office/drawing/2014/main" id="{064E73F4-7B27-0AE4-C854-62B834AF09FB}"/>
              </a:ext>
            </a:extLst>
          </p:cNvPr>
          <p:cNvCxnSpPr/>
          <p:nvPr/>
        </p:nvCxnSpPr>
        <p:spPr>
          <a:xfrm>
            <a:off x="6946356" y="5354532"/>
            <a:ext cx="930729" cy="11430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 name="TextBox 1">
            <a:extLst>
              <a:ext uri="{FF2B5EF4-FFF2-40B4-BE49-F238E27FC236}">
                <a16:creationId xmlns:a16="http://schemas.microsoft.com/office/drawing/2014/main" id="{49DDE47F-08D2-CDD4-D9ED-086EDED728B8}"/>
              </a:ext>
            </a:extLst>
          </p:cNvPr>
          <p:cNvSpPr txBox="1"/>
          <p:nvPr/>
        </p:nvSpPr>
        <p:spPr>
          <a:xfrm>
            <a:off x="4976326" y="524817"/>
            <a:ext cx="2705878" cy="369332"/>
          </a:xfrm>
          <a:prstGeom prst="rect">
            <a:avLst/>
          </a:prstGeom>
          <a:noFill/>
          <a:ln>
            <a:solidFill>
              <a:srgbClr val="B01C2E"/>
            </a:solidFill>
          </a:ln>
        </p:spPr>
        <p:txBody>
          <a:bodyPr wrap="square" rtlCol="0">
            <a:spAutoFit/>
          </a:bodyPr>
          <a:lstStyle/>
          <a:p>
            <a:pPr algn="ctr"/>
            <a:r>
              <a:rPr lang="en-US" b="1" dirty="0"/>
              <a:t>Cash Flow Statement</a:t>
            </a:r>
          </a:p>
        </p:txBody>
      </p:sp>
      <p:sp>
        <p:nvSpPr>
          <p:cNvPr id="6" name="TextBox 5">
            <a:extLst>
              <a:ext uri="{FF2B5EF4-FFF2-40B4-BE49-F238E27FC236}">
                <a16:creationId xmlns:a16="http://schemas.microsoft.com/office/drawing/2014/main" id="{7CD37EF4-D3A2-D4C7-559B-2A52D3ECDB34}"/>
              </a:ext>
            </a:extLst>
          </p:cNvPr>
          <p:cNvSpPr txBox="1"/>
          <p:nvPr/>
        </p:nvSpPr>
        <p:spPr>
          <a:xfrm>
            <a:off x="5390761" y="3681484"/>
            <a:ext cx="1877008" cy="369332"/>
          </a:xfrm>
          <a:prstGeom prst="rect">
            <a:avLst/>
          </a:prstGeom>
          <a:noFill/>
          <a:ln>
            <a:solidFill>
              <a:srgbClr val="B01C2E"/>
            </a:solidFill>
          </a:ln>
        </p:spPr>
        <p:txBody>
          <a:bodyPr wrap="square" rtlCol="0">
            <a:spAutoFit/>
          </a:bodyPr>
          <a:lstStyle/>
          <a:p>
            <a:pPr algn="ctr"/>
            <a:r>
              <a:rPr lang="en-US" b="1" dirty="0"/>
              <a:t>Balance Sheet</a:t>
            </a:r>
          </a:p>
        </p:txBody>
      </p:sp>
    </p:spTree>
    <p:extLst>
      <p:ext uri="{BB962C8B-B14F-4D97-AF65-F5344CB8AC3E}">
        <p14:creationId xmlns:p14="http://schemas.microsoft.com/office/powerpoint/2010/main" val="35923523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5"/>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6"/>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11"/>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10"/>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6"/>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7"/>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18"/>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6" grpId="0" animBg="1"/>
    </p:bld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Content Placeholder 5"/>
          <p:cNvPicPr>
            <a:picLocks noGrp="1" noChangeAspect="1"/>
          </p:cNvPicPr>
          <p:nvPr>
            <p:ph idx="1"/>
          </p:nvPr>
        </p:nvPicPr>
        <p:blipFill>
          <a:blip r:embed="rId2"/>
          <a:stretch>
            <a:fillRect/>
          </a:stretch>
        </p:blipFill>
        <p:spPr>
          <a:xfrm>
            <a:off x="313489" y="906307"/>
            <a:ext cx="5286200" cy="5097983"/>
          </a:xfrm>
          <a:prstGeom prst="rect">
            <a:avLst/>
          </a:prstGeom>
        </p:spPr>
      </p:pic>
      <p:sp>
        <p:nvSpPr>
          <p:cNvPr id="3" name="Title 2"/>
          <p:cNvSpPr>
            <a:spLocks noGrp="1"/>
          </p:cNvSpPr>
          <p:nvPr>
            <p:ph type="title"/>
          </p:nvPr>
        </p:nvSpPr>
        <p:spPr/>
        <p:txBody>
          <a:bodyPr/>
          <a:lstStyle/>
          <a:p>
            <a:r>
              <a:rPr lang="en-US" dirty="0"/>
              <a:t>Buybacks going up, up, up?</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39</a:t>
            </a:fld>
            <a:endParaRPr lang="en-US" altLang="en-US"/>
          </a:p>
        </p:txBody>
      </p:sp>
      <p:sp>
        <p:nvSpPr>
          <p:cNvPr id="5" name="Footer Placeholder 4"/>
          <p:cNvSpPr>
            <a:spLocks noGrp="1"/>
          </p:cNvSpPr>
          <p:nvPr>
            <p:ph type="ftr" sz="quarter" idx="11"/>
          </p:nvPr>
        </p:nvSpPr>
        <p:spPr/>
        <p:txBody>
          <a:bodyPr/>
          <a:lstStyle/>
          <a:p>
            <a:pPr>
              <a:defRPr/>
            </a:pPr>
            <a:r>
              <a:rPr lang="en-US"/>
              <a:t>Redemptions</a:t>
            </a:r>
            <a:endParaRPr lang="en-US" dirty="0"/>
          </a:p>
        </p:txBody>
      </p:sp>
      <p:pic>
        <p:nvPicPr>
          <p:cNvPr id="7" name="Picture 6"/>
          <p:cNvPicPr>
            <a:picLocks noChangeAspect="1"/>
          </p:cNvPicPr>
          <p:nvPr/>
        </p:nvPicPr>
        <p:blipFill>
          <a:blip r:embed="rId3"/>
          <a:stretch>
            <a:fillRect/>
          </a:stretch>
        </p:blipFill>
        <p:spPr>
          <a:xfrm>
            <a:off x="5836994" y="906306"/>
            <a:ext cx="6066391" cy="5097983"/>
          </a:xfrm>
          <a:prstGeom prst="rect">
            <a:avLst/>
          </a:prstGeom>
        </p:spPr>
      </p:pic>
      <p:cxnSp>
        <p:nvCxnSpPr>
          <p:cNvPr id="9" name="Straight Connector 8"/>
          <p:cNvCxnSpPr/>
          <p:nvPr/>
        </p:nvCxnSpPr>
        <p:spPr>
          <a:xfrm>
            <a:off x="5599689" y="809204"/>
            <a:ext cx="0" cy="5454031"/>
          </a:xfrm>
          <a:prstGeom prst="line">
            <a:avLst/>
          </a:prstGeom>
        </p:spPr>
        <p:style>
          <a:lnRef idx="1">
            <a:schemeClr val="accent1"/>
          </a:lnRef>
          <a:fillRef idx="0">
            <a:schemeClr val="accent1"/>
          </a:fillRef>
          <a:effectRef idx="0">
            <a:schemeClr val="accent1"/>
          </a:effectRef>
          <a:fontRef idx="minor">
            <a:schemeClr val="tx1"/>
          </a:fontRef>
        </p:style>
      </p:cxnSp>
      <p:sp>
        <p:nvSpPr>
          <p:cNvPr id="10" name="TextBox 9"/>
          <p:cNvSpPr txBox="1"/>
          <p:nvPr/>
        </p:nvSpPr>
        <p:spPr>
          <a:xfrm>
            <a:off x="8564336" y="6070587"/>
            <a:ext cx="1345240" cy="246221"/>
          </a:xfrm>
          <a:prstGeom prst="rect">
            <a:avLst/>
          </a:prstGeom>
          <a:noFill/>
        </p:spPr>
        <p:txBody>
          <a:bodyPr wrap="none" rtlCol="0">
            <a:spAutoFit/>
          </a:bodyPr>
          <a:lstStyle/>
          <a:p>
            <a:r>
              <a:rPr lang="en-US" sz="1000" dirty="0"/>
              <a:t>Source: </a:t>
            </a:r>
            <a:r>
              <a:rPr lang="en-US" sz="1000" dirty="0" err="1"/>
              <a:t>Asness</a:t>
            </a:r>
            <a:r>
              <a:rPr lang="en-US" sz="1000" dirty="0"/>
              <a:t> (2018)</a:t>
            </a:r>
          </a:p>
        </p:txBody>
      </p:sp>
    </p:spTree>
    <p:extLst>
      <p:ext uri="{BB962C8B-B14F-4D97-AF65-F5344CB8AC3E}">
        <p14:creationId xmlns:p14="http://schemas.microsoft.com/office/powerpoint/2010/main" val="4266615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dirty="0"/>
              <a:t>Companies are selling assets to fund buybacks</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40</a:t>
            </a:fld>
            <a:endParaRPr lang="en-US" altLang="en-US"/>
          </a:p>
        </p:txBody>
      </p:sp>
      <p:sp>
        <p:nvSpPr>
          <p:cNvPr id="5" name="Footer Placeholder 4"/>
          <p:cNvSpPr>
            <a:spLocks noGrp="1"/>
          </p:cNvSpPr>
          <p:nvPr>
            <p:ph type="ftr" sz="quarter" idx="11"/>
          </p:nvPr>
        </p:nvSpPr>
        <p:spPr/>
        <p:txBody>
          <a:bodyPr/>
          <a:lstStyle/>
          <a:p>
            <a:pPr>
              <a:defRPr/>
            </a:pPr>
            <a:r>
              <a:rPr lang="en-US"/>
              <a:t>Redemptions</a:t>
            </a:r>
            <a:endParaRPr lang="en-US" dirty="0"/>
          </a:p>
        </p:txBody>
      </p:sp>
      <p:pic>
        <p:nvPicPr>
          <p:cNvPr id="6" name="Picture 5"/>
          <p:cNvPicPr>
            <a:picLocks noChangeAspect="1"/>
          </p:cNvPicPr>
          <p:nvPr/>
        </p:nvPicPr>
        <p:blipFill>
          <a:blip r:embed="rId2"/>
          <a:stretch>
            <a:fillRect/>
          </a:stretch>
        </p:blipFill>
        <p:spPr>
          <a:xfrm>
            <a:off x="1372549" y="572367"/>
            <a:ext cx="9250958" cy="5379398"/>
          </a:xfrm>
          <a:prstGeom prst="rect">
            <a:avLst/>
          </a:prstGeom>
        </p:spPr>
      </p:pic>
      <p:sp>
        <p:nvSpPr>
          <p:cNvPr id="7" name="TextBox 6"/>
          <p:cNvSpPr txBox="1"/>
          <p:nvPr/>
        </p:nvSpPr>
        <p:spPr>
          <a:xfrm>
            <a:off x="8564336" y="6070587"/>
            <a:ext cx="1345240" cy="246221"/>
          </a:xfrm>
          <a:prstGeom prst="rect">
            <a:avLst/>
          </a:prstGeom>
          <a:noFill/>
        </p:spPr>
        <p:txBody>
          <a:bodyPr wrap="none" rtlCol="0">
            <a:spAutoFit/>
          </a:bodyPr>
          <a:lstStyle/>
          <a:p>
            <a:r>
              <a:rPr lang="en-US" sz="1000" dirty="0"/>
              <a:t>Source: </a:t>
            </a:r>
            <a:r>
              <a:rPr lang="en-US" sz="1000" dirty="0" err="1"/>
              <a:t>Asness</a:t>
            </a:r>
            <a:r>
              <a:rPr lang="en-US" sz="1000" dirty="0"/>
              <a:t> (2018)</a:t>
            </a:r>
          </a:p>
        </p:txBody>
      </p:sp>
    </p:spTree>
    <p:extLst>
      <p:ext uri="{BB962C8B-B14F-4D97-AF65-F5344CB8AC3E}">
        <p14:creationId xmlns:p14="http://schemas.microsoft.com/office/powerpoint/2010/main" val="2101074097"/>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dirty="0"/>
              <a:t>Companies are forgoing investments to fund buybacks  </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41</a:t>
            </a:fld>
            <a:endParaRPr lang="en-US" altLang="en-US"/>
          </a:p>
        </p:txBody>
      </p:sp>
      <p:sp>
        <p:nvSpPr>
          <p:cNvPr id="5" name="Footer Placeholder 4"/>
          <p:cNvSpPr>
            <a:spLocks noGrp="1"/>
          </p:cNvSpPr>
          <p:nvPr>
            <p:ph type="ftr" sz="quarter" idx="11"/>
          </p:nvPr>
        </p:nvSpPr>
        <p:spPr>
          <a:xfrm>
            <a:off x="4220464" y="6442487"/>
            <a:ext cx="3860800" cy="365125"/>
          </a:xfrm>
        </p:spPr>
        <p:txBody>
          <a:bodyPr/>
          <a:lstStyle/>
          <a:p>
            <a:pPr>
              <a:defRPr/>
            </a:pPr>
            <a:r>
              <a:rPr lang="en-US"/>
              <a:t>Redemptions</a:t>
            </a:r>
            <a:endParaRPr lang="en-US" dirty="0"/>
          </a:p>
        </p:txBody>
      </p:sp>
      <p:pic>
        <p:nvPicPr>
          <p:cNvPr id="6" name="Picture 5"/>
          <p:cNvPicPr>
            <a:picLocks noChangeAspect="1"/>
          </p:cNvPicPr>
          <p:nvPr/>
        </p:nvPicPr>
        <p:blipFill>
          <a:blip r:embed="rId2"/>
          <a:stretch>
            <a:fillRect/>
          </a:stretch>
        </p:blipFill>
        <p:spPr>
          <a:xfrm>
            <a:off x="512064" y="586153"/>
            <a:ext cx="5158538" cy="5591909"/>
          </a:xfrm>
          <a:prstGeom prst="rect">
            <a:avLst/>
          </a:prstGeom>
        </p:spPr>
      </p:pic>
      <p:cxnSp>
        <p:nvCxnSpPr>
          <p:cNvPr id="9" name="Straight Connector 8"/>
          <p:cNvCxnSpPr/>
          <p:nvPr/>
        </p:nvCxnSpPr>
        <p:spPr>
          <a:xfrm>
            <a:off x="5807911" y="586153"/>
            <a:ext cx="0" cy="5794449"/>
          </a:xfrm>
          <a:prstGeom prst="line">
            <a:avLst/>
          </a:prstGeom>
        </p:spPr>
        <p:style>
          <a:lnRef idx="1">
            <a:schemeClr val="accent1"/>
          </a:lnRef>
          <a:fillRef idx="0">
            <a:schemeClr val="accent1"/>
          </a:fillRef>
          <a:effectRef idx="0">
            <a:schemeClr val="accent1"/>
          </a:effectRef>
          <a:fontRef idx="minor">
            <a:schemeClr val="tx1"/>
          </a:fontRef>
        </p:style>
      </p:cxnSp>
      <p:pic>
        <p:nvPicPr>
          <p:cNvPr id="11" name="Picture 10"/>
          <p:cNvPicPr>
            <a:picLocks noChangeAspect="1"/>
          </p:cNvPicPr>
          <p:nvPr/>
        </p:nvPicPr>
        <p:blipFill>
          <a:blip r:embed="rId3"/>
          <a:stretch>
            <a:fillRect/>
          </a:stretch>
        </p:blipFill>
        <p:spPr>
          <a:xfrm>
            <a:off x="5945221" y="639565"/>
            <a:ext cx="5844443" cy="5538498"/>
          </a:xfrm>
          <a:prstGeom prst="rect">
            <a:avLst/>
          </a:prstGeom>
        </p:spPr>
      </p:pic>
    </p:spTree>
    <p:extLst>
      <p:ext uri="{BB962C8B-B14F-4D97-AF65-F5344CB8AC3E}">
        <p14:creationId xmlns:p14="http://schemas.microsoft.com/office/powerpoint/2010/main" val="10991175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C04AEE80-07F7-1244-8B82-18A651BD784B}"/>
              </a:ext>
            </a:extLst>
          </p:cNvPr>
          <p:cNvSpPr>
            <a:spLocks noGrp="1"/>
          </p:cNvSpPr>
          <p:nvPr>
            <p:ph idx="1"/>
          </p:nvPr>
        </p:nvSpPr>
        <p:spPr/>
        <p:txBody>
          <a:bodyPr/>
          <a:lstStyle/>
          <a:p>
            <a:r>
              <a:rPr lang="en-US" dirty="0"/>
              <a:t>Buybacks help remaining SHs because there are now fewer shares outstanding. </a:t>
            </a:r>
          </a:p>
          <a:p>
            <a:r>
              <a:rPr lang="en-US" dirty="0"/>
              <a:t>Only tendering SHs gain from share repurchases because they get the cash.</a:t>
            </a:r>
          </a:p>
          <a:p>
            <a:pPr marL="228600" lvl="1" indent="0">
              <a:buNone/>
            </a:pPr>
            <a:endParaRPr lang="en-US" dirty="0"/>
          </a:p>
          <a:p>
            <a:pPr marL="228600" lvl="1" indent="0">
              <a:buNone/>
            </a:pPr>
            <a:r>
              <a:rPr lang="en-US" sz="2400" dirty="0"/>
              <a:t>Consider the value of the firm and value of the remaining shares after a redemption:</a:t>
            </a:r>
          </a:p>
          <a:p>
            <a:pPr lvl="1"/>
            <a:r>
              <a:rPr lang="en-US" sz="2400" dirty="0"/>
              <a:t>(A) Firm is worth $100 with 10 shareholders each owning 1 share.  The company  repurchases 1 share for $10.  Results to exiting SH and remaining SHs? </a:t>
            </a:r>
          </a:p>
          <a:p>
            <a:pPr lvl="1"/>
            <a:r>
              <a:rPr lang="en-US" sz="2400" dirty="0"/>
              <a:t>(B) Firm is worth $100 with 10 shareholders each owning 1 share.  The company  repurchases 1 share for $11.  Results to exiting SH and remaining SHs? </a:t>
            </a:r>
          </a:p>
          <a:p>
            <a:pPr lvl="1"/>
            <a:r>
              <a:rPr lang="en-US" sz="2400" dirty="0"/>
              <a:t>(C) Firm is worth $100 with 10 shareholders each owning 1 share.  The company  repurchases 1 share for $9.  Results to exiting SH and remaining SHs? </a:t>
            </a:r>
          </a:p>
          <a:p>
            <a:pPr lvl="1"/>
            <a:endParaRPr lang="en-US" dirty="0"/>
          </a:p>
          <a:p>
            <a:pPr lvl="1"/>
            <a:endParaRPr lang="en-US" dirty="0"/>
          </a:p>
        </p:txBody>
      </p:sp>
      <p:sp>
        <p:nvSpPr>
          <p:cNvPr id="3" name="Title 2">
            <a:extLst>
              <a:ext uri="{FF2B5EF4-FFF2-40B4-BE49-F238E27FC236}">
                <a16:creationId xmlns:a16="http://schemas.microsoft.com/office/drawing/2014/main" id="{7E5FA44E-B5C4-B644-BFF3-6A6F052C894F}"/>
              </a:ext>
            </a:extLst>
          </p:cNvPr>
          <p:cNvSpPr>
            <a:spLocks noGrp="1"/>
          </p:cNvSpPr>
          <p:nvPr>
            <p:ph type="title"/>
          </p:nvPr>
        </p:nvSpPr>
        <p:spPr/>
        <p:txBody>
          <a:bodyPr/>
          <a:lstStyle/>
          <a:p>
            <a:r>
              <a:rPr lang="en-US" sz="2000" dirty="0"/>
              <a:t>Naive Conceptions</a:t>
            </a:r>
            <a:r>
              <a:rPr lang="mr-IN" sz="2000" dirty="0"/>
              <a:t> </a:t>
            </a:r>
            <a:endParaRPr lang="en-US" dirty="0"/>
          </a:p>
        </p:txBody>
      </p:sp>
      <p:sp>
        <p:nvSpPr>
          <p:cNvPr id="4" name="Slide Number Placeholder 3">
            <a:extLst>
              <a:ext uri="{FF2B5EF4-FFF2-40B4-BE49-F238E27FC236}">
                <a16:creationId xmlns:a16="http://schemas.microsoft.com/office/drawing/2014/main" id="{2122C1D8-A749-FF4C-ABB6-BC18E4198B76}"/>
              </a:ext>
            </a:extLst>
          </p:cNvPr>
          <p:cNvSpPr>
            <a:spLocks noGrp="1"/>
          </p:cNvSpPr>
          <p:nvPr>
            <p:ph type="sldNum" sz="quarter" idx="10"/>
          </p:nvPr>
        </p:nvSpPr>
        <p:spPr/>
        <p:txBody>
          <a:bodyPr/>
          <a:lstStyle/>
          <a:p>
            <a:fld id="{7B3E355C-57B9-BC4B-95D8-406A1F834537}" type="slidenum">
              <a:rPr lang="en-US" altLang="en-US" smtClean="0"/>
              <a:pPr/>
              <a:t>42</a:t>
            </a:fld>
            <a:endParaRPr lang="en-US" altLang="en-US"/>
          </a:p>
        </p:txBody>
      </p:sp>
      <p:sp>
        <p:nvSpPr>
          <p:cNvPr id="5" name="Footer Placeholder 4">
            <a:extLst>
              <a:ext uri="{FF2B5EF4-FFF2-40B4-BE49-F238E27FC236}">
                <a16:creationId xmlns:a16="http://schemas.microsoft.com/office/drawing/2014/main" id="{95714052-E1F8-384F-984C-D2AF69078647}"/>
              </a:ext>
            </a:extLst>
          </p:cNvPr>
          <p:cNvSpPr>
            <a:spLocks noGrp="1"/>
          </p:cNvSpPr>
          <p:nvPr>
            <p:ph type="ftr" sz="quarter" idx="11"/>
          </p:nvPr>
        </p:nvSpPr>
        <p:spPr/>
        <p:txBody>
          <a:bodyPr/>
          <a:lstStyle/>
          <a:p>
            <a:pPr>
              <a:defRPr/>
            </a:pPr>
            <a:r>
              <a:rPr lang="en-US"/>
              <a:t>Redemptions</a:t>
            </a:r>
            <a:endParaRPr lang="en-US" dirty="0"/>
          </a:p>
        </p:txBody>
      </p:sp>
    </p:spTree>
    <p:extLst>
      <p:ext uri="{BB962C8B-B14F-4D97-AF65-F5344CB8AC3E}">
        <p14:creationId xmlns:p14="http://schemas.microsoft.com/office/powerpoint/2010/main" val="144932471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lstStyle/>
          <a:p>
            <a:r>
              <a:rPr lang="en-US" sz="2800" dirty="0"/>
              <a:t>Dividends don’t eat “investment substance” but selling shares does.</a:t>
            </a:r>
          </a:p>
          <a:p>
            <a:pPr lvl="1"/>
            <a:r>
              <a:rPr lang="en-US" sz="2600" dirty="0"/>
              <a:t>10 shares @ $10/share:  Compare (1) $1 dividend/share &amp; (2) sale of 1 share</a:t>
            </a:r>
          </a:p>
          <a:p>
            <a:pPr marL="228600" lvl="1" indent="0">
              <a:buNone/>
            </a:pPr>
            <a:endParaRPr lang="en-US" sz="2600" dirty="0"/>
          </a:p>
          <a:p>
            <a:pPr lvl="2"/>
            <a:endParaRPr lang="en-US" sz="2600" dirty="0"/>
          </a:p>
          <a:p>
            <a:r>
              <a:rPr lang="en-US" sz="2800" dirty="0"/>
              <a:t>Share repurchases increase EPS</a:t>
            </a:r>
          </a:p>
          <a:p>
            <a:pPr lvl="1"/>
            <a:r>
              <a:rPr lang="en-US" sz="2600" dirty="0"/>
              <a:t>Keep earnings constant, buy back shares, and voila, EPS up, up, up and price up, up, up</a:t>
            </a:r>
          </a:p>
          <a:p>
            <a:endParaRPr lang="en-US" sz="2800" dirty="0"/>
          </a:p>
        </p:txBody>
      </p:sp>
      <p:sp>
        <p:nvSpPr>
          <p:cNvPr id="3" name="Title 2"/>
          <p:cNvSpPr>
            <a:spLocks noGrp="1"/>
          </p:cNvSpPr>
          <p:nvPr>
            <p:ph type="title"/>
          </p:nvPr>
        </p:nvSpPr>
        <p:spPr/>
        <p:txBody>
          <a:bodyPr/>
          <a:lstStyle/>
          <a:p>
            <a:r>
              <a:rPr lang="en-US" sz="2400" dirty="0"/>
              <a:t>Naive Conceptions</a:t>
            </a:r>
            <a:r>
              <a:rPr lang="mr-IN" sz="2400" dirty="0"/>
              <a:t> </a:t>
            </a:r>
            <a:endParaRPr lang="en-US" dirty="0"/>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43</a:t>
            </a:fld>
            <a:endParaRPr lang="en-US" altLang="en-US"/>
          </a:p>
        </p:txBody>
      </p:sp>
      <p:sp>
        <p:nvSpPr>
          <p:cNvPr id="5" name="Footer Placeholder 4"/>
          <p:cNvSpPr>
            <a:spLocks noGrp="1"/>
          </p:cNvSpPr>
          <p:nvPr>
            <p:ph type="ftr" sz="quarter" idx="11"/>
          </p:nvPr>
        </p:nvSpPr>
        <p:spPr/>
        <p:txBody>
          <a:bodyPr/>
          <a:lstStyle/>
          <a:p>
            <a:pPr>
              <a:defRPr/>
            </a:pPr>
            <a:r>
              <a:rPr lang="en-US"/>
              <a:t>Redemptions</a:t>
            </a:r>
          </a:p>
        </p:txBody>
      </p:sp>
    </p:spTree>
    <p:extLst>
      <p:ext uri="{BB962C8B-B14F-4D97-AF65-F5344CB8AC3E}">
        <p14:creationId xmlns:p14="http://schemas.microsoft.com/office/powerpoint/2010/main" val="167195365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a:xfrm>
            <a:off x="512064" y="660493"/>
            <a:ext cx="11277600" cy="5574938"/>
          </a:xfrm>
        </p:spPr>
        <p:txBody>
          <a:bodyPr/>
          <a:lstStyle/>
          <a:p>
            <a:r>
              <a:rPr lang="en-US" sz="2000" dirty="0"/>
              <a:t>Signaling: Why might stock rise after a repurchase announcement?</a:t>
            </a:r>
          </a:p>
          <a:p>
            <a:r>
              <a:rPr lang="en-US" sz="2000" dirty="0"/>
              <a:t>Dividend smoothing </a:t>
            </a:r>
          </a:p>
          <a:p>
            <a:pPr lvl="1"/>
            <a:r>
              <a:rPr lang="en-US" sz="2000" dirty="0"/>
              <a:t>Firms are reluctant to cut dividends, so they prefer to slowly increase them over time </a:t>
            </a:r>
          </a:p>
          <a:p>
            <a:pPr lvl="1"/>
            <a:r>
              <a:rPr lang="en-US" sz="2000" dirty="0"/>
              <a:t>Earnings shocks are transitory, and firms would rather do a repurchase with these shocks </a:t>
            </a:r>
          </a:p>
          <a:p>
            <a:r>
              <a:rPr lang="en-US" sz="2000" dirty="0"/>
              <a:t>Executive stock options </a:t>
            </a:r>
          </a:p>
          <a:p>
            <a:pPr lvl="1"/>
            <a:r>
              <a:rPr lang="en-US" sz="2000" dirty="0"/>
              <a:t>Call options lose value after dividend payout, so executives/owners prefer repurchases </a:t>
            </a:r>
          </a:p>
          <a:p>
            <a:r>
              <a:rPr lang="en-US" sz="2000" dirty="0"/>
              <a:t>Executive ownership </a:t>
            </a:r>
          </a:p>
          <a:p>
            <a:pPr lvl="1"/>
            <a:r>
              <a:rPr lang="en-US" sz="2000" dirty="0"/>
              <a:t>Restricted stocks do not participate in repurchase offers so they get more of the company after a repurchase, but may not get dividends </a:t>
            </a:r>
          </a:p>
          <a:p>
            <a:r>
              <a:rPr lang="en-US" sz="2000" dirty="0"/>
              <a:t>Increased leverage to fund repurchases</a:t>
            </a:r>
          </a:p>
          <a:p>
            <a:r>
              <a:rPr lang="en-US" sz="2000" dirty="0"/>
              <a:t>Investor preferences </a:t>
            </a:r>
          </a:p>
          <a:p>
            <a:pPr lvl="1"/>
            <a:r>
              <a:rPr lang="en-US" sz="2000" dirty="0"/>
              <a:t>Behavioral finance demonstrates than unsophisticated small investors prefer dividends when it would have been more beneficial (tax shield) if they sold shares instead </a:t>
            </a:r>
          </a:p>
          <a:p>
            <a:r>
              <a:rPr lang="en-US" sz="2000" dirty="0"/>
              <a:t>Fund charter exclusion clauses </a:t>
            </a:r>
          </a:p>
          <a:p>
            <a:pPr lvl="1"/>
            <a:r>
              <a:rPr lang="en-US" sz="2000" dirty="0"/>
              <a:t>Institutional charters may restrict them to holding ONLY dividend paying stocks </a:t>
            </a:r>
          </a:p>
          <a:p>
            <a:pPr marL="0" indent="0">
              <a:buNone/>
            </a:pPr>
            <a:endParaRPr lang="en-US" dirty="0"/>
          </a:p>
        </p:txBody>
      </p:sp>
      <p:sp>
        <p:nvSpPr>
          <p:cNvPr id="3" name="Title 2"/>
          <p:cNvSpPr>
            <a:spLocks noGrp="1"/>
          </p:cNvSpPr>
          <p:nvPr>
            <p:ph type="title"/>
          </p:nvPr>
        </p:nvSpPr>
        <p:spPr/>
        <p:txBody>
          <a:bodyPr/>
          <a:lstStyle/>
          <a:p>
            <a:r>
              <a:rPr lang="en-US" dirty="0"/>
              <a:t>Dividends &amp; Repurchases Issues</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44</a:t>
            </a:fld>
            <a:endParaRPr lang="en-US" altLang="en-US"/>
          </a:p>
        </p:txBody>
      </p:sp>
      <p:sp>
        <p:nvSpPr>
          <p:cNvPr id="5" name="Footer Placeholder 4"/>
          <p:cNvSpPr>
            <a:spLocks noGrp="1"/>
          </p:cNvSpPr>
          <p:nvPr>
            <p:ph type="ftr" sz="quarter" idx="11"/>
          </p:nvPr>
        </p:nvSpPr>
        <p:spPr/>
        <p:txBody>
          <a:bodyPr/>
          <a:lstStyle/>
          <a:p>
            <a:pPr>
              <a:defRPr/>
            </a:pPr>
            <a:r>
              <a:rPr lang="en-US"/>
              <a:t>Redemptions</a:t>
            </a:r>
            <a:endParaRPr lang="en-US" dirty="0"/>
          </a:p>
        </p:txBody>
      </p:sp>
    </p:spTree>
    <p:extLst>
      <p:ext uri="{BB962C8B-B14F-4D97-AF65-F5344CB8AC3E}">
        <p14:creationId xmlns:p14="http://schemas.microsoft.com/office/powerpoint/2010/main" val="4094705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2">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2">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2">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2">
                                            <p:txEl>
                                              <p:pRg st="10" end="10"/>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nodeType="clickEffect">
                                  <p:stCondLst>
                                    <p:cond delay="0"/>
                                  </p:stCondLst>
                                  <p:childTnLst>
                                    <p:set>
                                      <p:cBhvr>
                                        <p:cTn id="50" dur="1" fill="hold">
                                          <p:stCondLst>
                                            <p:cond delay="0"/>
                                          </p:stCondLst>
                                        </p:cTn>
                                        <p:tgtEl>
                                          <p:spTgt spid="2">
                                            <p:txEl>
                                              <p:pRg st="11" end="11"/>
                                            </p:txEl>
                                          </p:spTgt>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nodeType="clickEffect">
                                  <p:stCondLst>
                                    <p:cond delay="0"/>
                                  </p:stCondLst>
                                  <p:childTnLst>
                                    <p:set>
                                      <p:cBhvr>
                                        <p:cTn id="54" dur="1" fill="hold">
                                          <p:stCondLst>
                                            <p:cond delay="0"/>
                                          </p:stCondLst>
                                        </p:cTn>
                                        <p:tgtEl>
                                          <p:spTgt spid="2">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CG Body - Standard">
  <a:themeElements>
    <a:clrScheme name="CGSH">
      <a:dk1>
        <a:sysClr val="windowText" lastClr="000000"/>
      </a:dk1>
      <a:lt1>
        <a:sysClr val="window" lastClr="FFFFFF"/>
      </a:lt1>
      <a:dk2>
        <a:srgbClr val="000000"/>
      </a:dk2>
      <a:lt2>
        <a:srgbClr val="FFFFFF"/>
      </a:lt2>
      <a:accent1>
        <a:srgbClr val="B01C2E"/>
      </a:accent1>
      <a:accent2>
        <a:srgbClr val="4B2942"/>
      </a:accent2>
      <a:accent3>
        <a:srgbClr val="002F5F"/>
      </a:accent3>
      <a:accent4>
        <a:srgbClr val="495B25"/>
      </a:accent4>
      <a:accent5>
        <a:srgbClr val="E66402"/>
      </a:accent5>
      <a:accent6>
        <a:srgbClr val="FF9933"/>
      </a:accent6>
      <a:hlink>
        <a:srgbClr val="0000FF"/>
      </a:hlink>
      <a:folHlink>
        <a:srgbClr val="800080"/>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CT_COE_16" id="{671586AA-9BBF-BE44-880F-D824A4D8FE5E}" vid="{5A5CEC7A-9E78-BE40-8F14-2D245F9926EC}"/>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17425</TotalTime>
  <Words>3904</Words>
  <Application>Microsoft Macintosh PowerPoint</Application>
  <PresentationFormat>Widescreen</PresentationFormat>
  <Paragraphs>511</Paragraphs>
  <Slides>44</Slides>
  <Notes>9</Notes>
  <HiddenSlides>0</HiddenSlides>
  <MMClips>0</MMClips>
  <ScaleCrop>false</ScaleCrop>
  <HeadingPairs>
    <vt:vector size="8" baseType="variant">
      <vt:variant>
        <vt:lpstr>Fonts Used</vt:lpstr>
      </vt:variant>
      <vt:variant>
        <vt:i4>9</vt:i4>
      </vt:variant>
      <vt:variant>
        <vt:lpstr>Theme</vt:lpstr>
      </vt:variant>
      <vt:variant>
        <vt:i4>1</vt:i4>
      </vt:variant>
      <vt:variant>
        <vt:lpstr>Embedded OLE Servers</vt:lpstr>
      </vt:variant>
      <vt:variant>
        <vt:i4>1</vt:i4>
      </vt:variant>
      <vt:variant>
        <vt:lpstr>Slide Titles</vt:lpstr>
      </vt:variant>
      <vt:variant>
        <vt:i4>44</vt:i4>
      </vt:variant>
    </vt:vector>
  </HeadingPairs>
  <TitlesOfParts>
    <vt:vector size="55" baseType="lpstr">
      <vt:lpstr>ＭＳ Ｐゴシック</vt:lpstr>
      <vt:lpstr>NSimSun</vt:lpstr>
      <vt:lpstr>Arial</vt:lpstr>
      <vt:lpstr>Calibri</vt:lpstr>
      <vt:lpstr>Courier New</vt:lpstr>
      <vt:lpstr>Georgia</vt:lpstr>
      <vt:lpstr>Times New Roman</vt:lpstr>
      <vt:lpstr>Wingdings</vt:lpstr>
      <vt:lpstr>Wingdings 2</vt:lpstr>
      <vt:lpstr>CG Body - Standard</vt:lpstr>
      <vt:lpstr>Equation</vt:lpstr>
      <vt:lpstr>Corporate Taxation: Redemptions </vt:lpstr>
      <vt:lpstr>Equity Payouts: Dividends and Share Repurchases</vt:lpstr>
      <vt:lpstr>Redemptions</vt:lpstr>
      <vt:lpstr>Redemptions: Shareholder Consequences</vt:lpstr>
      <vt:lpstr>Constructive Ownership Rules</vt:lpstr>
      <vt:lpstr>Substantially Disproportionate Redemptions: §302(b)(2)</vt:lpstr>
      <vt:lpstr>Substantially Disproportionate Redemptions: Rev. Rul. 81-41</vt:lpstr>
      <vt:lpstr>Substantially Disproportionate Redemptions and §302(b)(2)(D): Rev. Rul. 85-14</vt:lpstr>
      <vt:lpstr>Redemptions that Completely Terminate a Shareholder’s Interest: §302(b)(3) and (c)(2) </vt:lpstr>
      <vt:lpstr>Redemptions: Lynch v. CIR, 801 F.2d 1176 (9th Cir. 1986)</vt:lpstr>
      <vt:lpstr>Redemptions: Section 302(b)(6)</vt:lpstr>
      <vt:lpstr>Redemptions: Section 302(c)(2)(B)(i) and (ii)</vt:lpstr>
      <vt:lpstr>Redemptions: Rev. Rul. 77-293</vt:lpstr>
      <vt:lpstr>Redemptions: US v. Davis, 397 US 301 (1970) </vt:lpstr>
      <vt:lpstr>Redemptions: Rev. Rul. 76-385</vt:lpstr>
      <vt:lpstr>Redemptions: Rev. Rul. 81-289</vt:lpstr>
      <vt:lpstr>Redemptions: Partial Liquidations--Section 302(e)</vt:lpstr>
      <vt:lpstr>Redemptions: Rev. Rul. 60-322</vt:lpstr>
      <vt:lpstr>Redemptions: Section 303</vt:lpstr>
      <vt:lpstr>Redemptions: Corporate-Level Consequences</vt:lpstr>
      <vt:lpstr>Redemptions and Tax Planning:  Zenz v. Quinlivan, (6th Cir. 1954)</vt:lpstr>
      <vt:lpstr>Redemptions and Tax Planning:  Rev. Rul. 75-447</vt:lpstr>
      <vt:lpstr>Redemptions and Buy-Sell Agreements: Rev. Rul. 69-608</vt:lpstr>
      <vt:lpstr>Redemptions:  Shareholder-Level Consequences</vt:lpstr>
      <vt:lpstr>Redemptions:  Notice 2001-45 (Basis Shifting Shelters)</vt:lpstr>
      <vt:lpstr>Redemptions:  H.J. Heinz Co. v. US (Fed. Cl. 2007)</vt:lpstr>
      <vt:lpstr>Redemptions:  Shareholder-Level Consequences (Proposed Regulations, withdrawn 3/2019)</vt:lpstr>
      <vt:lpstr>Equity Payouts: Dividends and Share Repurchases</vt:lpstr>
      <vt:lpstr>New (and not improved) §4501: 1% Excise Tax on Redemptions</vt:lpstr>
      <vt:lpstr>Political Concerns with Buybacks</vt:lpstr>
      <vt:lpstr>Political Concerns with Buybacks</vt:lpstr>
      <vt:lpstr>Warren Buffet: 2022 Letter to Shareholders</vt:lpstr>
      <vt:lpstr>Buybacks and Dividends (1999-2025)</vt:lpstr>
      <vt:lpstr>S&amp;P 500 Yield from Buyback and Dividends</vt:lpstr>
      <vt:lpstr>Buybacks and Dividends as a % of Operating Earnings</vt:lpstr>
      <vt:lpstr>Stock Repurchases</vt:lpstr>
      <vt:lpstr>Apple FY 2022 10-K</vt:lpstr>
      <vt:lpstr>Apple FY 2022 10-K</vt:lpstr>
      <vt:lpstr>Buybacks going up, up, up?</vt:lpstr>
      <vt:lpstr>Companies are selling assets to fund buybacks</vt:lpstr>
      <vt:lpstr>Companies are forgoing investments to fund buybacks  </vt:lpstr>
      <vt:lpstr>Naive Conceptions </vt:lpstr>
      <vt:lpstr>Naive Conceptions </vt:lpstr>
      <vt:lpstr>Dividends &amp; Repurchases Issues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PV Simplications</dc:title>
  <dc:creator>J Colon</dc:creator>
  <cp:lastModifiedBy>Colon, Jeffrey M.</cp:lastModifiedBy>
  <cp:revision>306</cp:revision>
  <cp:lastPrinted>2023-03-01T20:01:35Z</cp:lastPrinted>
  <dcterms:created xsi:type="dcterms:W3CDTF">2016-08-01T04:04:31Z</dcterms:created>
  <dcterms:modified xsi:type="dcterms:W3CDTF">2026-02-20T14:02:48Z</dcterms:modified>
</cp:coreProperties>
</file>