
<file path=[Content_Types].xml><?xml version="1.0" encoding="utf-8"?>
<Types xmlns="http://schemas.openxmlformats.org/package/2006/content-types">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30"/>
  </p:notesMasterIdLst>
  <p:sldIdLst>
    <p:sldId id="306" r:id="rId2"/>
    <p:sldId id="303" r:id="rId3"/>
    <p:sldId id="256" r:id="rId4"/>
    <p:sldId id="257" r:id="rId5"/>
    <p:sldId id="279" r:id="rId6"/>
    <p:sldId id="275" r:id="rId7"/>
    <p:sldId id="280" r:id="rId8"/>
    <p:sldId id="281" r:id="rId9"/>
    <p:sldId id="284" r:id="rId10"/>
    <p:sldId id="283" r:id="rId11"/>
    <p:sldId id="286" r:id="rId12"/>
    <p:sldId id="264" r:id="rId13"/>
    <p:sldId id="266" r:id="rId14"/>
    <p:sldId id="289" r:id="rId15"/>
    <p:sldId id="290" r:id="rId16"/>
    <p:sldId id="291" r:id="rId17"/>
    <p:sldId id="287" r:id="rId18"/>
    <p:sldId id="288" r:id="rId19"/>
    <p:sldId id="304" r:id="rId20"/>
    <p:sldId id="293" r:id="rId21"/>
    <p:sldId id="292" r:id="rId22"/>
    <p:sldId id="305" r:id="rId23"/>
    <p:sldId id="294" r:id="rId24"/>
    <p:sldId id="295" r:id="rId25"/>
    <p:sldId id="298" r:id="rId26"/>
    <p:sldId id="299" r:id="rId27"/>
    <p:sldId id="302" r:id="rId28"/>
    <p:sldId id="300" r:id="rId29"/>
  </p:sldIdLst>
  <p:sldSz cx="12192000" cy="6858000"/>
  <p:notesSz cx="7010400" cy="9236075"/>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0A6E1C3-72F2-0545-A42D-76ED054C6A7C}" v="358" dt="2026-02-02T18:00:07.63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939"/>
    <p:restoredTop sz="94694"/>
  </p:normalViewPr>
  <p:slideViewPr>
    <p:cSldViewPr snapToGrid="0" snapToObjects="1">
      <p:cViewPr varScale="1">
        <p:scale>
          <a:sx n="100" d="100"/>
          <a:sy n="100" d="100"/>
        </p:scale>
        <p:origin x="160" y="528"/>
      </p:cViewPr>
      <p:guideLst/>
    </p:cSldViewPr>
  </p:slideViewPr>
  <p:notesTextViewPr>
    <p:cViewPr>
      <p:scale>
        <a:sx n="1" d="1"/>
        <a:sy n="1" d="1"/>
      </p:scale>
      <p:origin x="0" y="0"/>
    </p:cViewPr>
  </p:notesTextViewPr>
  <p:sorterViewPr>
    <p:cViewPr>
      <p:scale>
        <a:sx n="185" d="100"/>
        <a:sy n="185"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microsoft.com/office/2015/10/relationships/revisionInfo" Target="revisionInfo.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35" Type="http://schemas.microsoft.com/office/2016/11/relationships/changesInfo" Target="changesInfos/changesInfo1.xml"/><Relationship Id="rId8"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olon, Jeffrey M." userId="615143b1-cdee-493d-9a9d-1565ce8666d9" providerId="ADAL" clId="{DC1DB158-BAB1-5930-B714-AEF472873853}"/>
    <pc:docChg chg="custSel modSld modMainMaster">
      <pc:chgData name="Colon, Jeffrey M." userId="615143b1-cdee-493d-9a9d-1565ce8666d9" providerId="ADAL" clId="{DC1DB158-BAB1-5930-B714-AEF472873853}" dt="2026-02-02T18:00:08.550" v="373" actId="20577"/>
      <pc:docMkLst>
        <pc:docMk/>
      </pc:docMkLst>
      <pc:sldChg chg="modSp">
        <pc:chgData name="Colon, Jeffrey M." userId="615143b1-cdee-493d-9a9d-1565ce8666d9" providerId="ADAL" clId="{DC1DB158-BAB1-5930-B714-AEF472873853}" dt="2026-02-02T15:47:35.672" v="101" actId="20577"/>
        <pc:sldMkLst>
          <pc:docMk/>
          <pc:sldMk cId="76037392" sldId="275"/>
        </pc:sldMkLst>
        <pc:spChg chg="mod">
          <ac:chgData name="Colon, Jeffrey M." userId="615143b1-cdee-493d-9a9d-1565ce8666d9" providerId="ADAL" clId="{DC1DB158-BAB1-5930-B714-AEF472873853}" dt="2026-02-02T15:20:34.611" v="26" actId="20577"/>
          <ac:spMkLst>
            <pc:docMk/>
            <pc:sldMk cId="76037392" sldId="275"/>
            <ac:spMk id="60418" creationId="{00000000-0000-0000-0000-000000000000}"/>
          </ac:spMkLst>
        </pc:spChg>
        <pc:spChg chg="mod">
          <ac:chgData name="Colon, Jeffrey M." userId="615143b1-cdee-493d-9a9d-1565ce8666d9" providerId="ADAL" clId="{DC1DB158-BAB1-5930-B714-AEF472873853}" dt="2026-02-02T15:47:35.672" v="101" actId="20577"/>
          <ac:spMkLst>
            <pc:docMk/>
            <pc:sldMk cId="76037392" sldId="275"/>
            <ac:spMk id="60424" creationId="{00000000-0000-0000-0000-000000000000}"/>
          </ac:spMkLst>
        </pc:spChg>
      </pc:sldChg>
      <pc:sldChg chg="modSp mod modAnim">
        <pc:chgData name="Colon, Jeffrey M." userId="615143b1-cdee-493d-9a9d-1565ce8666d9" providerId="ADAL" clId="{DC1DB158-BAB1-5930-B714-AEF472873853}" dt="2026-02-02T15:54:16.978" v="318" actId="14"/>
        <pc:sldMkLst>
          <pc:docMk/>
          <pc:sldMk cId="1236184672" sldId="281"/>
        </pc:sldMkLst>
        <pc:spChg chg="mod">
          <ac:chgData name="Colon, Jeffrey M." userId="615143b1-cdee-493d-9a9d-1565ce8666d9" providerId="ADAL" clId="{DC1DB158-BAB1-5930-B714-AEF472873853}" dt="2026-02-02T15:54:16.978" v="318" actId="14"/>
          <ac:spMkLst>
            <pc:docMk/>
            <pc:sldMk cId="1236184672" sldId="281"/>
            <ac:spMk id="19461" creationId="{00000000-0000-0000-0000-000000000000}"/>
          </ac:spMkLst>
        </pc:spChg>
      </pc:sldChg>
      <pc:sldChg chg="modSp mod modAnim">
        <pc:chgData name="Colon, Jeffrey M." userId="615143b1-cdee-493d-9a9d-1565ce8666d9" providerId="ADAL" clId="{DC1DB158-BAB1-5930-B714-AEF472873853}" dt="2026-02-02T15:57:16.928" v="343"/>
        <pc:sldMkLst>
          <pc:docMk/>
          <pc:sldMk cId="1544031649" sldId="284"/>
        </pc:sldMkLst>
        <pc:spChg chg="mod">
          <ac:chgData name="Colon, Jeffrey M." userId="615143b1-cdee-493d-9a9d-1565ce8666d9" providerId="ADAL" clId="{DC1DB158-BAB1-5930-B714-AEF472873853}" dt="2026-02-02T15:56:50.228" v="342"/>
          <ac:spMkLst>
            <pc:docMk/>
            <pc:sldMk cId="1544031649" sldId="284"/>
            <ac:spMk id="2" creationId="{00000000-0000-0000-0000-000000000000}"/>
          </ac:spMkLst>
        </pc:spChg>
      </pc:sldChg>
      <pc:sldChg chg="modSp">
        <pc:chgData name="Colon, Jeffrey M." userId="615143b1-cdee-493d-9a9d-1565ce8666d9" providerId="ADAL" clId="{DC1DB158-BAB1-5930-B714-AEF472873853}" dt="2026-02-02T17:58:17.954" v="364" actId="113"/>
        <pc:sldMkLst>
          <pc:docMk/>
          <pc:sldMk cId="488017808" sldId="288"/>
        </pc:sldMkLst>
        <pc:spChg chg="mod">
          <ac:chgData name="Colon, Jeffrey M." userId="615143b1-cdee-493d-9a9d-1565ce8666d9" providerId="ADAL" clId="{DC1DB158-BAB1-5930-B714-AEF472873853}" dt="2026-02-02T17:58:17.954" v="364" actId="113"/>
          <ac:spMkLst>
            <pc:docMk/>
            <pc:sldMk cId="488017808" sldId="288"/>
            <ac:spMk id="2" creationId="{00000000-0000-0000-0000-000000000000}"/>
          </ac:spMkLst>
        </pc:spChg>
      </pc:sldChg>
      <pc:sldChg chg="modSp">
        <pc:chgData name="Colon, Jeffrey M." userId="615143b1-cdee-493d-9a9d-1565ce8666d9" providerId="ADAL" clId="{DC1DB158-BAB1-5930-B714-AEF472873853}" dt="2026-02-02T16:32:55.885" v="345" actId="20577"/>
        <pc:sldMkLst>
          <pc:docMk/>
          <pc:sldMk cId="937170187" sldId="289"/>
        </pc:sldMkLst>
        <pc:spChg chg="mod">
          <ac:chgData name="Colon, Jeffrey M." userId="615143b1-cdee-493d-9a9d-1565ce8666d9" providerId="ADAL" clId="{DC1DB158-BAB1-5930-B714-AEF472873853}" dt="2026-02-02T16:32:55.885" v="345" actId="20577"/>
          <ac:spMkLst>
            <pc:docMk/>
            <pc:sldMk cId="937170187" sldId="289"/>
            <ac:spMk id="2" creationId="{00000000-0000-0000-0000-000000000000}"/>
          </ac:spMkLst>
        </pc:spChg>
      </pc:sldChg>
      <pc:sldChg chg="modSp">
        <pc:chgData name="Colon, Jeffrey M." userId="615143b1-cdee-493d-9a9d-1565ce8666d9" providerId="ADAL" clId="{DC1DB158-BAB1-5930-B714-AEF472873853}" dt="2026-02-02T17:57:55.926" v="361" actId="20577"/>
        <pc:sldMkLst>
          <pc:docMk/>
          <pc:sldMk cId="3239027678" sldId="290"/>
        </pc:sldMkLst>
        <pc:spChg chg="mod">
          <ac:chgData name="Colon, Jeffrey M." userId="615143b1-cdee-493d-9a9d-1565ce8666d9" providerId="ADAL" clId="{DC1DB158-BAB1-5930-B714-AEF472873853}" dt="2026-02-02T17:57:55.926" v="361" actId="20577"/>
          <ac:spMkLst>
            <pc:docMk/>
            <pc:sldMk cId="3239027678" sldId="290"/>
            <ac:spMk id="2" creationId="{00000000-0000-0000-0000-000000000000}"/>
          </ac:spMkLst>
        </pc:spChg>
      </pc:sldChg>
      <pc:sldChg chg="modSp">
        <pc:chgData name="Colon, Jeffrey M." userId="615143b1-cdee-493d-9a9d-1565ce8666d9" providerId="ADAL" clId="{DC1DB158-BAB1-5930-B714-AEF472873853}" dt="2026-02-02T16:40:25.891" v="359" actId="20577"/>
        <pc:sldMkLst>
          <pc:docMk/>
          <pc:sldMk cId="602949189" sldId="291"/>
        </pc:sldMkLst>
        <pc:spChg chg="mod">
          <ac:chgData name="Colon, Jeffrey M." userId="615143b1-cdee-493d-9a9d-1565ce8666d9" providerId="ADAL" clId="{DC1DB158-BAB1-5930-B714-AEF472873853}" dt="2026-02-02T16:40:25.891" v="359" actId="20577"/>
          <ac:spMkLst>
            <pc:docMk/>
            <pc:sldMk cId="602949189" sldId="291"/>
            <ac:spMk id="2" creationId="{00000000-0000-0000-0000-000000000000}"/>
          </ac:spMkLst>
        </pc:spChg>
      </pc:sldChg>
      <pc:sldChg chg="modSp mod">
        <pc:chgData name="Colon, Jeffrey M." userId="615143b1-cdee-493d-9a9d-1565ce8666d9" providerId="ADAL" clId="{DC1DB158-BAB1-5930-B714-AEF472873853}" dt="2026-02-02T18:00:08.550" v="373" actId="20577"/>
        <pc:sldMkLst>
          <pc:docMk/>
          <pc:sldMk cId="1662469934" sldId="302"/>
        </pc:sldMkLst>
        <pc:spChg chg="mod">
          <ac:chgData name="Colon, Jeffrey M." userId="615143b1-cdee-493d-9a9d-1565ce8666d9" providerId="ADAL" clId="{DC1DB158-BAB1-5930-B714-AEF472873853}" dt="2026-02-02T18:00:08.550" v="373" actId="20577"/>
          <ac:spMkLst>
            <pc:docMk/>
            <pc:sldMk cId="1662469934" sldId="302"/>
            <ac:spMk id="13" creationId="{00000000-0000-0000-0000-000000000000}"/>
          </ac:spMkLst>
        </pc:spChg>
      </pc:sldChg>
      <pc:sldChg chg="modSp">
        <pc:chgData name="Colon, Jeffrey M." userId="615143b1-cdee-493d-9a9d-1565ce8666d9" providerId="ADAL" clId="{DC1DB158-BAB1-5930-B714-AEF472873853}" dt="2026-02-02T17:58:27.822" v="367" actId="179"/>
        <pc:sldMkLst>
          <pc:docMk/>
          <pc:sldMk cId="2692994164" sldId="304"/>
        </pc:sldMkLst>
        <pc:spChg chg="mod">
          <ac:chgData name="Colon, Jeffrey M." userId="615143b1-cdee-493d-9a9d-1565ce8666d9" providerId="ADAL" clId="{DC1DB158-BAB1-5930-B714-AEF472873853}" dt="2026-02-02T17:58:27.822" v="367" actId="179"/>
          <ac:spMkLst>
            <pc:docMk/>
            <pc:sldMk cId="2692994164" sldId="304"/>
            <ac:spMk id="2" creationId="{092E3229-A37B-A747-B43D-A10DA9BF2E34}"/>
          </ac:spMkLst>
        </pc:spChg>
      </pc:sldChg>
      <pc:sldChg chg="modSp mod">
        <pc:chgData name="Colon, Jeffrey M." userId="615143b1-cdee-493d-9a9d-1565ce8666d9" providerId="ADAL" clId="{DC1DB158-BAB1-5930-B714-AEF472873853}" dt="2026-02-02T17:59:08.360" v="369" actId="27636"/>
        <pc:sldMkLst>
          <pc:docMk/>
          <pc:sldMk cId="1444738998" sldId="305"/>
        </pc:sldMkLst>
        <pc:spChg chg="mod">
          <ac:chgData name="Colon, Jeffrey M." userId="615143b1-cdee-493d-9a9d-1565ce8666d9" providerId="ADAL" clId="{DC1DB158-BAB1-5930-B714-AEF472873853}" dt="2026-02-02T17:59:08.360" v="369" actId="27636"/>
          <ac:spMkLst>
            <pc:docMk/>
            <pc:sldMk cId="1444738998" sldId="305"/>
            <ac:spMk id="2" creationId="{DD1685E4-245A-2E41-B702-0EDA07A468B3}"/>
          </ac:spMkLst>
        </pc:spChg>
      </pc:sldChg>
      <pc:sldChg chg="modSp mod">
        <pc:chgData name="Colon, Jeffrey M." userId="615143b1-cdee-493d-9a9d-1565ce8666d9" providerId="ADAL" clId="{DC1DB158-BAB1-5930-B714-AEF472873853}" dt="2026-02-02T15:13:16.930" v="3" actId="14100"/>
        <pc:sldMkLst>
          <pc:docMk/>
          <pc:sldMk cId="784059181" sldId="306"/>
        </pc:sldMkLst>
        <pc:spChg chg="mod">
          <ac:chgData name="Colon, Jeffrey M." userId="615143b1-cdee-493d-9a9d-1565ce8666d9" providerId="ADAL" clId="{DC1DB158-BAB1-5930-B714-AEF472873853}" dt="2026-02-02T15:13:16.930" v="3" actId="14100"/>
          <ac:spMkLst>
            <pc:docMk/>
            <pc:sldMk cId="784059181" sldId="306"/>
            <ac:spMk id="2" creationId="{00000000-0000-0000-0000-000000000000}"/>
          </ac:spMkLst>
        </pc:spChg>
        <pc:spChg chg="mod">
          <ac:chgData name="Colon, Jeffrey M." userId="615143b1-cdee-493d-9a9d-1565ce8666d9" providerId="ADAL" clId="{DC1DB158-BAB1-5930-B714-AEF472873853}" dt="2026-02-02T15:12:52.518" v="0" actId="1076"/>
          <ac:spMkLst>
            <pc:docMk/>
            <pc:sldMk cId="784059181" sldId="306"/>
            <ac:spMk id="3" creationId="{7385DACB-5DF7-055C-426C-4179F9FC34A3}"/>
          </ac:spMkLst>
        </pc:spChg>
      </pc:sldChg>
      <pc:sldMasterChg chg="modSp mod">
        <pc:chgData name="Colon, Jeffrey M." userId="615143b1-cdee-493d-9a9d-1565ce8666d9" providerId="ADAL" clId="{DC1DB158-BAB1-5930-B714-AEF472873853}" dt="2026-02-02T15:13:30.545" v="8" actId="20577"/>
        <pc:sldMasterMkLst>
          <pc:docMk/>
          <pc:sldMasterMk cId="371776349" sldId="2147483660"/>
        </pc:sldMasterMkLst>
        <pc:spChg chg="mod">
          <ac:chgData name="Colon, Jeffrey M." userId="615143b1-cdee-493d-9a9d-1565ce8666d9" providerId="ADAL" clId="{DC1DB158-BAB1-5930-B714-AEF472873853}" dt="2026-02-02T15:13:30.545" v="8" actId="20577"/>
          <ac:spMkLst>
            <pc:docMk/>
            <pc:sldMasterMk cId="371776349" sldId="2147483660"/>
            <ac:spMk id="9" creationId="{00000000-0000-0000-0000-000000000000}"/>
          </ac:spMkLst>
        </pc:sp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3408"/>
          </a:xfrm>
          <a:prstGeom prst="rect">
            <a:avLst/>
          </a:prstGeom>
        </p:spPr>
        <p:txBody>
          <a:bodyPr vert="horz" lIns="92830" tIns="46415" rIns="92830" bIns="46415" rtlCol="0"/>
          <a:lstStyle>
            <a:lvl1pPr algn="l">
              <a:defRPr sz="1200"/>
            </a:lvl1pPr>
          </a:lstStyle>
          <a:p>
            <a:endParaRPr lang="en-US"/>
          </a:p>
        </p:txBody>
      </p:sp>
      <p:sp>
        <p:nvSpPr>
          <p:cNvPr id="3" name="Date Placeholder 2"/>
          <p:cNvSpPr>
            <a:spLocks noGrp="1"/>
          </p:cNvSpPr>
          <p:nvPr>
            <p:ph type="dt" idx="1"/>
          </p:nvPr>
        </p:nvSpPr>
        <p:spPr>
          <a:xfrm>
            <a:off x="3970938" y="0"/>
            <a:ext cx="3037840" cy="463408"/>
          </a:xfrm>
          <a:prstGeom prst="rect">
            <a:avLst/>
          </a:prstGeom>
        </p:spPr>
        <p:txBody>
          <a:bodyPr vert="horz" lIns="92830" tIns="46415" rIns="92830" bIns="46415" rtlCol="0"/>
          <a:lstStyle>
            <a:lvl1pPr algn="r">
              <a:defRPr sz="1200"/>
            </a:lvl1pPr>
          </a:lstStyle>
          <a:p>
            <a:fld id="{F10024FF-F3BD-FE46-AA3D-5D319904FD4D}" type="datetimeFigureOut">
              <a:rPr lang="en-US" smtClean="0"/>
              <a:t>2/2/26</a:t>
            </a:fld>
            <a:endParaRPr lang="en-US"/>
          </a:p>
        </p:txBody>
      </p:sp>
      <p:sp>
        <p:nvSpPr>
          <p:cNvPr id="4" name="Slide Image Placeholder 3"/>
          <p:cNvSpPr>
            <a:spLocks noGrp="1" noRot="1" noChangeAspect="1"/>
          </p:cNvSpPr>
          <p:nvPr>
            <p:ph type="sldImg" idx="2"/>
          </p:nvPr>
        </p:nvSpPr>
        <p:spPr>
          <a:xfrm>
            <a:off x="733425" y="1154113"/>
            <a:ext cx="5543550" cy="3117850"/>
          </a:xfrm>
          <a:prstGeom prst="rect">
            <a:avLst/>
          </a:prstGeom>
          <a:noFill/>
          <a:ln w="12700">
            <a:solidFill>
              <a:prstClr val="black"/>
            </a:solidFill>
          </a:ln>
        </p:spPr>
        <p:txBody>
          <a:bodyPr vert="horz" lIns="92830" tIns="46415" rIns="92830" bIns="46415" rtlCol="0" anchor="ctr"/>
          <a:lstStyle/>
          <a:p>
            <a:endParaRPr lang="en-US"/>
          </a:p>
        </p:txBody>
      </p:sp>
      <p:sp>
        <p:nvSpPr>
          <p:cNvPr id="5" name="Notes Placeholder 4"/>
          <p:cNvSpPr>
            <a:spLocks noGrp="1"/>
          </p:cNvSpPr>
          <p:nvPr>
            <p:ph type="body" sz="quarter" idx="3"/>
          </p:nvPr>
        </p:nvSpPr>
        <p:spPr>
          <a:xfrm>
            <a:off x="701040" y="4444861"/>
            <a:ext cx="5608320" cy="3636705"/>
          </a:xfrm>
          <a:prstGeom prst="rect">
            <a:avLst/>
          </a:prstGeom>
        </p:spPr>
        <p:txBody>
          <a:bodyPr vert="horz" lIns="92830" tIns="46415" rIns="92830" bIns="46415"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772669"/>
            <a:ext cx="3037840" cy="463407"/>
          </a:xfrm>
          <a:prstGeom prst="rect">
            <a:avLst/>
          </a:prstGeom>
        </p:spPr>
        <p:txBody>
          <a:bodyPr vert="horz" lIns="92830" tIns="46415" rIns="92830" bIns="46415"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772669"/>
            <a:ext cx="3037840" cy="463407"/>
          </a:xfrm>
          <a:prstGeom prst="rect">
            <a:avLst/>
          </a:prstGeom>
        </p:spPr>
        <p:txBody>
          <a:bodyPr vert="horz" lIns="92830" tIns="46415" rIns="92830" bIns="46415" rtlCol="0" anchor="b"/>
          <a:lstStyle>
            <a:lvl1pPr algn="r">
              <a:defRPr sz="1200"/>
            </a:lvl1pPr>
          </a:lstStyle>
          <a:p>
            <a:fld id="{D677CC9A-0057-2743-8872-8C9F0C8957E2}" type="slidenum">
              <a:rPr lang="en-US" smtClean="0"/>
              <a:t>‹#›</a:t>
            </a:fld>
            <a:endParaRPr lang="en-US"/>
          </a:p>
        </p:txBody>
      </p:sp>
    </p:spTree>
    <p:extLst>
      <p:ext uri="{BB962C8B-B14F-4D97-AF65-F5344CB8AC3E}">
        <p14:creationId xmlns:p14="http://schemas.microsoft.com/office/powerpoint/2010/main" val="1180481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473258D-F88C-F440-AD20-53E2DCDDB8B5}" type="slidenum">
              <a:rPr lang="en-US" smtClean="0"/>
              <a:t>1</a:t>
            </a:fld>
            <a:endParaRPr lang="en-US"/>
          </a:p>
        </p:txBody>
      </p:sp>
    </p:spTree>
    <p:extLst>
      <p:ext uri="{BB962C8B-B14F-4D97-AF65-F5344CB8AC3E}">
        <p14:creationId xmlns:p14="http://schemas.microsoft.com/office/powerpoint/2010/main" val="92993732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54243" indent="-290093">
              <a:defRPr>
                <a:solidFill>
                  <a:schemeClr val="tx1"/>
                </a:solidFill>
                <a:latin typeface="Arial" charset="0"/>
              </a:defRPr>
            </a:lvl2pPr>
            <a:lvl3pPr marL="1160374" indent="-232075">
              <a:defRPr>
                <a:solidFill>
                  <a:schemeClr val="tx1"/>
                </a:solidFill>
                <a:latin typeface="Arial" charset="0"/>
              </a:defRPr>
            </a:lvl3pPr>
            <a:lvl4pPr marL="1624523" indent="-232075">
              <a:defRPr>
                <a:solidFill>
                  <a:schemeClr val="tx1"/>
                </a:solidFill>
                <a:latin typeface="Arial" charset="0"/>
              </a:defRPr>
            </a:lvl4pPr>
            <a:lvl5pPr marL="2088672" indent="-232075">
              <a:defRPr>
                <a:solidFill>
                  <a:schemeClr val="tx1"/>
                </a:solidFill>
                <a:latin typeface="Arial" charset="0"/>
              </a:defRPr>
            </a:lvl5pPr>
            <a:lvl6pPr marL="2552822" indent="-232075" eaLnBrk="0" fontAlgn="base" hangingPunct="0">
              <a:spcBef>
                <a:spcPct val="0"/>
              </a:spcBef>
              <a:spcAft>
                <a:spcPct val="0"/>
              </a:spcAft>
              <a:defRPr>
                <a:solidFill>
                  <a:schemeClr val="tx1"/>
                </a:solidFill>
                <a:latin typeface="Arial" charset="0"/>
              </a:defRPr>
            </a:lvl6pPr>
            <a:lvl7pPr marL="3016971" indent="-232075" eaLnBrk="0" fontAlgn="base" hangingPunct="0">
              <a:spcBef>
                <a:spcPct val="0"/>
              </a:spcBef>
              <a:spcAft>
                <a:spcPct val="0"/>
              </a:spcAft>
              <a:defRPr>
                <a:solidFill>
                  <a:schemeClr val="tx1"/>
                </a:solidFill>
                <a:latin typeface="Arial" charset="0"/>
              </a:defRPr>
            </a:lvl7pPr>
            <a:lvl8pPr marL="3481121" indent="-232075" eaLnBrk="0" fontAlgn="base" hangingPunct="0">
              <a:spcBef>
                <a:spcPct val="0"/>
              </a:spcBef>
              <a:spcAft>
                <a:spcPct val="0"/>
              </a:spcAft>
              <a:defRPr>
                <a:solidFill>
                  <a:schemeClr val="tx1"/>
                </a:solidFill>
                <a:latin typeface="Arial" charset="0"/>
              </a:defRPr>
            </a:lvl8pPr>
            <a:lvl9pPr marL="3945270" indent="-232075" eaLnBrk="0" fontAlgn="base" hangingPunct="0">
              <a:spcBef>
                <a:spcPct val="0"/>
              </a:spcBef>
              <a:spcAft>
                <a:spcPct val="0"/>
              </a:spcAft>
              <a:defRPr>
                <a:solidFill>
                  <a:schemeClr val="tx1"/>
                </a:solidFill>
                <a:latin typeface="Arial" charset="0"/>
              </a:defRPr>
            </a:lvl9pPr>
          </a:lstStyle>
          <a:p>
            <a:fld id="{D1F82405-193C-BC46-80A2-3A035DA78DA4}" type="slidenum">
              <a:rPr lang="en-US" altLang="en-US">
                <a:latin typeface="Times" charset="0"/>
              </a:rPr>
              <a:pPr/>
              <a:t>3</a:t>
            </a:fld>
            <a:endParaRPr lang="en-US" altLang="en-US">
              <a:latin typeface="Times" charset="0"/>
            </a:endParaRPr>
          </a:p>
        </p:txBody>
      </p:sp>
      <p:sp>
        <p:nvSpPr>
          <p:cNvPr id="29699" name="Rectangle 2"/>
          <p:cNvSpPr>
            <a:spLocks noGrp="1" noRot="1" noChangeAspect="1" noChangeArrowheads="1" noTextEdit="1"/>
          </p:cNvSpPr>
          <p:nvPr>
            <p:ph type="sldImg"/>
          </p:nvPr>
        </p:nvSpPr>
        <p:spPr>
          <a:ln/>
        </p:spPr>
      </p:sp>
      <p:sp>
        <p:nvSpPr>
          <p:cNvPr id="29700"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pPr eaLnBrk="1" hangingPunct="1"/>
            <a:endParaRPr lang="en-US" altLang="en-US">
              <a:latin typeface="Times" charset="0"/>
            </a:endParaRPr>
          </a:p>
        </p:txBody>
      </p:sp>
    </p:spTree>
    <p:extLst>
      <p:ext uri="{BB962C8B-B14F-4D97-AF65-F5344CB8AC3E}">
        <p14:creationId xmlns:p14="http://schemas.microsoft.com/office/powerpoint/2010/main" val="58372402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54243" indent="-290093">
              <a:defRPr>
                <a:solidFill>
                  <a:schemeClr val="tx1"/>
                </a:solidFill>
                <a:latin typeface="Arial" charset="0"/>
              </a:defRPr>
            </a:lvl2pPr>
            <a:lvl3pPr marL="1160374" indent="-232075">
              <a:defRPr>
                <a:solidFill>
                  <a:schemeClr val="tx1"/>
                </a:solidFill>
                <a:latin typeface="Arial" charset="0"/>
              </a:defRPr>
            </a:lvl3pPr>
            <a:lvl4pPr marL="1624523" indent="-232075">
              <a:defRPr>
                <a:solidFill>
                  <a:schemeClr val="tx1"/>
                </a:solidFill>
                <a:latin typeface="Arial" charset="0"/>
              </a:defRPr>
            </a:lvl4pPr>
            <a:lvl5pPr marL="2088672" indent="-232075">
              <a:defRPr>
                <a:solidFill>
                  <a:schemeClr val="tx1"/>
                </a:solidFill>
                <a:latin typeface="Arial" charset="0"/>
              </a:defRPr>
            </a:lvl5pPr>
            <a:lvl6pPr marL="2552822" indent="-232075" eaLnBrk="0" fontAlgn="base" hangingPunct="0">
              <a:spcBef>
                <a:spcPct val="0"/>
              </a:spcBef>
              <a:spcAft>
                <a:spcPct val="0"/>
              </a:spcAft>
              <a:defRPr>
                <a:solidFill>
                  <a:schemeClr val="tx1"/>
                </a:solidFill>
                <a:latin typeface="Arial" charset="0"/>
              </a:defRPr>
            </a:lvl6pPr>
            <a:lvl7pPr marL="3016971" indent="-232075" eaLnBrk="0" fontAlgn="base" hangingPunct="0">
              <a:spcBef>
                <a:spcPct val="0"/>
              </a:spcBef>
              <a:spcAft>
                <a:spcPct val="0"/>
              </a:spcAft>
              <a:defRPr>
                <a:solidFill>
                  <a:schemeClr val="tx1"/>
                </a:solidFill>
                <a:latin typeface="Arial" charset="0"/>
              </a:defRPr>
            </a:lvl7pPr>
            <a:lvl8pPr marL="3481121" indent="-232075" eaLnBrk="0" fontAlgn="base" hangingPunct="0">
              <a:spcBef>
                <a:spcPct val="0"/>
              </a:spcBef>
              <a:spcAft>
                <a:spcPct val="0"/>
              </a:spcAft>
              <a:defRPr>
                <a:solidFill>
                  <a:schemeClr val="tx1"/>
                </a:solidFill>
                <a:latin typeface="Arial" charset="0"/>
              </a:defRPr>
            </a:lvl8pPr>
            <a:lvl9pPr marL="3945270" indent="-232075" eaLnBrk="0" fontAlgn="base" hangingPunct="0">
              <a:spcBef>
                <a:spcPct val="0"/>
              </a:spcBef>
              <a:spcAft>
                <a:spcPct val="0"/>
              </a:spcAft>
              <a:defRPr>
                <a:solidFill>
                  <a:schemeClr val="tx1"/>
                </a:solidFill>
                <a:latin typeface="Arial" charset="0"/>
              </a:defRPr>
            </a:lvl9pPr>
          </a:lstStyle>
          <a:p>
            <a:fld id="{FF34696A-B2D7-0948-BC1A-B6578B0C2FFE}" type="slidenum">
              <a:rPr lang="en-US" altLang="en-US">
                <a:latin typeface="Times" charset="0"/>
              </a:rPr>
              <a:pPr/>
              <a:t>4</a:t>
            </a:fld>
            <a:endParaRPr lang="en-US" altLang="en-US">
              <a:latin typeface="Times" charset="0"/>
            </a:endParaRPr>
          </a:p>
        </p:txBody>
      </p:sp>
      <p:sp>
        <p:nvSpPr>
          <p:cNvPr id="30723" name="Rectangle 2"/>
          <p:cNvSpPr>
            <a:spLocks noGrp="1" noRot="1" noChangeAspect="1" noChangeArrowheads="1" noTextEdit="1"/>
          </p:cNvSpPr>
          <p:nvPr>
            <p:ph type="sldImg"/>
          </p:nvPr>
        </p:nvSpPr>
        <p:spPr>
          <a:ln/>
        </p:spPr>
      </p:sp>
      <p:sp>
        <p:nvSpPr>
          <p:cNvPr id="3072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pPr eaLnBrk="1" hangingPunct="1"/>
            <a:endParaRPr lang="en-US" altLang="en-US">
              <a:latin typeface="Times" charset="0"/>
            </a:endParaRPr>
          </a:p>
        </p:txBody>
      </p:sp>
    </p:spTree>
    <p:extLst>
      <p:ext uri="{BB962C8B-B14F-4D97-AF65-F5344CB8AC3E}">
        <p14:creationId xmlns:p14="http://schemas.microsoft.com/office/powerpoint/2010/main" val="85384347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
          <p:cNvSpPr>
            <a:spLocks noGrp="1" noRot="1" noChangeAspect="1" noChangeArrowheads="1" noTextEdit="1"/>
          </p:cNvSpPr>
          <p:nvPr>
            <p:ph type="sldImg"/>
          </p:nvPr>
        </p:nvSpPr>
        <p:spPr>
          <a:solidFill>
            <a:srgbClr val="FFFFFF"/>
          </a:solidFill>
          <a:ln/>
        </p:spPr>
      </p:sp>
      <p:sp>
        <p:nvSpPr>
          <p:cNvPr id="40963" name="Rectangle 3"/>
          <p:cNvSpPr>
            <a:spLocks noGrp="1" noChangeArrowheads="1"/>
          </p:cNvSpPr>
          <p:nvPr>
            <p:ph type="body" idx="1"/>
          </p:nvPr>
        </p:nvSpPr>
        <p:spPr>
          <a:solidFill>
            <a:srgbClr val="FFFFFF"/>
          </a:solidFill>
          <a:ln>
            <a:solidFill>
              <a:srgbClr val="000000"/>
            </a:solidFill>
          </a:ln>
        </p:spPr>
        <p:txBody>
          <a:bodyPr/>
          <a:lstStyle/>
          <a:p>
            <a:endParaRPr lang="en-US" altLang="en-US">
              <a:latin typeface="Times" charset="0"/>
            </a:endParaRPr>
          </a:p>
        </p:txBody>
      </p:sp>
    </p:spTree>
    <p:extLst>
      <p:ext uri="{BB962C8B-B14F-4D97-AF65-F5344CB8AC3E}">
        <p14:creationId xmlns:p14="http://schemas.microsoft.com/office/powerpoint/2010/main" val="20767737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54243" indent="-290093">
              <a:defRPr>
                <a:solidFill>
                  <a:schemeClr val="tx1"/>
                </a:solidFill>
                <a:latin typeface="Arial" charset="0"/>
              </a:defRPr>
            </a:lvl2pPr>
            <a:lvl3pPr marL="1160374" indent="-232075">
              <a:defRPr>
                <a:solidFill>
                  <a:schemeClr val="tx1"/>
                </a:solidFill>
                <a:latin typeface="Arial" charset="0"/>
              </a:defRPr>
            </a:lvl3pPr>
            <a:lvl4pPr marL="1624523" indent="-232075">
              <a:defRPr>
                <a:solidFill>
                  <a:schemeClr val="tx1"/>
                </a:solidFill>
                <a:latin typeface="Arial" charset="0"/>
              </a:defRPr>
            </a:lvl4pPr>
            <a:lvl5pPr marL="2088672" indent="-232075">
              <a:defRPr>
                <a:solidFill>
                  <a:schemeClr val="tx1"/>
                </a:solidFill>
                <a:latin typeface="Arial" charset="0"/>
              </a:defRPr>
            </a:lvl5pPr>
            <a:lvl6pPr marL="2552822" indent="-232075" eaLnBrk="0" fontAlgn="base" hangingPunct="0">
              <a:spcBef>
                <a:spcPct val="0"/>
              </a:spcBef>
              <a:spcAft>
                <a:spcPct val="0"/>
              </a:spcAft>
              <a:defRPr>
                <a:solidFill>
                  <a:schemeClr val="tx1"/>
                </a:solidFill>
                <a:latin typeface="Arial" charset="0"/>
              </a:defRPr>
            </a:lvl6pPr>
            <a:lvl7pPr marL="3016971" indent="-232075" eaLnBrk="0" fontAlgn="base" hangingPunct="0">
              <a:spcBef>
                <a:spcPct val="0"/>
              </a:spcBef>
              <a:spcAft>
                <a:spcPct val="0"/>
              </a:spcAft>
              <a:defRPr>
                <a:solidFill>
                  <a:schemeClr val="tx1"/>
                </a:solidFill>
                <a:latin typeface="Arial" charset="0"/>
              </a:defRPr>
            </a:lvl7pPr>
            <a:lvl8pPr marL="3481121" indent="-232075" eaLnBrk="0" fontAlgn="base" hangingPunct="0">
              <a:spcBef>
                <a:spcPct val="0"/>
              </a:spcBef>
              <a:spcAft>
                <a:spcPct val="0"/>
              </a:spcAft>
              <a:defRPr>
                <a:solidFill>
                  <a:schemeClr val="tx1"/>
                </a:solidFill>
                <a:latin typeface="Arial" charset="0"/>
              </a:defRPr>
            </a:lvl8pPr>
            <a:lvl9pPr marL="3945270" indent="-232075" eaLnBrk="0" fontAlgn="base" hangingPunct="0">
              <a:spcBef>
                <a:spcPct val="0"/>
              </a:spcBef>
              <a:spcAft>
                <a:spcPct val="0"/>
              </a:spcAft>
              <a:defRPr>
                <a:solidFill>
                  <a:schemeClr val="tx1"/>
                </a:solidFill>
                <a:latin typeface="Arial" charset="0"/>
              </a:defRPr>
            </a:lvl9pPr>
          </a:lstStyle>
          <a:p>
            <a:fld id="{0A5CBC85-ECAA-FF44-AB51-421C593D0C2B}" type="slidenum">
              <a:rPr lang="en-US" altLang="en-US">
                <a:latin typeface="Times" charset="0"/>
              </a:rPr>
              <a:pPr/>
              <a:t>7</a:t>
            </a:fld>
            <a:endParaRPr lang="en-US" altLang="en-US">
              <a:latin typeface="Times" charset="0"/>
            </a:endParaRPr>
          </a:p>
        </p:txBody>
      </p:sp>
      <p:sp>
        <p:nvSpPr>
          <p:cNvPr id="40963" name="Rectangle 2"/>
          <p:cNvSpPr>
            <a:spLocks noGrp="1" noRot="1" noChangeAspect="1" noChangeArrowheads="1" noTextEdit="1"/>
          </p:cNvSpPr>
          <p:nvPr>
            <p:ph type="sldImg"/>
          </p:nvPr>
        </p:nvSpPr>
        <p:spPr>
          <a:solidFill>
            <a:srgbClr val="FFFFFF"/>
          </a:solidFill>
          <a:ln/>
        </p:spPr>
      </p:sp>
      <p:sp>
        <p:nvSpPr>
          <p:cNvPr id="40964" name="Rectangle 3"/>
          <p:cNvSpPr>
            <a:spLocks noGrp="1" noChangeArrowheads="1"/>
          </p:cNvSpPr>
          <p:nvPr>
            <p:ph type="body" idx="1"/>
          </p:nvPr>
        </p:nvSpPr>
        <p:spPr>
          <a:solidFill>
            <a:srgbClr val="FFFFFF"/>
          </a:solidFill>
          <a:ln>
            <a:solidFill>
              <a:srgbClr val="000000"/>
            </a:solidFill>
          </a:ln>
        </p:spPr>
        <p:txBody>
          <a:bodyPr lIns="91437" tIns="45719" rIns="91437" bIns="45719"/>
          <a:lstStyle/>
          <a:p>
            <a:pPr eaLnBrk="1" hangingPunct="1"/>
            <a:endParaRPr lang="en-US" altLang="en-US">
              <a:latin typeface="Times" charset="0"/>
            </a:endParaRPr>
          </a:p>
        </p:txBody>
      </p:sp>
    </p:spTree>
    <p:extLst>
      <p:ext uri="{BB962C8B-B14F-4D97-AF65-F5344CB8AC3E}">
        <p14:creationId xmlns:p14="http://schemas.microsoft.com/office/powerpoint/2010/main" val="211571203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54243" indent="-290093">
              <a:defRPr>
                <a:solidFill>
                  <a:schemeClr val="tx1"/>
                </a:solidFill>
                <a:latin typeface="Arial" charset="0"/>
              </a:defRPr>
            </a:lvl2pPr>
            <a:lvl3pPr marL="1160374" indent="-232075">
              <a:defRPr>
                <a:solidFill>
                  <a:schemeClr val="tx1"/>
                </a:solidFill>
                <a:latin typeface="Arial" charset="0"/>
              </a:defRPr>
            </a:lvl3pPr>
            <a:lvl4pPr marL="1624523" indent="-232075">
              <a:defRPr>
                <a:solidFill>
                  <a:schemeClr val="tx1"/>
                </a:solidFill>
                <a:latin typeface="Arial" charset="0"/>
              </a:defRPr>
            </a:lvl4pPr>
            <a:lvl5pPr marL="2088672" indent="-232075">
              <a:defRPr>
                <a:solidFill>
                  <a:schemeClr val="tx1"/>
                </a:solidFill>
                <a:latin typeface="Arial" charset="0"/>
              </a:defRPr>
            </a:lvl5pPr>
            <a:lvl6pPr marL="2552822" indent="-232075" eaLnBrk="0" fontAlgn="base" hangingPunct="0">
              <a:spcBef>
                <a:spcPct val="0"/>
              </a:spcBef>
              <a:spcAft>
                <a:spcPct val="0"/>
              </a:spcAft>
              <a:defRPr>
                <a:solidFill>
                  <a:schemeClr val="tx1"/>
                </a:solidFill>
                <a:latin typeface="Arial" charset="0"/>
              </a:defRPr>
            </a:lvl6pPr>
            <a:lvl7pPr marL="3016971" indent="-232075" eaLnBrk="0" fontAlgn="base" hangingPunct="0">
              <a:spcBef>
                <a:spcPct val="0"/>
              </a:spcBef>
              <a:spcAft>
                <a:spcPct val="0"/>
              </a:spcAft>
              <a:defRPr>
                <a:solidFill>
                  <a:schemeClr val="tx1"/>
                </a:solidFill>
                <a:latin typeface="Arial" charset="0"/>
              </a:defRPr>
            </a:lvl7pPr>
            <a:lvl8pPr marL="3481121" indent="-232075" eaLnBrk="0" fontAlgn="base" hangingPunct="0">
              <a:spcBef>
                <a:spcPct val="0"/>
              </a:spcBef>
              <a:spcAft>
                <a:spcPct val="0"/>
              </a:spcAft>
              <a:defRPr>
                <a:solidFill>
                  <a:schemeClr val="tx1"/>
                </a:solidFill>
                <a:latin typeface="Arial" charset="0"/>
              </a:defRPr>
            </a:lvl8pPr>
            <a:lvl9pPr marL="3945270" indent="-232075" eaLnBrk="0" fontAlgn="base" hangingPunct="0">
              <a:spcBef>
                <a:spcPct val="0"/>
              </a:spcBef>
              <a:spcAft>
                <a:spcPct val="0"/>
              </a:spcAft>
              <a:defRPr>
                <a:solidFill>
                  <a:schemeClr val="tx1"/>
                </a:solidFill>
                <a:latin typeface="Arial" charset="0"/>
              </a:defRPr>
            </a:lvl9pPr>
          </a:lstStyle>
          <a:p>
            <a:fld id="{0A8C6B5A-5CC8-7247-80E0-228434023C90}" type="slidenum">
              <a:rPr lang="en-US" altLang="en-US">
                <a:latin typeface="Times" charset="0"/>
              </a:rPr>
              <a:pPr/>
              <a:t>8</a:t>
            </a:fld>
            <a:endParaRPr lang="en-US" altLang="en-US">
              <a:latin typeface="Times" charset="0"/>
            </a:endParaRPr>
          </a:p>
        </p:txBody>
      </p:sp>
      <p:sp>
        <p:nvSpPr>
          <p:cNvPr id="39939" name="Rectangle 2"/>
          <p:cNvSpPr>
            <a:spLocks noGrp="1" noRot="1" noChangeAspect="1" noChangeArrowheads="1" noTextEdit="1"/>
          </p:cNvSpPr>
          <p:nvPr>
            <p:ph type="sldImg"/>
          </p:nvPr>
        </p:nvSpPr>
        <p:spPr>
          <a:ln/>
        </p:spPr>
      </p:sp>
      <p:sp>
        <p:nvSpPr>
          <p:cNvPr id="39940"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pPr eaLnBrk="1" hangingPunct="1"/>
            <a:endParaRPr lang="en-US" altLang="en-US">
              <a:latin typeface="Times" charset="0"/>
            </a:endParaRPr>
          </a:p>
        </p:txBody>
      </p:sp>
    </p:spTree>
    <p:extLst>
      <p:ext uri="{BB962C8B-B14F-4D97-AF65-F5344CB8AC3E}">
        <p14:creationId xmlns:p14="http://schemas.microsoft.com/office/powerpoint/2010/main" val="179898122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D677CC9A-0057-2743-8872-8C9F0C8957E2}" type="slidenum">
              <a:rPr lang="en-US" smtClean="0"/>
              <a:t>10</a:t>
            </a:fld>
            <a:endParaRPr lang="en-US"/>
          </a:p>
        </p:txBody>
      </p:sp>
    </p:spTree>
    <p:extLst>
      <p:ext uri="{BB962C8B-B14F-4D97-AF65-F5344CB8AC3E}">
        <p14:creationId xmlns:p14="http://schemas.microsoft.com/office/powerpoint/2010/main" val="188730640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D677CC9A-0057-2743-8872-8C9F0C8957E2}" type="slidenum">
              <a:rPr lang="en-US" smtClean="0"/>
              <a:t>16</a:t>
            </a:fld>
            <a:endParaRPr lang="en-US"/>
          </a:p>
        </p:txBody>
      </p:sp>
    </p:spTree>
    <p:extLst>
      <p:ext uri="{BB962C8B-B14F-4D97-AF65-F5344CB8AC3E}">
        <p14:creationId xmlns:p14="http://schemas.microsoft.com/office/powerpoint/2010/main" val="391713503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54243" indent="-290093">
              <a:defRPr>
                <a:solidFill>
                  <a:schemeClr val="tx1"/>
                </a:solidFill>
                <a:latin typeface="Arial" charset="0"/>
              </a:defRPr>
            </a:lvl2pPr>
            <a:lvl3pPr marL="1160374" indent="-232075">
              <a:defRPr>
                <a:solidFill>
                  <a:schemeClr val="tx1"/>
                </a:solidFill>
                <a:latin typeface="Arial" charset="0"/>
              </a:defRPr>
            </a:lvl3pPr>
            <a:lvl4pPr marL="1624523" indent="-232075">
              <a:defRPr>
                <a:solidFill>
                  <a:schemeClr val="tx1"/>
                </a:solidFill>
                <a:latin typeface="Arial" charset="0"/>
              </a:defRPr>
            </a:lvl4pPr>
            <a:lvl5pPr marL="2088672" indent="-232075">
              <a:defRPr>
                <a:solidFill>
                  <a:schemeClr val="tx1"/>
                </a:solidFill>
                <a:latin typeface="Arial" charset="0"/>
              </a:defRPr>
            </a:lvl5pPr>
            <a:lvl6pPr marL="2552822" indent="-232075" eaLnBrk="0" fontAlgn="base" hangingPunct="0">
              <a:spcBef>
                <a:spcPct val="0"/>
              </a:spcBef>
              <a:spcAft>
                <a:spcPct val="0"/>
              </a:spcAft>
              <a:defRPr>
                <a:solidFill>
                  <a:schemeClr val="tx1"/>
                </a:solidFill>
                <a:latin typeface="Arial" charset="0"/>
              </a:defRPr>
            </a:lvl6pPr>
            <a:lvl7pPr marL="3016971" indent="-232075" eaLnBrk="0" fontAlgn="base" hangingPunct="0">
              <a:spcBef>
                <a:spcPct val="0"/>
              </a:spcBef>
              <a:spcAft>
                <a:spcPct val="0"/>
              </a:spcAft>
              <a:defRPr>
                <a:solidFill>
                  <a:schemeClr val="tx1"/>
                </a:solidFill>
                <a:latin typeface="Arial" charset="0"/>
              </a:defRPr>
            </a:lvl7pPr>
            <a:lvl8pPr marL="3481121" indent="-232075" eaLnBrk="0" fontAlgn="base" hangingPunct="0">
              <a:spcBef>
                <a:spcPct val="0"/>
              </a:spcBef>
              <a:spcAft>
                <a:spcPct val="0"/>
              </a:spcAft>
              <a:defRPr>
                <a:solidFill>
                  <a:schemeClr val="tx1"/>
                </a:solidFill>
                <a:latin typeface="Arial" charset="0"/>
              </a:defRPr>
            </a:lvl8pPr>
            <a:lvl9pPr marL="3945270" indent="-232075" eaLnBrk="0" fontAlgn="base" hangingPunct="0">
              <a:spcBef>
                <a:spcPct val="0"/>
              </a:spcBef>
              <a:spcAft>
                <a:spcPct val="0"/>
              </a:spcAft>
              <a:defRPr>
                <a:solidFill>
                  <a:schemeClr val="tx1"/>
                </a:solidFill>
                <a:latin typeface="Arial" charset="0"/>
              </a:defRPr>
            </a:lvl9pPr>
          </a:lstStyle>
          <a:p>
            <a:fld id="{0A5CBC85-ECAA-FF44-AB51-421C593D0C2B}" type="slidenum">
              <a:rPr lang="en-US" altLang="en-US">
                <a:latin typeface="Times" charset="0"/>
              </a:rPr>
              <a:pPr/>
              <a:t>24</a:t>
            </a:fld>
            <a:endParaRPr lang="en-US" altLang="en-US">
              <a:latin typeface="Times" charset="0"/>
            </a:endParaRPr>
          </a:p>
        </p:txBody>
      </p:sp>
      <p:sp>
        <p:nvSpPr>
          <p:cNvPr id="40963" name="Rectangle 2"/>
          <p:cNvSpPr>
            <a:spLocks noGrp="1" noRot="1" noChangeAspect="1" noChangeArrowheads="1" noTextEdit="1"/>
          </p:cNvSpPr>
          <p:nvPr>
            <p:ph type="sldImg"/>
          </p:nvPr>
        </p:nvSpPr>
        <p:spPr>
          <a:solidFill>
            <a:srgbClr val="FFFFFF"/>
          </a:solidFill>
          <a:ln/>
        </p:spPr>
      </p:sp>
      <p:sp>
        <p:nvSpPr>
          <p:cNvPr id="40964" name="Rectangle 3"/>
          <p:cNvSpPr>
            <a:spLocks noGrp="1" noChangeArrowheads="1"/>
          </p:cNvSpPr>
          <p:nvPr>
            <p:ph type="body" idx="1"/>
          </p:nvPr>
        </p:nvSpPr>
        <p:spPr>
          <a:solidFill>
            <a:srgbClr val="FFFFFF"/>
          </a:solidFill>
          <a:ln>
            <a:solidFill>
              <a:srgbClr val="000000"/>
            </a:solidFill>
          </a:ln>
        </p:spPr>
        <p:txBody>
          <a:bodyPr lIns="91437" tIns="45719" rIns="91437" bIns="45719"/>
          <a:lstStyle/>
          <a:p>
            <a:pPr eaLnBrk="1" hangingPunct="1"/>
            <a:endParaRPr lang="en-US" altLang="en-US">
              <a:latin typeface="Times" charset="0"/>
            </a:endParaRPr>
          </a:p>
        </p:txBody>
      </p:sp>
    </p:spTree>
    <p:extLst>
      <p:ext uri="{BB962C8B-B14F-4D97-AF65-F5344CB8AC3E}">
        <p14:creationId xmlns:p14="http://schemas.microsoft.com/office/powerpoint/2010/main" val="149873631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D677CC9A-0057-2743-8872-8C9F0C8957E2}" type="slidenum">
              <a:rPr lang="en-US" smtClean="0"/>
              <a:t>27</a:t>
            </a:fld>
            <a:endParaRPr lang="en-US"/>
          </a:p>
        </p:txBody>
      </p:sp>
    </p:spTree>
    <p:extLst>
      <p:ext uri="{BB962C8B-B14F-4D97-AF65-F5344CB8AC3E}">
        <p14:creationId xmlns:p14="http://schemas.microsoft.com/office/powerpoint/2010/main" val="203596514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TextBox 11"/>
          <p:cNvSpPr txBox="1">
            <a:spLocks noChangeArrowheads="1"/>
          </p:cNvSpPr>
          <p:nvPr userDrawn="1"/>
        </p:nvSpPr>
        <p:spPr bwMode="auto">
          <a:xfrm>
            <a:off x="0" y="914400"/>
            <a:ext cx="12192000" cy="369888"/>
          </a:xfrm>
          <a:prstGeom prst="rect">
            <a:avLst/>
          </a:prstGeom>
          <a:solidFill>
            <a:schemeClr val="bg1"/>
          </a:solidFill>
          <a:ln w="9525">
            <a:solidFill>
              <a:schemeClr val="bg1">
                <a:alpha val="0"/>
              </a:schemeClr>
            </a:solidFill>
            <a:miter lim="800000"/>
            <a:headEnd/>
            <a:tailEnd/>
          </a:ln>
        </p:spPr>
        <p:txBody>
          <a:bodyPr>
            <a:spAutoFit/>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eaLnBrk="1" hangingPunct="1">
              <a:defRPr/>
            </a:pPr>
            <a:endParaRPr lang="en-US" sz="1800">
              <a:latin typeface="Arial" charset="0"/>
              <a:ea typeface="+mn-ea"/>
            </a:endParaRPr>
          </a:p>
        </p:txBody>
      </p:sp>
      <p:sp>
        <p:nvSpPr>
          <p:cNvPr id="3" name="Slide Number Placeholder 9"/>
          <p:cNvSpPr>
            <a:spLocks noGrp="1"/>
          </p:cNvSpPr>
          <p:nvPr>
            <p:ph type="sldNum" sz="quarter" idx="10"/>
          </p:nvPr>
        </p:nvSpPr>
        <p:spPr/>
        <p:txBody>
          <a:bodyPr/>
          <a:lstStyle>
            <a:lvl1pPr algn="r">
              <a:defRPr/>
            </a:lvl1pPr>
          </a:lstStyle>
          <a:p>
            <a:fld id="{22D706CB-156B-8643-9A07-D8448DABBCBD}" type="slidenum">
              <a:rPr lang="en-US" altLang="en-US" smtClean="0"/>
              <a:pPr/>
              <a:t>‹#›</a:t>
            </a:fld>
            <a:endParaRPr lang="en-US" altLang="en-US" dirty="0"/>
          </a:p>
        </p:txBody>
      </p:sp>
      <p:sp>
        <p:nvSpPr>
          <p:cNvPr id="4" name="Footer Placeholder 3"/>
          <p:cNvSpPr>
            <a:spLocks noGrp="1"/>
          </p:cNvSpPr>
          <p:nvPr>
            <p:ph type="ftr" sz="quarter" idx="11"/>
          </p:nvPr>
        </p:nvSpPr>
        <p:spPr>
          <a:xfrm>
            <a:off x="4165600" y="6474733"/>
            <a:ext cx="3860800" cy="288925"/>
          </a:xfrm>
        </p:spPr>
        <p:txBody>
          <a:bodyPr/>
          <a:lstStyle>
            <a:lvl1pPr>
              <a:defRPr smtClean="0"/>
            </a:lvl1pPr>
          </a:lstStyle>
          <a:p>
            <a:pPr>
              <a:defRPr/>
            </a:pPr>
            <a:r>
              <a:rPr lang="en-US"/>
              <a:t>Taxation of C Corporations</a:t>
            </a:r>
            <a:endParaRPr lang="en-US" dirty="0"/>
          </a:p>
        </p:txBody>
      </p:sp>
      <p:sp>
        <p:nvSpPr>
          <p:cNvPr id="5" name="TextBox 4">
            <a:extLst>
              <a:ext uri="{FF2B5EF4-FFF2-40B4-BE49-F238E27FC236}">
                <a16:creationId xmlns:a16="http://schemas.microsoft.com/office/drawing/2014/main" id="{F225FBEE-0AE8-5854-1122-E66C7E7012BB}"/>
              </a:ext>
            </a:extLst>
          </p:cNvPr>
          <p:cNvSpPr txBox="1"/>
          <p:nvPr userDrawn="1"/>
        </p:nvSpPr>
        <p:spPr>
          <a:xfrm>
            <a:off x="665018" y="6567055"/>
            <a:ext cx="184731" cy="369332"/>
          </a:xfrm>
          <a:prstGeom prst="rect">
            <a:avLst/>
          </a:prstGeom>
          <a:noFill/>
        </p:spPr>
        <p:txBody>
          <a:bodyPr wrap="none" rtlCol="0">
            <a:spAutoFit/>
          </a:bodyPr>
          <a:lstStyle/>
          <a:p>
            <a:endParaRPr lang="en-US" dirty="0"/>
          </a:p>
        </p:txBody>
      </p:sp>
    </p:spTree>
    <p:extLst>
      <p:ext uri="{BB962C8B-B14F-4D97-AF65-F5344CB8AC3E}">
        <p14:creationId xmlns:p14="http://schemas.microsoft.com/office/powerpoint/2010/main" val="1355925115"/>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Full Page">
    <p:spTree>
      <p:nvGrpSpPr>
        <p:cNvPr id="1" name=""/>
        <p:cNvGrpSpPr/>
        <p:nvPr/>
      </p:nvGrpSpPr>
      <p:grpSpPr>
        <a:xfrm>
          <a:off x="0" y="0"/>
          <a:ext cx="0" cy="0"/>
          <a:chOff x="0" y="0"/>
          <a:chExt cx="0" cy="0"/>
        </a:xfrm>
      </p:grpSpPr>
      <p:sp>
        <p:nvSpPr>
          <p:cNvPr id="4" name="Content Placeholder 2"/>
          <p:cNvSpPr>
            <a:spLocks noGrp="1"/>
          </p:cNvSpPr>
          <p:nvPr>
            <p:ph idx="1"/>
          </p:nvPr>
        </p:nvSpPr>
        <p:spPr>
          <a:xfrm>
            <a:off x="512064" y="533400"/>
            <a:ext cx="11277600" cy="5812064"/>
          </a:xfrm>
          <a:prstGeom prst="rect">
            <a:avLst/>
          </a:prstGeom>
        </p:spPr>
        <p:txBody>
          <a:bodyPr/>
          <a:lstStyle>
            <a:lvl1pPr marL="228600" indent="-228600" algn="just" defTabSz="914400" rtl="0" eaLnBrk="1" latinLnBrk="0" hangingPunct="1">
              <a:spcBef>
                <a:spcPct val="20000"/>
              </a:spcBef>
              <a:buClr>
                <a:srgbClr val="B01C2E"/>
              </a:buClr>
              <a:buSzPct val="60000"/>
              <a:buFont typeface="Wingdings 2" pitchFamily="18" charset="2"/>
              <a:buChar char=""/>
              <a:defRPr lang="en-US" sz="2400" kern="1200" dirty="0">
                <a:solidFill>
                  <a:schemeClr val="tx1"/>
                </a:solidFill>
                <a:latin typeface="Calibri" charset="0"/>
                <a:ea typeface="Calibri" charset="0"/>
                <a:cs typeface="Calibri" charset="0"/>
              </a:defRPr>
            </a:lvl1pPr>
            <a:lvl2pPr marL="457200" indent="-228600" algn="just">
              <a:buClr>
                <a:srgbClr val="B01C2E"/>
              </a:buClr>
              <a:buSzPct val="60000"/>
              <a:buFont typeface="Wingdings" charset="2"/>
              <a:buChar char="Ø"/>
              <a:defRPr lang="en-US" sz="2200" kern="1200" dirty="0" smtClean="0">
                <a:solidFill>
                  <a:schemeClr val="tx1"/>
                </a:solidFill>
                <a:latin typeface="Calibri" charset="0"/>
                <a:ea typeface="Calibri" charset="0"/>
                <a:cs typeface="Calibri" charset="0"/>
              </a:defRPr>
            </a:lvl2pPr>
            <a:lvl3pPr marL="685800" indent="-228600" algn="just">
              <a:buClr>
                <a:srgbClr val="B01C2E"/>
              </a:buClr>
              <a:buSzPct val="60000"/>
              <a:buFont typeface="Courier New" charset="0"/>
              <a:buChar char="o"/>
              <a:defRPr lang="en-US" sz="2200" kern="1200" baseline="0" dirty="0" smtClean="0">
                <a:solidFill>
                  <a:schemeClr val="tx1"/>
                </a:solidFill>
                <a:latin typeface="Calibri" charset="0"/>
                <a:ea typeface="Calibri" charset="0"/>
                <a:cs typeface="Calibri" charset="0"/>
              </a:defRPr>
            </a:lvl3pPr>
            <a:lvl4pPr marL="914400" indent="-228600" algn="just">
              <a:buClr>
                <a:srgbClr val="B01C2E"/>
              </a:buClr>
              <a:buSzPct val="60000"/>
              <a:buFont typeface="Arial" charset="0"/>
              <a:buChar char="•"/>
              <a:defRPr lang="en-US" sz="2000" kern="1200" baseline="0" dirty="0" smtClean="0">
                <a:solidFill>
                  <a:schemeClr val="tx1"/>
                </a:solidFill>
                <a:latin typeface="Calibri" charset="0"/>
                <a:ea typeface="Calibri" charset="0"/>
                <a:cs typeface="Calibri" charset="0"/>
              </a:defRPr>
            </a:lvl4pPr>
            <a:lvl5pPr marL="1143000" algn="just">
              <a:buClr>
                <a:srgbClr val="B01C2E"/>
              </a:buClr>
              <a:buSzPct val="60000"/>
              <a:buFont typeface="Calibri" pitchFamily="34" charset="0"/>
              <a:buChar char="–"/>
              <a:defRPr lang="en-US" sz="2000" kern="1200" dirty="0" smtClean="0">
                <a:solidFill>
                  <a:schemeClr val="tx1"/>
                </a:solidFill>
                <a:latin typeface="Calibri" charset="0"/>
                <a:ea typeface="Calibri" charset="0"/>
                <a:cs typeface="Calibri"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Rectangle 2"/>
          <p:cNvSpPr>
            <a:spLocks noGrp="1" noChangeArrowheads="1"/>
          </p:cNvSpPr>
          <p:nvPr>
            <p:ph type="title"/>
          </p:nvPr>
        </p:nvSpPr>
        <p:spPr bwMode="gray">
          <a:xfrm>
            <a:off x="512064" y="41933"/>
            <a:ext cx="11277600" cy="365127"/>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marL="0" indent="0" algn="l">
              <a:tabLst>
                <a:tab pos="395288" algn="l"/>
              </a:tabLst>
              <a:defRPr sz="2200" b="1"/>
            </a:lvl1pPr>
          </a:lstStyle>
          <a:p>
            <a:pPr lvl="0"/>
            <a:r>
              <a:rPr lang="en-US" dirty="0"/>
              <a:t>Click to edit Master title style</a:t>
            </a:r>
          </a:p>
        </p:txBody>
      </p:sp>
      <p:sp>
        <p:nvSpPr>
          <p:cNvPr id="5" name="Slide Number Placeholder 9"/>
          <p:cNvSpPr>
            <a:spLocks noGrp="1"/>
          </p:cNvSpPr>
          <p:nvPr>
            <p:ph type="sldNum" sz="quarter" idx="10"/>
          </p:nvPr>
        </p:nvSpPr>
        <p:spPr>
          <a:xfrm>
            <a:off x="11180064" y="6471105"/>
            <a:ext cx="609600" cy="365125"/>
          </a:xfrm>
        </p:spPr>
        <p:txBody>
          <a:bodyPr/>
          <a:lstStyle>
            <a:lvl1pPr algn="r">
              <a:defRPr/>
            </a:lvl1pPr>
          </a:lstStyle>
          <a:p>
            <a:fld id="{7B3E355C-57B9-BC4B-95D8-406A1F834537}" type="slidenum">
              <a:rPr lang="en-US" altLang="en-US" smtClean="0"/>
              <a:pPr/>
              <a:t>‹#›</a:t>
            </a:fld>
            <a:endParaRPr lang="en-US" altLang="en-US" dirty="0"/>
          </a:p>
        </p:txBody>
      </p:sp>
      <p:sp>
        <p:nvSpPr>
          <p:cNvPr id="6" name="Footer Placeholder 4"/>
          <p:cNvSpPr>
            <a:spLocks noGrp="1"/>
          </p:cNvSpPr>
          <p:nvPr>
            <p:ph type="ftr" sz="quarter" idx="11"/>
          </p:nvPr>
        </p:nvSpPr>
        <p:spPr/>
        <p:txBody>
          <a:bodyPr/>
          <a:lstStyle>
            <a:lvl1pPr>
              <a:defRPr smtClean="0"/>
            </a:lvl1pPr>
          </a:lstStyle>
          <a:p>
            <a:pPr>
              <a:defRPr/>
            </a:pPr>
            <a:r>
              <a:rPr lang="en-US" dirty="0"/>
              <a:t>Taxation of C Corporations</a:t>
            </a:r>
          </a:p>
        </p:txBody>
      </p:sp>
      <p:sp>
        <p:nvSpPr>
          <p:cNvPr id="8" name="Rectangle 7"/>
          <p:cNvSpPr/>
          <p:nvPr userDrawn="1"/>
        </p:nvSpPr>
        <p:spPr>
          <a:xfrm>
            <a:off x="512064" y="407060"/>
            <a:ext cx="11277600" cy="91169"/>
          </a:xfrm>
          <a:prstGeom prst="rect">
            <a:avLst/>
          </a:prstGeom>
          <a:solidFill>
            <a:schemeClr val="accent1">
              <a:alpha val="69000"/>
            </a:schemeClr>
          </a:solidFill>
          <a:ln w="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 name="TextBox 1">
            <a:extLst>
              <a:ext uri="{FF2B5EF4-FFF2-40B4-BE49-F238E27FC236}">
                <a16:creationId xmlns:a16="http://schemas.microsoft.com/office/drawing/2014/main" id="{C8E1DE72-46B0-F83E-C31F-F5619A191B94}"/>
              </a:ext>
            </a:extLst>
          </p:cNvPr>
          <p:cNvSpPr txBox="1"/>
          <p:nvPr userDrawn="1"/>
        </p:nvSpPr>
        <p:spPr>
          <a:xfrm>
            <a:off x="442127" y="6611815"/>
            <a:ext cx="184731" cy="369332"/>
          </a:xfrm>
          <a:prstGeom prst="rect">
            <a:avLst/>
          </a:prstGeom>
          <a:noFill/>
        </p:spPr>
        <p:txBody>
          <a:bodyPr wrap="none" rtlCol="0">
            <a:spAutoFit/>
          </a:bodyPr>
          <a:lstStyle/>
          <a:p>
            <a:endParaRPr lang="en-US" dirty="0"/>
          </a:p>
        </p:txBody>
      </p:sp>
    </p:spTree>
    <p:extLst>
      <p:ext uri="{BB962C8B-B14F-4D97-AF65-F5344CB8AC3E}">
        <p14:creationId xmlns:p14="http://schemas.microsoft.com/office/powerpoint/2010/main" val="1105671305"/>
      </p:ext>
    </p:extLst>
  </p:cSld>
  <p:clrMapOvr>
    <a:overrideClrMapping bg1="lt1" tx1="dk1" bg2="lt2" tx2="dk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ide by Side">
    <p:spTree>
      <p:nvGrpSpPr>
        <p:cNvPr id="1" name=""/>
        <p:cNvGrpSpPr/>
        <p:nvPr/>
      </p:nvGrpSpPr>
      <p:grpSpPr>
        <a:xfrm>
          <a:off x="0" y="0"/>
          <a:ext cx="0" cy="0"/>
          <a:chOff x="0" y="0"/>
          <a:chExt cx="0" cy="0"/>
        </a:xfrm>
      </p:grpSpPr>
      <p:sp>
        <p:nvSpPr>
          <p:cNvPr id="7" name="Rectangle 2"/>
          <p:cNvSpPr>
            <a:spLocks noGrp="1" noChangeArrowheads="1"/>
          </p:cNvSpPr>
          <p:nvPr>
            <p:ph type="title"/>
          </p:nvPr>
        </p:nvSpPr>
        <p:spPr bwMode="gray">
          <a:xfrm>
            <a:off x="508000" y="2"/>
            <a:ext cx="11281664" cy="381963"/>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b="1"/>
            </a:lvl1pPr>
          </a:lstStyle>
          <a:p>
            <a:pPr lvl="0"/>
            <a:r>
              <a:rPr lang="en-US" dirty="0"/>
              <a:t>Click to edit Master title style</a:t>
            </a:r>
          </a:p>
        </p:txBody>
      </p:sp>
      <p:sp>
        <p:nvSpPr>
          <p:cNvPr id="9" name="Content Placeholder 10"/>
          <p:cNvSpPr>
            <a:spLocks noGrp="1"/>
          </p:cNvSpPr>
          <p:nvPr>
            <p:ph sz="quarter" idx="16"/>
          </p:nvPr>
        </p:nvSpPr>
        <p:spPr>
          <a:xfrm>
            <a:off x="508000" y="835131"/>
            <a:ext cx="5486400" cy="5491091"/>
          </a:xfrm>
          <a:prstGeom prst="rect">
            <a:avLst/>
          </a:prstGeom>
        </p:spPr>
        <p:txBody>
          <a:bodyPr/>
          <a:lstStyle>
            <a:lvl1pPr marL="228600" marR="0" indent="-228600" algn="l" defTabSz="914400" rtl="0" eaLnBrk="1" fontAlgn="auto" latinLnBrk="0" hangingPunct="1">
              <a:lnSpc>
                <a:spcPct val="100000"/>
              </a:lnSpc>
              <a:spcBef>
                <a:spcPct val="20000"/>
              </a:spcBef>
              <a:spcAft>
                <a:spcPts val="0"/>
              </a:spcAft>
              <a:buClr>
                <a:schemeClr val="accent1"/>
              </a:buClr>
              <a:buSzPct val="60000"/>
              <a:buFont typeface="Wingdings 2" pitchFamily="18" charset="2"/>
              <a:buChar char=""/>
              <a:tabLst/>
              <a:defRPr sz="2000">
                <a:latin typeface="Calibri" charset="0"/>
                <a:ea typeface="Calibri" charset="0"/>
                <a:cs typeface="Calibri" charset="0"/>
              </a:defRPr>
            </a:lvl1pPr>
            <a:lvl2pPr marL="457200" indent="-228600">
              <a:buClr>
                <a:schemeClr val="accent1"/>
              </a:buClr>
              <a:buSzPct val="60000"/>
              <a:buFont typeface="Wingdings" charset="2"/>
              <a:buChar char="Ø"/>
              <a:defRPr lang="en-US" sz="2000" kern="1200" dirty="0" smtClean="0">
                <a:solidFill>
                  <a:schemeClr val="tx1"/>
                </a:solidFill>
                <a:latin typeface="Calibri" charset="0"/>
                <a:ea typeface="Calibri" charset="0"/>
                <a:cs typeface="Calibri" charset="0"/>
              </a:defRPr>
            </a:lvl2pPr>
            <a:lvl3pPr marL="685800" indent="-228600">
              <a:buClr>
                <a:schemeClr val="accent1"/>
              </a:buClr>
              <a:buSzPct val="60000"/>
              <a:buFont typeface="Courier New" charset="0"/>
              <a:buChar char="o"/>
              <a:defRPr sz="2000">
                <a:latin typeface="Calibri" charset="0"/>
                <a:ea typeface="Calibri" charset="0"/>
                <a:cs typeface="Calibri" charset="0"/>
              </a:defRPr>
            </a:lvl3pPr>
            <a:lvl4pPr marL="914400" indent="-228600">
              <a:buClr>
                <a:schemeClr val="accent1"/>
              </a:buClr>
              <a:buSzPct val="60000"/>
              <a:buFont typeface="Arial" charset="0"/>
              <a:buChar char="•"/>
              <a:defRPr sz="2000">
                <a:latin typeface="Calibri" charset="0"/>
                <a:ea typeface="Calibri" charset="0"/>
                <a:cs typeface="Calibri" charset="0"/>
              </a:defRPr>
            </a:lvl4pPr>
            <a:lvl5pPr marL="1143000">
              <a:buClr>
                <a:schemeClr val="accent1"/>
              </a:buClr>
              <a:buSzPct val="60000"/>
              <a:buFont typeface="Arial" pitchFamily="34" charset="0"/>
              <a:buChar char="–"/>
              <a:defRPr sz="2000">
                <a:latin typeface="Calibri" charset="0"/>
                <a:ea typeface="Calibri" charset="0"/>
                <a:cs typeface="Calibri"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10"/>
          <p:cNvSpPr>
            <a:spLocks noGrp="1"/>
          </p:cNvSpPr>
          <p:nvPr>
            <p:ph sz="quarter" idx="17"/>
          </p:nvPr>
        </p:nvSpPr>
        <p:spPr>
          <a:xfrm>
            <a:off x="6197600" y="835132"/>
            <a:ext cx="5592064" cy="5485238"/>
          </a:xfrm>
          <a:prstGeom prst="rect">
            <a:avLst/>
          </a:prstGeom>
        </p:spPr>
        <p:txBody>
          <a:bodyPr/>
          <a:lstStyle>
            <a:lvl1pPr marL="228600" marR="0" indent="-228600" algn="l" defTabSz="914400" rtl="0" eaLnBrk="1" fontAlgn="auto" latinLnBrk="0" hangingPunct="1">
              <a:lnSpc>
                <a:spcPct val="100000"/>
              </a:lnSpc>
              <a:spcBef>
                <a:spcPct val="20000"/>
              </a:spcBef>
              <a:spcAft>
                <a:spcPts val="0"/>
              </a:spcAft>
              <a:buClr>
                <a:schemeClr val="accent1"/>
              </a:buClr>
              <a:buSzPct val="60000"/>
              <a:buFont typeface="Wingdings 2" pitchFamily="18" charset="2"/>
              <a:buChar char=""/>
              <a:tabLst/>
              <a:defRPr sz="2000">
                <a:latin typeface="Calibri" charset="0"/>
                <a:ea typeface="Calibri" charset="0"/>
                <a:cs typeface="Calibri" charset="0"/>
              </a:defRPr>
            </a:lvl1pPr>
            <a:lvl2pPr marL="457200" indent="-228600">
              <a:buClr>
                <a:schemeClr val="accent1"/>
              </a:buClr>
              <a:buSzPct val="60000"/>
              <a:buFont typeface="Wingdings" charset="2"/>
              <a:buChar char="Ø"/>
              <a:defRPr lang="en-US" sz="2000" kern="1200" dirty="0" smtClean="0">
                <a:solidFill>
                  <a:schemeClr val="tx1"/>
                </a:solidFill>
                <a:latin typeface="Calibri" charset="0"/>
                <a:ea typeface="Calibri" charset="0"/>
                <a:cs typeface="Calibri" charset="0"/>
              </a:defRPr>
            </a:lvl2pPr>
            <a:lvl3pPr marL="685800" indent="-228600">
              <a:buClr>
                <a:schemeClr val="accent1"/>
              </a:buClr>
              <a:buSzPct val="60000"/>
              <a:buFont typeface="Courier New" charset="0"/>
              <a:buChar char="o"/>
              <a:defRPr sz="2000">
                <a:latin typeface="Calibri" charset="0"/>
                <a:ea typeface="Calibri" charset="0"/>
                <a:cs typeface="Calibri" charset="0"/>
              </a:defRPr>
            </a:lvl3pPr>
            <a:lvl4pPr marL="914400" indent="-228600">
              <a:buClr>
                <a:schemeClr val="accent1"/>
              </a:buClr>
              <a:buSzPct val="60000"/>
              <a:buFont typeface="Arial" charset="0"/>
              <a:buChar char="•"/>
              <a:defRPr sz="2000">
                <a:latin typeface="Calibri" charset="0"/>
                <a:ea typeface="Calibri" charset="0"/>
                <a:cs typeface="Calibri" charset="0"/>
              </a:defRPr>
            </a:lvl4pPr>
            <a:lvl5pPr marL="1143000">
              <a:buClr>
                <a:schemeClr val="accent1"/>
              </a:buClr>
              <a:buSzPct val="60000"/>
              <a:buFont typeface="Arial" pitchFamily="34" charset="0"/>
              <a:buChar char="–"/>
              <a:defRPr sz="2000">
                <a:latin typeface="Calibri" charset="0"/>
                <a:ea typeface="Calibri" charset="0"/>
                <a:cs typeface="Calibri"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Slide Number Placeholder 9"/>
          <p:cNvSpPr>
            <a:spLocks noGrp="1"/>
          </p:cNvSpPr>
          <p:nvPr>
            <p:ph type="sldNum" sz="quarter" idx="18"/>
          </p:nvPr>
        </p:nvSpPr>
        <p:spPr/>
        <p:txBody>
          <a:bodyPr/>
          <a:lstStyle>
            <a:lvl1pPr>
              <a:defRPr/>
            </a:lvl1pPr>
          </a:lstStyle>
          <a:p>
            <a:fld id="{463EAD6B-1B79-144E-A805-1CA6FF1F03FA}" type="slidenum">
              <a:rPr lang="en-US" altLang="en-US"/>
              <a:pPr/>
              <a:t>‹#›</a:t>
            </a:fld>
            <a:endParaRPr lang="en-US" altLang="en-US" dirty="0"/>
          </a:p>
        </p:txBody>
      </p:sp>
      <p:sp>
        <p:nvSpPr>
          <p:cNvPr id="6" name="Footer Placeholder 12"/>
          <p:cNvSpPr>
            <a:spLocks noGrp="1"/>
          </p:cNvSpPr>
          <p:nvPr>
            <p:ph type="ftr" sz="quarter" idx="19"/>
          </p:nvPr>
        </p:nvSpPr>
        <p:spPr/>
        <p:txBody>
          <a:bodyPr/>
          <a:lstStyle>
            <a:lvl1pPr>
              <a:defRPr/>
            </a:lvl1pPr>
          </a:lstStyle>
          <a:p>
            <a:pPr>
              <a:defRPr/>
            </a:pPr>
            <a:r>
              <a:rPr lang="en-US"/>
              <a:t>Taxation of C Corporations</a:t>
            </a:r>
          </a:p>
        </p:txBody>
      </p:sp>
      <p:sp>
        <p:nvSpPr>
          <p:cNvPr id="2" name="TextBox 1"/>
          <p:cNvSpPr txBox="1"/>
          <p:nvPr userDrawn="1"/>
        </p:nvSpPr>
        <p:spPr>
          <a:xfrm>
            <a:off x="2748039" y="537029"/>
            <a:ext cx="184731" cy="369332"/>
          </a:xfrm>
          <a:prstGeom prst="rect">
            <a:avLst/>
          </a:prstGeom>
          <a:noFill/>
        </p:spPr>
        <p:txBody>
          <a:bodyPr wrap="none" rtlCol="0">
            <a:spAutoFit/>
          </a:bodyPr>
          <a:lstStyle/>
          <a:p>
            <a:endParaRPr lang="en-US" sz="1800" dirty="0"/>
          </a:p>
        </p:txBody>
      </p:sp>
      <p:sp>
        <p:nvSpPr>
          <p:cNvPr id="8" name="Rectangle 7"/>
          <p:cNvSpPr/>
          <p:nvPr userDrawn="1"/>
        </p:nvSpPr>
        <p:spPr>
          <a:xfrm>
            <a:off x="512064" y="407060"/>
            <a:ext cx="11277600" cy="91169"/>
          </a:xfrm>
          <a:prstGeom prst="rect">
            <a:avLst/>
          </a:prstGeom>
          <a:solidFill>
            <a:schemeClr val="accent1">
              <a:alpha val="69000"/>
            </a:schemeClr>
          </a:solidFill>
          <a:ln w="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Tree>
    <p:extLst>
      <p:ext uri="{BB962C8B-B14F-4D97-AF65-F5344CB8AC3E}">
        <p14:creationId xmlns:p14="http://schemas.microsoft.com/office/powerpoint/2010/main" val="187489956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Top / One Bottom">
    <p:spTree>
      <p:nvGrpSpPr>
        <p:cNvPr id="1" name=""/>
        <p:cNvGrpSpPr/>
        <p:nvPr/>
      </p:nvGrpSpPr>
      <p:grpSpPr>
        <a:xfrm>
          <a:off x="0" y="0"/>
          <a:ext cx="0" cy="0"/>
          <a:chOff x="0" y="0"/>
          <a:chExt cx="0" cy="0"/>
        </a:xfrm>
      </p:grpSpPr>
      <p:sp>
        <p:nvSpPr>
          <p:cNvPr id="11" name="Content Placeholder 10"/>
          <p:cNvSpPr>
            <a:spLocks noGrp="1"/>
          </p:cNvSpPr>
          <p:nvPr>
            <p:ph sz="quarter" idx="16"/>
          </p:nvPr>
        </p:nvSpPr>
        <p:spPr>
          <a:xfrm>
            <a:off x="508000" y="1417320"/>
            <a:ext cx="54864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6197600" y="1417320"/>
            <a:ext cx="54864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508000" y="3886200"/>
            <a:ext cx="111760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6" name="Slide Number Placeholder 9"/>
          <p:cNvSpPr>
            <a:spLocks noGrp="1"/>
          </p:cNvSpPr>
          <p:nvPr>
            <p:ph type="sldNum" sz="quarter" idx="19"/>
          </p:nvPr>
        </p:nvSpPr>
        <p:spPr/>
        <p:txBody>
          <a:bodyPr/>
          <a:lstStyle>
            <a:lvl1pPr>
              <a:defRPr/>
            </a:lvl1pPr>
          </a:lstStyle>
          <a:p>
            <a:fld id="{DBDD9035-58B9-F243-8D2E-5AB7C4167337}" type="slidenum">
              <a:rPr lang="en-US" altLang="en-US"/>
              <a:pPr/>
              <a:t>‹#›</a:t>
            </a:fld>
            <a:endParaRPr lang="en-US" altLang="en-US" dirty="0"/>
          </a:p>
        </p:txBody>
      </p:sp>
      <p:sp>
        <p:nvSpPr>
          <p:cNvPr id="8" name="Footer Placeholder 12"/>
          <p:cNvSpPr>
            <a:spLocks noGrp="1"/>
          </p:cNvSpPr>
          <p:nvPr>
            <p:ph type="ftr" sz="quarter" idx="20"/>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19375077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wo Left / One Right">
    <p:spTree>
      <p:nvGrpSpPr>
        <p:cNvPr id="1" name=""/>
        <p:cNvGrpSpPr/>
        <p:nvPr/>
      </p:nvGrpSpPr>
      <p:grpSpPr>
        <a:xfrm>
          <a:off x="0" y="0"/>
          <a:ext cx="0" cy="0"/>
          <a:chOff x="0" y="0"/>
          <a:chExt cx="0" cy="0"/>
        </a:xfrm>
      </p:grpSpPr>
      <p:sp>
        <p:nvSpPr>
          <p:cNvPr id="11" name="Content Placeholder 10"/>
          <p:cNvSpPr>
            <a:spLocks noGrp="1"/>
          </p:cNvSpPr>
          <p:nvPr>
            <p:ph sz="quarter" idx="17"/>
          </p:nvPr>
        </p:nvSpPr>
        <p:spPr>
          <a:xfrm>
            <a:off x="6197600" y="1417320"/>
            <a:ext cx="5486400" cy="48006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2"/>
          <p:cNvSpPr>
            <a:spLocks noGrp="1"/>
          </p:cNvSpPr>
          <p:nvPr>
            <p:ph sz="quarter" idx="18"/>
          </p:nvPr>
        </p:nvSpPr>
        <p:spPr>
          <a:xfrm>
            <a:off x="508000" y="1417320"/>
            <a:ext cx="54864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Content Placeholder 12"/>
          <p:cNvSpPr>
            <a:spLocks noGrp="1"/>
          </p:cNvSpPr>
          <p:nvPr>
            <p:ph sz="quarter" idx="19"/>
          </p:nvPr>
        </p:nvSpPr>
        <p:spPr>
          <a:xfrm>
            <a:off x="508000" y="3931920"/>
            <a:ext cx="54864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6" name="Slide Number Placeholder 9"/>
          <p:cNvSpPr>
            <a:spLocks noGrp="1"/>
          </p:cNvSpPr>
          <p:nvPr>
            <p:ph type="sldNum" sz="quarter" idx="20"/>
          </p:nvPr>
        </p:nvSpPr>
        <p:spPr/>
        <p:txBody>
          <a:bodyPr/>
          <a:lstStyle>
            <a:lvl1pPr>
              <a:defRPr/>
            </a:lvl1pPr>
          </a:lstStyle>
          <a:p>
            <a:fld id="{6C93E8D5-2692-0D44-9EA4-C6015F0C54D7}" type="slidenum">
              <a:rPr lang="en-US" altLang="en-US"/>
              <a:pPr/>
              <a:t>‹#›</a:t>
            </a:fld>
            <a:endParaRPr lang="en-US" altLang="en-US"/>
          </a:p>
        </p:txBody>
      </p:sp>
      <p:sp>
        <p:nvSpPr>
          <p:cNvPr id="8" name="Footer Placeholder 12"/>
          <p:cNvSpPr>
            <a:spLocks noGrp="1"/>
          </p:cNvSpPr>
          <p:nvPr>
            <p:ph type="ftr" sz="quarter" idx="21"/>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6208757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 name="Slide Number Placeholder 9"/>
          <p:cNvSpPr>
            <a:spLocks noGrp="1"/>
          </p:cNvSpPr>
          <p:nvPr>
            <p:ph type="sldNum" sz="quarter" idx="10"/>
          </p:nvPr>
        </p:nvSpPr>
        <p:spPr/>
        <p:txBody>
          <a:bodyPr/>
          <a:lstStyle>
            <a:lvl1pPr>
              <a:defRPr/>
            </a:lvl1pPr>
          </a:lstStyle>
          <a:p>
            <a:fld id="{395527EB-3756-C241-BFD3-DBB1E111190F}" type="slidenum">
              <a:rPr lang="en-US" altLang="en-US"/>
              <a:pPr/>
              <a:t>‹#›</a:t>
            </a:fld>
            <a:endParaRPr lang="en-US" altLang="en-US"/>
          </a:p>
        </p:txBody>
      </p:sp>
      <p:sp>
        <p:nvSpPr>
          <p:cNvPr id="4" name="Footer Placeholder 12"/>
          <p:cNvSpPr>
            <a:spLocks noGrp="1"/>
          </p:cNvSpPr>
          <p:nvPr>
            <p:ph type="ftr" sz="quarter" idx="11"/>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8981844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Side by Side w/Header">
    <p:spTree>
      <p:nvGrpSpPr>
        <p:cNvPr id="1" name=""/>
        <p:cNvGrpSpPr/>
        <p:nvPr/>
      </p:nvGrpSpPr>
      <p:grpSpPr>
        <a:xfrm>
          <a:off x="0" y="0"/>
          <a:ext cx="0" cy="0"/>
          <a:chOff x="0" y="0"/>
          <a:chExt cx="0" cy="0"/>
        </a:xfrm>
      </p:grpSpPr>
      <p:sp>
        <p:nvSpPr>
          <p:cNvPr id="7" name="Text Placeholder 2"/>
          <p:cNvSpPr>
            <a:spLocks noGrp="1"/>
          </p:cNvSpPr>
          <p:nvPr>
            <p:ph type="body" idx="1"/>
          </p:nvPr>
        </p:nvSpPr>
        <p:spPr>
          <a:xfrm>
            <a:off x="512064" y="805002"/>
            <a:ext cx="5386917" cy="380392"/>
          </a:xfrm>
          <a:prstGeom prst="rect">
            <a:avLst/>
          </a:prstGeom>
          <a:solidFill>
            <a:schemeClr val="accent1">
              <a:lumMod val="40000"/>
              <a:lumOff val="60000"/>
            </a:schemeClr>
          </a:solidFill>
          <a:ln cmpd="sng">
            <a:solidFill>
              <a:srgbClr val="B01C2E"/>
            </a:solidFill>
            <a:prstDash val="solid"/>
          </a:ln>
        </p:spPr>
        <p:txBody>
          <a:bodyPr lIns="91440" rIns="91440" anchor="ctr"/>
          <a:lstStyle>
            <a:lvl1pPr marL="0" indent="0" algn="ctr">
              <a:buNone/>
              <a:defRPr sz="1600" b="1">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8" name="Text Placeholder 2"/>
          <p:cNvSpPr>
            <a:spLocks noGrp="1"/>
          </p:cNvSpPr>
          <p:nvPr>
            <p:ph type="body" idx="19"/>
          </p:nvPr>
        </p:nvSpPr>
        <p:spPr>
          <a:xfrm>
            <a:off x="6299200" y="814835"/>
            <a:ext cx="5386917" cy="380392"/>
          </a:xfrm>
          <a:prstGeom prst="rect">
            <a:avLst/>
          </a:prstGeom>
          <a:solidFill>
            <a:schemeClr val="accent1">
              <a:lumMod val="40000"/>
              <a:lumOff val="60000"/>
            </a:schemeClr>
          </a:solidFill>
          <a:ln cmpd="sng">
            <a:solidFill>
              <a:srgbClr val="B01C2E"/>
            </a:solidFill>
            <a:prstDash val="solid"/>
          </a:ln>
        </p:spPr>
        <p:txBody>
          <a:bodyPr lIns="91440" rIns="91440" anchor="ctr"/>
          <a:lstStyle>
            <a:lvl1pPr marL="0" indent="0" algn="ctr">
              <a:buNone/>
              <a:defRPr sz="1600" b="1">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11" name="Content Placeholder 10"/>
          <p:cNvSpPr>
            <a:spLocks noGrp="1"/>
          </p:cNvSpPr>
          <p:nvPr>
            <p:ph sz="quarter" idx="20"/>
          </p:nvPr>
        </p:nvSpPr>
        <p:spPr>
          <a:xfrm>
            <a:off x="505883" y="1195227"/>
            <a:ext cx="5388864" cy="4955707"/>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10"/>
          <p:cNvSpPr>
            <a:spLocks noGrp="1"/>
          </p:cNvSpPr>
          <p:nvPr>
            <p:ph sz="quarter" idx="21"/>
          </p:nvPr>
        </p:nvSpPr>
        <p:spPr>
          <a:xfrm>
            <a:off x="6299200" y="1195227"/>
            <a:ext cx="5388864" cy="4955707"/>
          </a:xfrm>
          <a:prstGeom prst="rect">
            <a:avLst/>
          </a:prstGeom>
          <a:solidFill>
            <a:srgbClr val="FFFFFF"/>
          </a:solidFill>
          <a:ln>
            <a:solidFill>
              <a:srgbClr val="C0C0C0"/>
            </a:solidFill>
          </a:ln>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Slide Number Placeholder 9"/>
          <p:cNvSpPr>
            <a:spLocks noGrp="1"/>
          </p:cNvSpPr>
          <p:nvPr>
            <p:ph type="sldNum" sz="quarter" idx="22"/>
          </p:nvPr>
        </p:nvSpPr>
        <p:spPr/>
        <p:txBody>
          <a:bodyPr/>
          <a:lstStyle>
            <a:lvl1pPr>
              <a:defRPr/>
            </a:lvl1pPr>
          </a:lstStyle>
          <a:p>
            <a:fld id="{856F0A94-AD2E-974D-AF6B-04AF335E854A}" type="slidenum">
              <a:rPr lang="en-US" altLang="en-US"/>
              <a:pPr/>
              <a:t>‹#›</a:t>
            </a:fld>
            <a:endParaRPr lang="en-US" altLang="en-US"/>
          </a:p>
        </p:txBody>
      </p:sp>
      <p:sp>
        <p:nvSpPr>
          <p:cNvPr id="13" name="Footer Placeholder 12"/>
          <p:cNvSpPr>
            <a:spLocks noGrp="1"/>
          </p:cNvSpPr>
          <p:nvPr>
            <p:ph type="ftr" sz="quarter" idx="23"/>
          </p:nvPr>
        </p:nvSpPr>
        <p:spPr/>
        <p:txBody>
          <a:bodyPr/>
          <a:lstStyle>
            <a:lvl1pPr>
              <a:defRPr/>
            </a:lvl1pPr>
          </a:lstStyle>
          <a:p>
            <a:pPr>
              <a:defRPr/>
            </a:pPr>
            <a:r>
              <a:rPr lang="en-US"/>
              <a:t>Taxation of C Corporations</a:t>
            </a:r>
          </a:p>
        </p:txBody>
      </p:sp>
      <p:sp>
        <p:nvSpPr>
          <p:cNvPr id="15" name="Rectangle 14"/>
          <p:cNvSpPr/>
          <p:nvPr userDrawn="1"/>
        </p:nvSpPr>
        <p:spPr>
          <a:xfrm>
            <a:off x="512064" y="407060"/>
            <a:ext cx="11277600" cy="91169"/>
          </a:xfrm>
          <a:prstGeom prst="rect">
            <a:avLst/>
          </a:prstGeom>
          <a:solidFill>
            <a:schemeClr val="accent1">
              <a:alpha val="69000"/>
            </a:schemeClr>
          </a:solidFill>
          <a:ln w="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6" name="Rectangle 2"/>
          <p:cNvSpPr>
            <a:spLocks noGrp="1" noChangeArrowheads="1"/>
          </p:cNvSpPr>
          <p:nvPr>
            <p:ph type="title"/>
          </p:nvPr>
        </p:nvSpPr>
        <p:spPr bwMode="gray">
          <a:xfrm>
            <a:off x="512064" y="2"/>
            <a:ext cx="11277600" cy="389593"/>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b="1"/>
            </a:lvl1pPr>
          </a:lstStyle>
          <a:p>
            <a:pPr lvl="0"/>
            <a:r>
              <a:rPr lang="en-US" dirty="0"/>
              <a:t>Click to edit Master title style</a:t>
            </a:r>
          </a:p>
        </p:txBody>
      </p:sp>
    </p:spTree>
    <p:extLst>
      <p:ext uri="{BB962C8B-B14F-4D97-AF65-F5344CB8AC3E}">
        <p14:creationId xmlns:p14="http://schemas.microsoft.com/office/powerpoint/2010/main" val="57093858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Side by Side w/Header">
    <p:spTree>
      <p:nvGrpSpPr>
        <p:cNvPr id="1" name=""/>
        <p:cNvGrpSpPr/>
        <p:nvPr/>
      </p:nvGrpSpPr>
      <p:grpSpPr>
        <a:xfrm>
          <a:off x="0" y="0"/>
          <a:ext cx="0" cy="0"/>
          <a:chOff x="0" y="0"/>
          <a:chExt cx="0" cy="0"/>
        </a:xfrm>
      </p:grpSpPr>
      <p:sp>
        <p:nvSpPr>
          <p:cNvPr id="7" name="Text Placeholder 2"/>
          <p:cNvSpPr>
            <a:spLocks noGrp="1"/>
          </p:cNvSpPr>
          <p:nvPr>
            <p:ph type="body" idx="1"/>
          </p:nvPr>
        </p:nvSpPr>
        <p:spPr>
          <a:xfrm>
            <a:off x="505883" y="1371600"/>
            <a:ext cx="5386917" cy="380392"/>
          </a:xfrm>
          <a:prstGeom prst="rect">
            <a:avLst/>
          </a:prstGeom>
          <a:solidFill>
            <a:schemeClr val="accent1"/>
          </a:solidFill>
          <a:ln cmpd="sng">
            <a:solidFill>
              <a:srgbClr val="B01C2E"/>
            </a:solidFill>
            <a:prstDash val="solid"/>
          </a:ln>
        </p:spPr>
        <p:txBody>
          <a:bodyPr lIns="91440" rIns="91440" anchor="ctr"/>
          <a:lstStyle>
            <a:lvl1pPr marL="0" indent="0" algn="ctr">
              <a:buNone/>
              <a:defRPr sz="16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8" name="Text Placeholder 2"/>
          <p:cNvSpPr>
            <a:spLocks noGrp="1"/>
          </p:cNvSpPr>
          <p:nvPr>
            <p:ph type="body" idx="19"/>
          </p:nvPr>
        </p:nvSpPr>
        <p:spPr>
          <a:xfrm>
            <a:off x="6299200" y="1371600"/>
            <a:ext cx="5386917" cy="380392"/>
          </a:xfrm>
          <a:prstGeom prst="rect">
            <a:avLst/>
          </a:prstGeom>
          <a:solidFill>
            <a:schemeClr val="accent1"/>
          </a:solidFill>
          <a:ln cmpd="sng">
            <a:solidFill>
              <a:srgbClr val="B01C2E"/>
            </a:solidFill>
            <a:prstDash val="solid"/>
          </a:ln>
        </p:spPr>
        <p:txBody>
          <a:bodyPr lIns="91440" rIns="91440" anchor="ctr"/>
          <a:lstStyle>
            <a:lvl1pPr marL="0" indent="0" algn="ctr">
              <a:buNone/>
              <a:defRPr sz="16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11" name="Content Placeholder 10"/>
          <p:cNvSpPr>
            <a:spLocks noGrp="1"/>
          </p:cNvSpPr>
          <p:nvPr>
            <p:ph sz="quarter" idx="20"/>
          </p:nvPr>
        </p:nvSpPr>
        <p:spPr>
          <a:xfrm>
            <a:off x="505883" y="1807534"/>
            <a:ext cx="5388864"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10"/>
          <p:cNvSpPr>
            <a:spLocks noGrp="1"/>
          </p:cNvSpPr>
          <p:nvPr>
            <p:ph sz="quarter" idx="21"/>
          </p:nvPr>
        </p:nvSpPr>
        <p:spPr>
          <a:xfrm>
            <a:off x="6299200" y="1807534"/>
            <a:ext cx="5388864" cy="4343400"/>
          </a:xfrm>
          <a:prstGeom prst="rect">
            <a:avLst/>
          </a:prstGeom>
          <a:solidFill>
            <a:srgbClr val="FFFFFF"/>
          </a:solidFill>
          <a:ln>
            <a:solidFill>
              <a:srgbClr val="C0C0C0"/>
            </a:solidFill>
          </a:ln>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0" name="Slide Number Placeholder 9"/>
          <p:cNvSpPr>
            <a:spLocks noGrp="1"/>
          </p:cNvSpPr>
          <p:nvPr>
            <p:ph type="sldNum" sz="quarter" idx="22"/>
          </p:nvPr>
        </p:nvSpPr>
        <p:spPr/>
        <p:txBody>
          <a:bodyPr/>
          <a:lstStyle>
            <a:lvl1pPr>
              <a:defRPr/>
            </a:lvl1pPr>
          </a:lstStyle>
          <a:p>
            <a:fld id="{856F0A94-AD2E-974D-AF6B-04AF335E854A}" type="slidenum">
              <a:rPr lang="en-US" altLang="en-US"/>
              <a:pPr/>
              <a:t>‹#›</a:t>
            </a:fld>
            <a:endParaRPr lang="en-US" altLang="en-US"/>
          </a:p>
        </p:txBody>
      </p:sp>
      <p:sp>
        <p:nvSpPr>
          <p:cNvPr id="13" name="Footer Placeholder 12"/>
          <p:cNvSpPr>
            <a:spLocks noGrp="1"/>
          </p:cNvSpPr>
          <p:nvPr>
            <p:ph type="ftr" sz="quarter" idx="23"/>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6254348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Side by Side Arrow Right">
    <p:spTree>
      <p:nvGrpSpPr>
        <p:cNvPr id="1" name=""/>
        <p:cNvGrpSpPr/>
        <p:nvPr/>
      </p:nvGrpSpPr>
      <p:grpSpPr>
        <a:xfrm>
          <a:off x="0" y="0"/>
          <a:ext cx="0" cy="0"/>
          <a:chOff x="0" y="0"/>
          <a:chExt cx="0" cy="0"/>
        </a:xfrm>
      </p:grpSpPr>
      <p:sp>
        <p:nvSpPr>
          <p:cNvPr id="10" name="Right Arrow 9"/>
          <p:cNvSpPr/>
          <p:nvPr userDrawn="1"/>
        </p:nvSpPr>
        <p:spPr bwMode="auto">
          <a:xfrm>
            <a:off x="5384800" y="3046413"/>
            <a:ext cx="1320800" cy="1009650"/>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7" name="Text Placeholder 2"/>
          <p:cNvSpPr>
            <a:spLocks noGrp="1"/>
          </p:cNvSpPr>
          <p:nvPr>
            <p:ph type="body" idx="1"/>
          </p:nvPr>
        </p:nvSpPr>
        <p:spPr>
          <a:xfrm>
            <a:off x="505883" y="1371600"/>
            <a:ext cx="4876800" cy="380392"/>
          </a:xfrm>
          <a:prstGeom prst="rect">
            <a:avLst/>
          </a:prstGeom>
          <a:solidFill>
            <a:schemeClr val="accent1"/>
          </a:solidFill>
          <a:ln cmpd="sng">
            <a:solidFill>
              <a:srgbClr val="B01C2E"/>
            </a:solidFill>
            <a:prstDash val="solid"/>
          </a:ln>
        </p:spPr>
        <p:txBody>
          <a:bodyPr lIns="91440" rIns="91440" anchor="ctr"/>
          <a:lstStyle>
            <a:lvl1pPr marL="0" indent="0">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9"/>
          </p:nvPr>
        </p:nvSpPr>
        <p:spPr>
          <a:xfrm>
            <a:off x="6705600" y="1371600"/>
            <a:ext cx="4876800" cy="380392"/>
          </a:xfrm>
          <a:prstGeom prst="rect">
            <a:avLst/>
          </a:prstGeom>
          <a:solidFill>
            <a:schemeClr val="accent1"/>
          </a:solidFill>
          <a:ln cmpd="sng">
            <a:solidFill>
              <a:srgbClr val="B01C2E"/>
            </a:solidFill>
            <a:prstDash val="solid"/>
          </a:ln>
        </p:spPr>
        <p:txBody>
          <a:bodyPr lIns="91440" rIns="91440" anchor="ct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Content Placeholder 10"/>
          <p:cNvSpPr>
            <a:spLocks noGrp="1"/>
          </p:cNvSpPr>
          <p:nvPr>
            <p:ph sz="quarter" idx="20"/>
          </p:nvPr>
        </p:nvSpPr>
        <p:spPr>
          <a:xfrm>
            <a:off x="505883" y="1807534"/>
            <a:ext cx="4876800"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21"/>
          </p:nvPr>
        </p:nvSpPr>
        <p:spPr>
          <a:xfrm>
            <a:off x="6705600" y="1828800"/>
            <a:ext cx="4876800"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1" name="Slide Number Placeholder 2"/>
          <p:cNvSpPr>
            <a:spLocks noGrp="1"/>
          </p:cNvSpPr>
          <p:nvPr>
            <p:ph type="sldNum" sz="quarter" idx="22"/>
          </p:nvPr>
        </p:nvSpPr>
        <p:spPr/>
        <p:txBody>
          <a:bodyPr/>
          <a:lstStyle>
            <a:lvl1pPr>
              <a:defRPr/>
            </a:lvl1pPr>
          </a:lstStyle>
          <a:p>
            <a:fld id="{652385A1-7A9F-1D44-AA51-16856D64E5B5}" type="slidenum">
              <a:rPr lang="en-US" altLang="en-US"/>
              <a:pPr/>
              <a:t>‹#›</a:t>
            </a:fld>
            <a:endParaRPr lang="en-US" altLang="en-US"/>
          </a:p>
        </p:txBody>
      </p:sp>
      <p:sp>
        <p:nvSpPr>
          <p:cNvPr id="14" name="Footer Placeholder 9"/>
          <p:cNvSpPr>
            <a:spLocks noGrp="1"/>
          </p:cNvSpPr>
          <p:nvPr>
            <p:ph type="ftr" sz="quarter" idx="23"/>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202452060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ide by Side Double Arrow">
    <p:spTree>
      <p:nvGrpSpPr>
        <p:cNvPr id="1" name=""/>
        <p:cNvGrpSpPr/>
        <p:nvPr/>
      </p:nvGrpSpPr>
      <p:grpSpPr>
        <a:xfrm>
          <a:off x="0" y="0"/>
          <a:ext cx="0" cy="0"/>
          <a:chOff x="0" y="0"/>
          <a:chExt cx="0" cy="0"/>
        </a:xfrm>
      </p:grpSpPr>
      <p:sp>
        <p:nvSpPr>
          <p:cNvPr id="9" name="Right Arrow 8"/>
          <p:cNvSpPr/>
          <p:nvPr userDrawn="1"/>
        </p:nvSpPr>
        <p:spPr bwMode="auto">
          <a:xfrm>
            <a:off x="5359125" y="2692959"/>
            <a:ext cx="1326383" cy="1022294"/>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800">
              <a:latin typeface="Arial" charset="0"/>
              <a:ea typeface="+mn-ea"/>
            </a:endParaRPr>
          </a:p>
        </p:txBody>
      </p:sp>
      <p:sp>
        <p:nvSpPr>
          <p:cNvPr id="12" name="Right Arrow 11"/>
          <p:cNvSpPr/>
          <p:nvPr userDrawn="1"/>
        </p:nvSpPr>
        <p:spPr bwMode="auto">
          <a:xfrm rot="10800000">
            <a:off x="5427337" y="3778176"/>
            <a:ext cx="1353183" cy="102228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800">
              <a:latin typeface="Arial" charset="0"/>
              <a:ea typeface="+mn-ea"/>
            </a:endParaRPr>
          </a:p>
        </p:txBody>
      </p:sp>
      <p:sp>
        <p:nvSpPr>
          <p:cNvPr id="7" name="Text Placeholder 2"/>
          <p:cNvSpPr>
            <a:spLocks noGrp="1"/>
          </p:cNvSpPr>
          <p:nvPr>
            <p:ph type="body" idx="1"/>
          </p:nvPr>
        </p:nvSpPr>
        <p:spPr>
          <a:xfrm>
            <a:off x="505883" y="1371600"/>
            <a:ext cx="4876800" cy="380392"/>
          </a:xfrm>
          <a:prstGeom prst="rect">
            <a:avLst/>
          </a:prstGeom>
          <a:solidFill>
            <a:schemeClr val="accent1"/>
          </a:solidFill>
          <a:ln cmpd="sng">
            <a:solidFill>
              <a:srgbClr val="B01C2E"/>
            </a:solidFill>
            <a:prstDash val="solid"/>
          </a:ln>
        </p:spPr>
        <p:txBody>
          <a:bodyPr lIns="91440" rIns="91440" anchor="ctr"/>
          <a:lstStyle>
            <a:lvl1pPr marL="0" indent="0">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9"/>
          </p:nvPr>
        </p:nvSpPr>
        <p:spPr>
          <a:xfrm>
            <a:off x="6705600" y="1371600"/>
            <a:ext cx="4876800" cy="380392"/>
          </a:xfrm>
          <a:prstGeom prst="rect">
            <a:avLst/>
          </a:prstGeom>
          <a:solidFill>
            <a:schemeClr val="accent1"/>
          </a:solidFill>
          <a:ln cmpd="sng">
            <a:solidFill>
              <a:srgbClr val="B01C2E"/>
            </a:solidFill>
            <a:prstDash val="solid"/>
          </a:ln>
        </p:spPr>
        <p:txBody>
          <a:bodyPr lIns="91440" rIns="91440" anchor="ctr"/>
          <a:lstStyle>
            <a:lvl1pPr marL="0" indent="0">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1" name="Content Placeholder 10"/>
          <p:cNvSpPr>
            <a:spLocks noGrp="1"/>
          </p:cNvSpPr>
          <p:nvPr>
            <p:ph sz="quarter" idx="20"/>
          </p:nvPr>
        </p:nvSpPr>
        <p:spPr>
          <a:xfrm>
            <a:off x="505883" y="1807534"/>
            <a:ext cx="4876800"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mn-cs"/>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Content Placeholder 10"/>
          <p:cNvSpPr>
            <a:spLocks noGrp="1"/>
          </p:cNvSpPr>
          <p:nvPr>
            <p:ph sz="quarter" idx="21"/>
          </p:nvPr>
        </p:nvSpPr>
        <p:spPr>
          <a:xfrm>
            <a:off x="6705600" y="1807534"/>
            <a:ext cx="4876800"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mn-cs"/>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3" name="Slide Number Placeholder 2"/>
          <p:cNvSpPr>
            <a:spLocks noGrp="1"/>
          </p:cNvSpPr>
          <p:nvPr>
            <p:ph type="sldNum" sz="quarter" idx="22"/>
          </p:nvPr>
        </p:nvSpPr>
        <p:spPr/>
        <p:txBody>
          <a:bodyPr/>
          <a:lstStyle>
            <a:lvl1pPr>
              <a:defRPr/>
            </a:lvl1pPr>
          </a:lstStyle>
          <a:p>
            <a:fld id="{0A6B8188-A85F-5349-B14D-08361E6A7245}" type="slidenum">
              <a:rPr lang="en-US" altLang="en-US"/>
              <a:pPr/>
              <a:t>‹#›</a:t>
            </a:fld>
            <a:endParaRPr lang="en-US" altLang="en-US"/>
          </a:p>
        </p:txBody>
      </p:sp>
      <p:sp>
        <p:nvSpPr>
          <p:cNvPr id="15" name="Footer Placeholder 14"/>
          <p:cNvSpPr>
            <a:spLocks noGrp="1"/>
          </p:cNvSpPr>
          <p:nvPr>
            <p:ph type="ftr" sz="quarter" idx="23"/>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12101124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One Top Arrow to Two Bottom">
    <p:spTree>
      <p:nvGrpSpPr>
        <p:cNvPr id="1" name=""/>
        <p:cNvGrpSpPr/>
        <p:nvPr/>
      </p:nvGrpSpPr>
      <p:grpSpPr>
        <a:xfrm>
          <a:off x="0" y="0"/>
          <a:ext cx="0" cy="0"/>
          <a:chOff x="0" y="0"/>
          <a:chExt cx="0" cy="0"/>
        </a:xfrm>
      </p:grpSpPr>
      <p:sp>
        <p:nvSpPr>
          <p:cNvPr id="10" name="Right Arrow 9"/>
          <p:cNvSpPr/>
          <p:nvPr userDrawn="1"/>
        </p:nvSpPr>
        <p:spPr bwMode="auto">
          <a:xfrm rot="5400000">
            <a:off x="5768941" y="3106216"/>
            <a:ext cx="654118" cy="136305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800">
              <a:latin typeface="Arial" charset="0"/>
              <a:ea typeface="+mn-ea"/>
            </a:endParaRPr>
          </a:p>
        </p:txBody>
      </p:sp>
      <p:sp>
        <p:nvSpPr>
          <p:cNvPr id="11" name="Content Placeholder 10"/>
          <p:cNvSpPr>
            <a:spLocks noGrp="1"/>
          </p:cNvSpPr>
          <p:nvPr>
            <p:ph sz="quarter" idx="16"/>
          </p:nvPr>
        </p:nvSpPr>
        <p:spPr>
          <a:xfrm>
            <a:off x="609600" y="4479952"/>
            <a:ext cx="5181600" cy="1645920"/>
          </a:xfrm>
          <a:prstGeom prst="rect">
            <a:avLst/>
          </a:prstGeom>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6400800" y="4479952"/>
            <a:ext cx="5181600" cy="1645920"/>
          </a:xfrm>
          <a:prstGeom prst="rect">
            <a:avLst/>
          </a:prstGeom>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609600" y="1807534"/>
            <a:ext cx="10972800" cy="1645920"/>
          </a:xfrm>
          <a:prstGeom prst="rect">
            <a:avLst/>
          </a:prstGeom>
          <a:solidFill>
            <a:srgbClr val="FFFFFF"/>
          </a:solidFill>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
          <p:cNvSpPr>
            <a:spLocks noGrp="1"/>
          </p:cNvSpPr>
          <p:nvPr>
            <p:ph type="body" idx="13"/>
          </p:nvPr>
        </p:nvSpPr>
        <p:spPr>
          <a:xfrm>
            <a:off x="609600" y="1417320"/>
            <a:ext cx="109728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9"/>
          </p:nvPr>
        </p:nvSpPr>
        <p:spPr>
          <a:xfrm>
            <a:off x="609600" y="4114800"/>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9" name="Text Placeholder 2"/>
          <p:cNvSpPr>
            <a:spLocks noGrp="1"/>
          </p:cNvSpPr>
          <p:nvPr>
            <p:ph type="body" idx="20"/>
          </p:nvPr>
        </p:nvSpPr>
        <p:spPr>
          <a:xfrm>
            <a:off x="6400800" y="4114800"/>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4"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Slide Number Placeholder 9"/>
          <p:cNvSpPr>
            <a:spLocks noGrp="1"/>
          </p:cNvSpPr>
          <p:nvPr>
            <p:ph type="sldNum" sz="quarter" idx="21"/>
          </p:nvPr>
        </p:nvSpPr>
        <p:spPr/>
        <p:txBody>
          <a:bodyPr/>
          <a:lstStyle>
            <a:lvl1pPr>
              <a:defRPr/>
            </a:lvl1pPr>
          </a:lstStyle>
          <a:p>
            <a:fld id="{7C6F7C23-5FF9-2A4B-BF08-C1294322DB52}"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5076972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wo Top Arrow to One Bottom">
    <p:spTree>
      <p:nvGrpSpPr>
        <p:cNvPr id="1" name=""/>
        <p:cNvGrpSpPr/>
        <p:nvPr/>
      </p:nvGrpSpPr>
      <p:grpSpPr>
        <a:xfrm>
          <a:off x="0" y="0"/>
          <a:ext cx="0" cy="0"/>
          <a:chOff x="0" y="0"/>
          <a:chExt cx="0" cy="0"/>
        </a:xfrm>
      </p:grpSpPr>
      <p:sp>
        <p:nvSpPr>
          <p:cNvPr id="10" name="Right Arrow 9"/>
          <p:cNvSpPr/>
          <p:nvPr userDrawn="1"/>
        </p:nvSpPr>
        <p:spPr bwMode="auto">
          <a:xfrm rot="5400000">
            <a:off x="5768941" y="3106216"/>
            <a:ext cx="654118" cy="136305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800">
              <a:latin typeface="Arial" charset="0"/>
              <a:ea typeface="+mn-ea"/>
            </a:endParaRPr>
          </a:p>
        </p:txBody>
      </p:sp>
      <p:sp>
        <p:nvSpPr>
          <p:cNvPr id="11" name="Content Placeholder 10"/>
          <p:cNvSpPr>
            <a:spLocks noGrp="1"/>
          </p:cNvSpPr>
          <p:nvPr>
            <p:ph sz="quarter" idx="16"/>
          </p:nvPr>
        </p:nvSpPr>
        <p:spPr>
          <a:xfrm>
            <a:off x="609600" y="1783080"/>
            <a:ext cx="5181600" cy="1645920"/>
          </a:xfrm>
          <a:prstGeom prst="rect">
            <a:avLst/>
          </a:prstGeom>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6400800" y="1783080"/>
            <a:ext cx="5181600" cy="1645920"/>
          </a:xfrm>
          <a:prstGeom prst="rect">
            <a:avLst/>
          </a:prstGeom>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609600" y="4505014"/>
            <a:ext cx="10972800" cy="1645920"/>
          </a:xfrm>
          <a:prstGeom prst="rect">
            <a:avLst/>
          </a:prstGeom>
          <a:solidFill>
            <a:srgbClr val="FFFFFF"/>
          </a:solidFill>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
          <p:cNvSpPr>
            <a:spLocks noGrp="1"/>
          </p:cNvSpPr>
          <p:nvPr>
            <p:ph type="body" idx="13"/>
          </p:nvPr>
        </p:nvSpPr>
        <p:spPr>
          <a:xfrm>
            <a:off x="609600" y="4114800"/>
            <a:ext cx="109728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9"/>
          </p:nvPr>
        </p:nvSpPr>
        <p:spPr>
          <a:xfrm>
            <a:off x="609600" y="1417928"/>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9" name="Text Placeholder 2"/>
          <p:cNvSpPr>
            <a:spLocks noGrp="1"/>
          </p:cNvSpPr>
          <p:nvPr>
            <p:ph type="body" idx="20"/>
          </p:nvPr>
        </p:nvSpPr>
        <p:spPr>
          <a:xfrm>
            <a:off x="6400800" y="1417928"/>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4"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Slide Number Placeholder 9"/>
          <p:cNvSpPr>
            <a:spLocks noGrp="1"/>
          </p:cNvSpPr>
          <p:nvPr>
            <p:ph type="sldNum" sz="quarter" idx="21"/>
          </p:nvPr>
        </p:nvSpPr>
        <p:spPr/>
        <p:txBody>
          <a:bodyPr/>
          <a:lstStyle>
            <a:lvl1pPr>
              <a:defRPr/>
            </a:lvl1pPr>
          </a:lstStyle>
          <a:p>
            <a:fld id="{06494A95-A7E5-E34F-8DB1-F10A4839B0B9}"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127606138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ext Blocks - Six Palettes">
    <p:spTree>
      <p:nvGrpSpPr>
        <p:cNvPr id="1" name=""/>
        <p:cNvGrpSpPr/>
        <p:nvPr/>
      </p:nvGrpSpPr>
      <p:grpSpPr>
        <a:xfrm>
          <a:off x="0" y="0"/>
          <a:ext cx="0" cy="0"/>
          <a:chOff x="0" y="0"/>
          <a:chExt cx="0" cy="0"/>
        </a:xfrm>
      </p:grpSpPr>
      <p:sp>
        <p:nvSpPr>
          <p:cNvPr id="28" name="Text Placeholder 5"/>
          <p:cNvSpPr>
            <a:spLocks noGrp="1"/>
          </p:cNvSpPr>
          <p:nvPr>
            <p:ph type="body" sz="quarter" idx="30"/>
          </p:nvPr>
        </p:nvSpPr>
        <p:spPr>
          <a:xfrm>
            <a:off x="6191251" y="4627745"/>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5" name="Text Placeholder 5"/>
          <p:cNvSpPr>
            <a:spLocks noGrp="1"/>
          </p:cNvSpPr>
          <p:nvPr>
            <p:ph type="body" sz="quarter" idx="27"/>
          </p:nvPr>
        </p:nvSpPr>
        <p:spPr>
          <a:xfrm>
            <a:off x="501651" y="4627745"/>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4" name="Text Placeholder 5"/>
          <p:cNvSpPr>
            <a:spLocks noGrp="1"/>
          </p:cNvSpPr>
          <p:nvPr>
            <p:ph type="body" sz="quarter" idx="26"/>
          </p:nvPr>
        </p:nvSpPr>
        <p:spPr>
          <a:xfrm>
            <a:off x="501651" y="3015622"/>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7" name="Text Placeholder 5"/>
          <p:cNvSpPr>
            <a:spLocks noGrp="1"/>
          </p:cNvSpPr>
          <p:nvPr>
            <p:ph type="body" sz="quarter" idx="29"/>
          </p:nvPr>
        </p:nvSpPr>
        <p:spPr>
          <a:xfrm>
            <a:off x="6191251" y="3015622"/>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6" name="Text Placeholder 5"/>
          <p:cNvSpPr>
            <a:spLocks noGrp="1"/>
          </p:cNvSpPr>
          <p:nvPr>
            <p:ph type="body" sz="quarter" idx="28"/>
          </p:nvPr>
        </p:nvSpPr>
        <p:spPr>
          <a:xfrm>
            <a:off x="6191251" y="1403499"/>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3" name="Text Placeholder 5"/>
          <p:cNvSpPr>
            <a:spLocks noGrp="1"/>
          </p:cNvSpPr>
          <p:nvPr>
            <p:ph type="body" sz="quarter" idx="25"/>
          </p:nvPr>
        </p:nvSpPr>
        <p:spPr>
          <a:xfrm>
            <a:off x="501651" y="1403499"/>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1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8" name="Text Placeholder 5"/>
          <p:cNvSpPr>
            <a:spLocks noGrp="1"/>
          </p:cNvSpPr>
          <p:nvPr>
            <p:ph type="body" sz="quarter" idx="31"/>
          </p:nvPr>
        </p:nvSpPr>
        <p:spPr>
          <a:xfrm>
            <a:off x="501651" y="1676400"/>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1" name="Text Placeholder 5"/>
          <p:cNvSpPr>
            <a:spLocks noGrp="1"/>
          </p:cNvSpPr>
          <p:nvPr>
            <p:ph type="body" sz="quarter" idx="32"/>
          </p:nvPr>
        </p:nvSpPr>
        <p:spPr>
          <a:xfrm>
            <a:off x="501651" y="3302419"/>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2" name="Text Placeholder 5"/>
          <p:cNvSpPr>
            <a:spLocks noGrp="1"/>
          </p:cNvSpPr>
          <p:nvPr>
            <p:ph type="body" sz="quarter" idx="33"/>
          </p:nvPr>
        </p:nvSpPr>
        <p:spPr>
          <a:xfrm>
            <a:off x="501651" y="4914990"/>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3" name="Text Placeholder 5"/>
          <p:cNvSpPr>
            <a:spLocks noGrp="1"/>
          </p:cNvSpPr>
          <p:nvPr>
            <p:ph type="body" sz="quarter" idx="34"/>
          </p:nvPr>
        </p:nvSpPr>
        <p:spPr>
          <a:xfrm>
            <a:off x="6191251" y="1676400"/>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4" name="Text Placeholder 5"/>
          <p:cNvSpPr>
            <a:spLocks noGrp="1"/>
          </p:cNvSpPr>
          <p:nvPr>
            <p:ph type="body" sz="quarter" idx="35"/>
          </p:nvPr>
        </p:nvSpPr>
        <p:spPr>
          <a:xfrm>
            <a:off x="6191251" y="3302418"/>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5" name="Text Placeholder 5"/>
          <p:cNvSpPr>
            <a:spLocks noGrp="1"/>
          </p:cNvSpPr>
          <p:nvPr>
            <p:ph type="body" sz="quarter" idx="36"/>
          </p:nvPr>
        </p:nvSpPr>
        <p:spPr>
          <a:xfrm>
            <a:off x="6191251" y="4914990"/>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Slide Number Placeholder 9"/>
          <p:cNvSpPr>
            <a:spLocks noGrp="1"/>
          </p:cNvSpPr>
          <p:nvPr>
            <p:ph type="sldNum" sz="quarter" idx="37"/>
          </p:nvPr>
        </p:nvSpPr>
        <p:spPr/>
        <p:txBody>
          <a:bodyPr/>
          <a:lstStyle>
            <a:lvl1pPr>
              <a:defRPr/>
            </a:lvl1pPr>
          </a:lstStyle>
          <a:p>
            <a:fld id="{A23329EE-AB34-E748-89A3-8E74FFF398F3}" type="slidenum">
              <a:rPr lang="en-US" altLang="en-US"/>
              <a:pPr/>
              <a:t>‹#›</a:t>
            </a:fld>
            <a:endParaRPr lang="en-US" altLang="en-US"/>
          </a:p>
        </p:txBody>
      </p:sp>
      <p:sp>
        <p:nvSpPr>
          <p:cNvPr id="16" name="Footer Placeholder 12"/>
          <p:cNvSpPr>
            <a:spLocks noGrp="1"/>
          </p:cNvSpPr>
          <p:nvPr>
            <p:ph type="ftr" sz="quarter" idx="38"/>
          </p:nvPr>
        </p:nvSpPr>
        <p:spPr/>
        <p:txBody>
          <a:bodyPr/>
          <a:lstStyle>
            <a:lvl1pPr>
              <a:defRPr/>
            </a:lvl1pPr>
          </a:lstStyle>
          <a:p>
            <a:pPr>
              <a:defRPr/>
            </a:pPr>
            <a:r>
              <a:rPr lang="en-US"/>
              <a:t>Taxation of C Corporations</a:t>
            </a:r>
            <a:endParaRPr lang="en-US" dirty="0"/>
          </a:p>
        </p:txBody>
      </p:sp>
    </p:spTree>
    <p:extLst>
      <p:ext uri="{BB962C8B-B14F-4D97-AF65-F5344CB8AC3E}">
        <p14:creationId xmlns:p14="http://schemas.microsoft.com/office/powerpoint/2010/main" val="211799333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ext Blocks - Five Palettes">
    <p:spTree>
      <p:nvGrpSpPr>
        <p:cNvPr id="1" name=""/>
        <p:cNvGrpSpPr/>
        <p:nvPr/>
      </p:nvGrpSpPr>
      <p:grpSpPr>
        <a:xfrm>
          <a:off x="0" y="0"/>
          <a:ext cx="0" cy="0"/>
          <a:chOff x="0" y="0"/>
          <a:chExt cx="0" cy="0"/>
        </a:xfrm>
      </p:grpSpPr>
      <p:sp>
        <p:nvSpPr>
          <p:cNvPr id="14" name="Text Placeholder 5"/>
          <p:cNvSpPr>
            <a:spLocks noGrp="1"/>
          </p:cNvSpPr>
          <p:nvPr>
            <p:ph type="body" sz="quarter" idx="25"/>
          </p:nvPr>
        </p:nvSpPr>
        <p:spPr>
          <a:xfrm>
            <a:off x="601565"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24" name="Text Placeholder 5"/>
          <p:cNvSpPr>
            <a:spLocks noGrp="1"/>
          </p:cNvSpPr>
          <p:nvPr>
            <p:ph type="body" sz="quarter" idx="35"/>
          </p:nvPr>
        </p:nvSpPr>
        <p:spPr>
          <a:xfrm>
            <a:off x="2844800"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25" name="Text Placeholder 5"/>
          <p:cNvSpPr>
            <a:spLocks noGrp="1"/>
          </p:cNvSpPr>
          <p:nvPr>
            <p:ph type="body" sz="quarter" idx="36"/>
          </p:nvPr>
        </p:nvSpPr>
        <p:spPr>
          <a:xfrm>
            <a:off x="5130360"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26" name="Text Placeholder 5"/>
          <p:cNvSpPr>
            <a:spLocks noGrp="1"/>
          </p:cNvSpPr>
          <p:nvPr>
            <p:ph type="body" sz="quarter" idx="37"/>
          </p:nvPr>
        </p:nvSpPr>
        <p:spPr>
          <a:xfrm>
            <a:off x="7408972"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27" name="Text Placeholder 5"/>
          <p:cNvSpPr>
            <a:spLocks noGrp="1"/>
          </p:cNvSpPr>
          <p:nvPr>
            <p:ph type="body" sz="quarter" idx="38"/>
          </p:nvPr>
        </p:nvSpPr>
        <p:spPr>
          <a:xfrm>
            <a:off x="9747251"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1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6" name="Text Placeholder 5"/>
          <p:cNvSpPr>
            <a:spLocks noGrp="1"/>
          </p:cNvSpPr>
          <p:nvPr>
            <p:ph type="body" sz="quarter" idx="39"/>
          </p:nvPr>
        </p:nvSpPr>
        <p:spPr>
          <a:xfrm>
            <a:off x="601565"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17" name="Text Placeholder 5"/>
          <p:cNvSpPr>
            <a:spLocks noGrp="1"/>
          </p:cNvSpPr>
          <p:nvPr>
            <p:ph type="body" sz="quarter" idx="40"/>
          </p:nvPr>
        </p:nvSpPr>
        <p:spPr>
          <a:xfrm>
            <a:off x="2844800"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18" name="Text Placeholder 5"/>
          <p:cNvSpPr>
            <a:spLocks noGrp="1"/>
          </p:cNvSpPr>
          <p:nvPr>
            <p:ph type="body" sz="quarter" idx="41"/>
          </p:nvPr>
        </p:nvSpPr>
        <p:spPr>
          <a:xfrm>
            <a:off x="5130360"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28" name="Text Placeholder 5"/>
          <p:cNvSpPr>
            <a:spLocks noGrp="1"/>
          </p:cNvSpPr>
          <p:nvPr>
            <p:ph type="body" sz="quarter" idx="42"/>
          </p:nvPr>
        </p:nvSpPr>
        <p:spPr>
          <a:xfrm>
            <a:off x="7408972"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29" name="Text Placeholder 5"/>
          <p:cNvSpPr>
            <a:spLocks noGrp="1"/>
          </p:cNvSpPr>
          <p:nvPr>
            <p:ph type="body" sz="quarter" idx="43"/>
          </p:nvPr>
        </p:nvSpPr>
        <p:spPr>
          <a:xfrm>
            <a:off x="9747251"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13" name="Slide Number Placeholder 9"/>
          <p:cNvSpPr>
            <a:spLocks noGrp="1"/>
          </p:cNvSpPr>
          <p:nvPr>
            <p:ph type="sldNum" sz="quarter" idx="44"/>
          </p:nvPr>
        </p:nvSpPr>
        <p:spPr/>
        <p:txBody>
          <a:bodyPr/>
          <a:lstStyle>
            <a:lvl1pPr>
              <a:defRPr/>
            </a:lvl1pPr>
          </a:lstStyle>
          <a:p>
            <a:fld id="{1EB3DA79-8920-3645-A529-9AD16B41E65B}" type="slidenum">
              <a:rPr lang="en-US" altLang="en-US"/>
              <a:pPr/>
              <a:t>‹#›</a:t>
            </a:fld>
            <a:endParaRPr lang="en-US" altLang="en-US"/>
          </a:p>
        </p:txBody>
      </p:sp>
      <p:sp>
        <p:nvSpPr>
          <p:cNvPr id="19" name="Footer Placeholder 12"/>
          <p:cNvSpPr>
            <a:spLocks noGrp="1"/>
          </p:cNvSpPr>
          <p:nvPr>
            <p:ph type="ftr" sz="quarter" idx="45"/>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24485453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Major Points">
    <p:spTree>
      <p:nvGrpSpPr>
        <p:cNvPr id="1" name=""/>
        <p:cNvGrpSpPr/>
        <p:nvPr/>
      </p:nvGrpSpPr>
      <p:grpSpPr>
        <a:xfrm>
          <a:off x="0" y="0"/>
          <a:ext cx="0" cy="0"/>
          <a:chOff x="0" y="0"/>
          <a:chExt cx="0" cy="0"/>
        </a:xfrm>
      </p:grpSpPr>
      <p:sp>
        <p:nvSpPr>
          <p:cNvPr id="8" name="Text Placeholder 7"/>
          <p:cNvSpPr>
            <a:spLocks noGrp="1"/>
          </p:cNvSpPr>
          <p:nvPr>
            <p:ph type="body" sz="quarter" idx="19"/>
          </p:nvPr>
        </p:nvSpPr>
        <p:spPr>
          <a:xfrm>
            <a:off x="609600" y="1417320"/>
            <a:ext cx="2243328" cy="1508760"/>
          </a:xfrm>
          <a:prstGeom prst="rect">
            <a:avLst/>
          </a:prstGeom>
          <a:solidFill>
            <a:srgbClr val="B01C2E"/>
          </a:solidFill>
          <a:ln>
            <a:solidFill>
              <a:srgbClr val="B01C2E"/>
            </a:solidFill>
          </a:ln>
        </p:spPr>
        <p:txBody>
          <a:bodyPr anchor="ctr"/>
          <a:lstStyle>
            <a:lvl1pPr>
              <a:buNone/>
              <a:defRPr sz="1200" b="1" baseline="0">
                <a:solidFill>
                  <a:schemeClr val="bg1"/>
                </a:solidFill>
              </a:defRPr>
            </a:lvl1pPr>
          </a:lstStyle>
          <a:p>
            <a:pPr lvl="0"/>
            <a:r>
              <a:rPr lang="en-US"/>
              <a:t>Click to edit Master text styles</a:t>
            </a:r>
          </a:p>
        </p:txBody>
      </p:sp>
      <p:sp>
        <p:nvSpPr>
          <p:cNvPr id="13" name="Text Placeholder 7"/>
          <p:cNvSpPr>
            <a:spLocks noGrp="1"/>
          </p:cNvSpPr>
          <p:nvPr>
            <p:ph type="body" sz="quarter" idx="21"/>
          </p:nvPr>
        </p:nvSpPr>
        <p:spPr>
          <a:xfrm>
            <a:off x="609600" y="3065544"/>
            <a:ext cx="2243328" cy="1508760"/>
          </a:xfrm>
          <a:prstGeom prst="rect">
            <a:avLst/>
          </a:prstGeom>
          <a:solidFill>
            <a:srgbClr val="B01C2E"/>
          </a:solidFill>
          <a:ln>
            <a:solidFill>
              <a:srgbClr val="B01C2E"/>
            </a:solidFill>
          </a:ln>
        </p:spPr>
        <p:txBody>
          <a:bodyPr anchor="ctr"/>
          <a:lstStyle>
            <a:lvl1pPr>
              <a:buNone/>
              <a:defRPr sz="1200" b="1" baseline="0">
                <a:solidFill>
                  <a:schemeClr val="bg1"/>
                </a:solidFill>
              </a:defRPr>
            </a:lvl1pPr>
          </a:lstStyle>
          <a:p>
            <a:pPr lvl="0"/>
            <a:r>
              <a:rPr lang="en-US"/>
              <a:t>Click to edit Master text styles</a:t>
            </a:r>
          </a:p>
        </p:txBody>
      </p:sp>
      <p:sp>
        <p:nvSpPr>
          <p:cNvPr id="17" name="Text Placeholder 7"/>
          <p:cNvSpPr>
            <a:spLocks noGrp="1"/>
          </p:cNvSpPr>
          <p:nvPr>
            <p:ph type="body" sz="quarter" idx="23"/>
          </p:nvPr>
        </p:nvSpPr>
        <p:spPr>
          <a:xfrm>
            <a:off x="609600" y="4713767"/>
            <a:ext cx="2243328" cy="1508760"/>
          </a:xfrm>
          <a:prstGeom prst="rect">
            <a:avLst/>
          </a:prstGeom>
          <a:solidFill>
            <a:srgbClr val="B01C2E"/>
          </a:solidFill>
          <a:ln>
            <a:solidFill>
              <a:srgbClr val="B01C2E"/>
            </a:solidFill>
          </a:ln>
        </p:spPr>
        <p:txBody>
          <a:bodyPr anchor="ctr"/>
          <a:lstStyle>
            <a:lvl1pPr>
              <a:buNone/>
              <a:defRPr sz="1200" b="1" baseline="0">
                <a:solidFill>
                  <a:schemeClr val="bg1"/>
                </a:solidFill>
              </a:defRPr>
            </a:lvl1pPr>
          </a:lstStyle>
          <a:p>
            <a:pPr lvl="0"/>
            <a:r>
              <a:rPr lang="en-US"/>
              <a:t>Click to edit Master text styles</a:t>
            </a:r>
          </a:p>
        </p:txBody>
      </p:sp>
      <p:sp>
        <p:nvSpPr>
          <p:cNvPr id="1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2844800" y="1417320"/>
            <a:ext cx="8741664" cy="1508760"/>
          </a:xfrm>
          <a:prstGeom prst="rect">
            <a:avLst/>
          </a:prstGeom>
          <a:solidFill>
            <a:srgbClr val="FFFFFF"/>
          </a:solidFill>
          <a:ln>
            <a:solidFill>
              <a:srgbClr val="C0C0C0"/>
            </a:solidFill>
          </a:ln>
        </p:spPr>
        <p:txBody>
          <a:bodyPr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5"/>
          <p:cNvSpPr>
            <a:spLocks noGrp="1"/>
          </p:cNvSpPr>
          <p:nvPr>
            <p:ph type="body" sz="quarter" idx="32"/>
          </p:nvPr>
        </p:nvSpPr>
        <p:spPr>
          <a:xfrm>
            <a:off x="2844800" y="3065543"/>
            <a:ext cx="8741664" cy="1508760"/>
          </a:xfrm>
          <a:prstGeom prst="rect">
            <a:avLst/>
          </a:prstGeom>
          <a:solidFill>
            <a:srgbClr val="FFFFFF"/>
          </a:solidFill>
          <a:ln>
            <a:solidFill>
              <a:srgbClr val="C0C0C0"/>
            </a:solidFill>
          </a:ln>
        </p:spPr>
        <p:txBody>
          <a:bodyPr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5"/>
          <p:cNvSpPr>
            <a:spLocks noGrp="1"/>
          </p:cNvSpPr>
          <p:nvPr>
            <p:ph type="body" sz="quarter" idx="33"/>
          </p:nvPr>
        </p:nvSpPr>
        <p:spPr>
          <a:xfrm>
            <a:off x="2844800" y="4713767"/>
            <a:ext cx="8741664" cy="1508760"/>
          </a:xfrm>
          <a:prstGeom prst="rect">
            <a:avLst/>
          </a:prstGeom>
          <a:solidFill>
            <a:srgbClr val="FFFFFF"/>
          </a:solidFill>
          <a:ln>
            <a:solidFill>
              <a:srgbClr val="C0C0C0"/>
            </a:solidFill>
          </a:ln>
        </p:spPr>
        <p:txBody>
          <a:bodyPr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Slide Number Placeholder 9"/>
          <p:cNvSpPr>
            <a:spLocks noGrp="1"/>
          </p:cNvSpPr>
          <p:nvPr>
            <p:ph type="sldNum" sz="quarter" idx="34"/>
          </p:nvPr>
        </p:nvSpPr>
        <p:spPr/>
        <p:txBody>
          <a:bodyPr/>
          <a:lstStyle>
            <a:lvl1pPr>
              <a:defRPr/>
            </a:lvl1pPr>
          </a:lstStyle>
          <a:p>
            <a:fld id="{055F7767-1EA1-1B4C-AF44-6A3FCE365276}" type="slidenum">
              <a:rPr lang="en-US" altLang="en-US"/>
              <a:pPr/>
              <a:t>‹#›</a:t>
            </a:fld>
            <a:endParaRPr lang="en-US" altLang="en-US"/>
          </a:p>
        </p:txBody>
      </p:sp>
      <p:sp>
        <p:nvSpPr>
          <p:cNvPr id="11" name="Footer Placeholder 12"/>
          <p:cNvSpPr>
            <a:spLocks noGrp="1"/>
          </p:cNvSpPr>
          <p:nvPr>
            <p:ph type="ftr" sz="quarter" idx="35"/>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74160523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hevrons">
    <p:spTree>
      <p:nvGrpSpPr>
        <p:cNvPr id="1" name=""/>
        <p:cNvGrpSpPr/>
        <p:nvPr/>
      </p:nvGrpSpPr>
      <p:grpSpPr>
        <a:xfrm>
          <a:off x="0" y="0"/>
          <a:ext cx="0" cy="0"/>
          <a:chOff x="0" y="0"/>
          <a:chExt cx="0" cy="0"/>
        </a:xfrm>
      </p:grpSpPr>
      <p:sp>
        <p:nvSpPr>
          <p:cNvPr id="35" name="Text Placeholder 2"/>
          <p:cNvSpPr>
            <a:spLocks noGrp="1"/>
          </p:cNvSpPr>
          <p:nvPr>
            <p:ph type="body" sz="quarter" idx="12"/>
          </p:nvPr>
        </p:nvSpPr>
        <p:spPr>
          <a:xfrm>
            <a:off x="563034" y="1397000"/>
            <a:ext cx="2317751" cy="1155700"/>
          </a:xfrm>
          <a:prstGeom prst="homePlate">
            <a:avLst>
              <a:gd name="adj" fmla="val 19565"/>
            </a:avLst>
          </a:prstGeom>
          <a:solidFill>
            <a:srgbClr val="D7D7D7"/>
          </a:solidFill>
        </p:spPr>
        <p:txBody>
          <a:bodyPr anchor="ctr"/>
          <a:lstStyle>
            <a:lvl1pPr>
              <a:buNone/>
              <a:defRPr sz="1200"/>
            </a:lvl1pPr>
          </a:lstStyle>
          <a:p>
            <a:pPr lvl="0"/>
            <a:r>
              <a:rPr lang="en-US"/>
              <a:t>Click to edit Master text styles</a:t>
            </a:r>
          </a:p>
        </p:txBody>
      </p:sp>
      <p:sp>
        <p:nvSpPr>
          <p:cNvPr id="36" name="Text Placeholder 3"/>
          <p:cNvSpPr>
            <a:spLocks noGrp="1"/>
          </p:cNvSpPr>
          <p:nvPr>
            <p:ph type="body" sz="quarter" idx="13"/>
          </p:nvPr>
        </p:nvSpPr>
        <p:spPr>
          <a:xfrm>
            <a:off x="2747434" y="1397000"/>
            <a:ext cx="2315633"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37" name="Text Placeholder 4"/>
          <p:cNvSpPr>
            <a:spLocks noGrp="1"/>
          </p:cNvSpPr>
          <p:nvPr>
            <p:ph type="body" sz="quarter" idx="15"/>
          </p:nvPr>
        </p:nvSpPr>
        <p:spPr>
          <a:xfrm>
            <a:off x="7114120" y="1397000"/>
            <a:ext cx="2317749"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38" name="Text Placeholder 5"/>
          <p:cNvSpPr>
            <a:spLocks noGrp="1"/>
          </p:cNvSpPr>
          <p:nvPr>
            <p:ph type="body" sz="quarter" idx="16"/>
          </p:nvPr>
        </p:nvSpPr>
        <p:spPr>
          <a:xfrm>
            <a:off x="4931834" y="1397000"/>
            <a:ext cx="2315633" cy="1155700"/>
          </a:xfrm>
          <a:prstGeom prst="chevron">
            <a:avLst>
              <a:gd name="adj" fmla="val 18687"/>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39" name="Text Placeholder 6"/>
          <p:cNvSpPr>
            <a:spLocks noGrp="1"/>
          </p:cNvSpPr>
          <p:nvPr>
            <p:ph type="body" sz="quarter" idx="17"/>
          </p:nvPr>
        </p:nvSpPr>
        <p:spPr>
          <a:xfrm>
            <a:off x="9298521" y="1397000"/>
            <a:ext cx="2315633"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0" name="Text Placeholder 7"/>
          <p:cNvSpPr>
            <a:spLocks noGrp="1"/>
          </p:cNvSpPr>
          <p:nvPr>
            <p:ph type="body" sz="quarter" idx="18"/>
          </p:nvPr>
        </p:nvSpPr>
        <p:spPr>
          <a:xfrm>
            <a:off x="563033" y="2954338"/>
            <a:ext cx="2863851" cy="1155700"/>
          </a:xfrm>
          <a:prstGeom prst="homePlate">
            <a:avLst>
              <a:gd name="adj" fmla="val 19557"/>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41" name="Text Placeholder 8"/>
          <p:cNvSpPr>
            <a:spLocks noGrp="1"/>
          </p:cNvSpPr>
          <p:nvPr>
            <p:ph type="body" sz="quarter" idx="19"/>
          </p:nvPr>
        </p:nvSpPr>
        <p:spPr>
          <a:xfrm>
            <a:off x="3291418" y="2954338"/>
            <a:ext cx="2865967"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2" name="Text Placeholder 9"/>
          <p:cNvSpPr>
            <a:spLocks noGrp="1"/>
          </p:cNvSpPr>
          <p:nvPr>
            <p:ph type="body" sz="quarter" idx="20"/>
          </p:nvPr>
        </p:nvSpPr>
        <p:spPr>
          <a:xfrm>
            <a:off x="8748186" y="2954338"/>
            <a:ext cx="2865967"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3" name="Text Placeholder 10"/>
          <p:cNvSpPr>
            <a:spLocks noGrp="1"/>
          </p:cNvSpPr>
          <p:nvPr>
            <p:ph type="body" sz="quarter" idx="21"/>
          </p:nvPr>
        </p:nvSpPr>
        <p:spPr>
          <a:xfrm>
            <a:off x="6019802" y="2954338"/>
            <a:ext cx="2865967"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4" name="Text Placeholder 11"/>
          <p:cNvSpPr>
            <a:spLocks noGrp="1"/>
          </p:cNvSpPr>
          <p:nvPr>
            <p:ph type="body" sz="quarter" idx="22"/>
          </p:nvPr>
        </p:nvSpPr>
        <p:spPr>
          <a:xfrm>
            <a:off x="575734" y="4497388"/>
            <a:ext cx="3754967" cy="1154112"/>
          </a:xfrm>
          <a:prstGeom prst="homePlate">
            <a:avLst>
              <a:gd name="adj" fmla="val 19565"/>
            </a:avLst>
          </a:prstGeom>
          <a:solidFill>
            <a:srgbClr val="D7D7D7"/>
          </a:solidFill>
        </p:spPr>
        <p:txBody>
          <a:bodyPr anchor="ctr"/>
          <a:lstStyle>
            <a:lvl1pPr>
              <a:buNone/>
              <a:defRPr sz="1200"/>
            </a:lvl1pPr>
          </a:lstStyle>
          <a:p>
            <a:pPr lvl="0"/>
            <a:r>
              <a:rPr lang="en-US"/>
              <a:t>Click to edit Master text styles</a:t>
            </a:r>
          </a:p>
        </p:txBody>
      </p:sp>
      <p:sp>
        <p:nvSpPr>
          <p:cNvPr id="45" name="Text Placeholder 12"/>
          <p:cNvSpPr>
            <a:spLocks noGrp="1"/>
          </p:cNvSpPr>
          <p:nvPr>
            <p:ph type="body" sz="quarter" idx="23"/>
          </p:nvPr>
        </p:nvSpPr>
        <p:spPr>
          <a:xfrm>
            <a:off x="4226985" y="4497388"/>
            <a:ext cx="3754967" cy="1154112"/>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6" name="Text Placeholder 13"/>
          <p:cNvSpPr>
            <a:spLocks noGrp="1"/>
          </p:cNvSpPr>
          <p:nvPr>
            <p:ph type="body" sz="quarter" idx="25"/>
          </p:nvPr>
        </p:nvSpPr>
        <p:spPr>
          <a:xfrm>
            <a:off x="7878234" y="4497388"/>
            <a:ext cx="3754967" cy="1154112"/>
          </a:xfrm>
          <a:prstGeom prst="chevron">
            <a:avLst>
              <a:gd name="adj" fmla="val 1871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16"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Slide Number Placeholder 9"/>
          <p:cNvSpPr>
            <a:spLocks noGrp="1"/>
          </p:cNvSpPr>
          <p:nvPr>
            <p:ph type="sldNum" sz="quarter" idx="26"/>
          </p:nvPr>
        </p:nvSpPr>
        <p:spPr/>
        <p:txBody>
          <a:bodyPr/>
          <a:lstStyle>
            <a:lvl1pPr>
              <a:defRPr/>
            </a:lvl1pPr>
          </a:lstStyle>
          <a:p>
            <a:fld id="{48E524AC-D0C7-2340-84EA-A4DF70E82140}" type="slidenum">
              <a:rPr lang="en-US" altLang="en-US"/>
              <a:pPr/>
              <a:t>‹#›</a:t>
            </a:fld>
            <a:endParaRPr lang="en-US" altLang="en-US"/>
          </a:p>
        </p:txBody>
      </p:sp>
      <p:sp>
        <p:nvSpPr>
          <p:cNvPr id="17" name="Footer Placeholder 12"/>
          <p:cNvSpPr>
            <a:spLocks noGrp="1"/>
          </p:cNvSpPr>
          <p:nvPr>
            <p:ph type="ftr" sz="quarter" idx="27"/>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33448180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ext  Blocks - Major Points - Chevrons">
    <p:spTree>
      <p:nvGrpSpPr>
        <p:cNvPr id="1" name=""/>
        <p:cNvGrpSpPr/>
        <p:nvPr/>
      </p:nvGrpSpPr>
      <p:grpSpPr>
        <a:xfrm>
          <a:off x="0" y="0"/>
          <a:ext cx="0" cy="0"/>
          <a:chOff x="0" y="0"/>
          <a:chExt cx="0" cy="0"/>
        </a:xfrm>
      </p:grpSpPr>
      <p:sp>
        <p:nvSpPr>
          <p:cNvPr id="15" name="Text Placeholder 5"/>
          <p:cNvSpPr>
            <a:spLocks noGrp="1"/>
          </p:cNvSpPr>
          <p:nvPr>
            <p:ph type="body" sz="quarter" idx="31"/>
          </p:nvPr>
        </p:nvSpPr>
        <p:spPr>
          <a:xfrm>
            <a:off x="2844800" y="1344304"/>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6" name="Text Placeholder 5"/>
          <p:cNvSpPr>
            <a:spLocks noGrp="1"/>
          </p:cNvSpPr>
          <p:nvPr>
            <p:ph type="body" sz="quarter" idx="32"/>
          </p:nvPr>
        </p:nvSpPr>
        <p:spPr>
          <a:xfrm>
            <a:off x="2844800" y="2360778"/>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7" name="Text Placeholder 5"/>
          <p:cNvSpPr>
            <a:spLocks noGrp="1"/>
          </p:cNvSpPr>
          <p:nvPr>
            <p:ph type="body" sz="quarter" idx="33"/>
          </p:nvPr>
        </p:nvSpPr>
        <p:spPr>
          <a:xfrm>
            <a:off x="2844800" y="3377252"/>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9" name="Text Placeholder 5"/>
          <p:cNvSpPr>
            <a:spLocks noGrp="1"/>
          </p:cNvSpPr>
          <p:nvPr>
            <p:ph type="body" sz="quarter" idx="34"/>
          </p:nvPr>
        </p:nvSpPr>
        <p:spPr>
          <a:xfrm>
            <a:off x="2844800" y="4393726"/>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20" name="Text Placeholder 5"/>
          <p:cNvSpPr>
            <a:spLocks noGrp="1"/>
          </p:cNvSpPr>
          <p:nvPr>
            <p:ph type="body" sz="quarter" idx="35"/>
          </p:nvPr>
        </p:nvSpPr>
        <p:spPr>
          <a:xfrm>
            <a:off x="2844800" y="5410200"/>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3" name="Text Placeholder 19"/>
          <p:cNvSpPr>
            <a:spLocks noGrp="1"/>
          </p:cNvSpPr>
          <p:nvPr>
            <p:ph type="body" sz="quarter" idx="10"/>
          </p:nvPr>
        </p:nvSpPr>
        <p:spPr>
          <a:xfrm>
            <a:off x="609600" y="1344304"/>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26" name="Text Placeholder 19"/>
          <p:cNvSpPr>
            <a:spLocks noGrp="1"/>
          </p:cNvSpPr>
          <p:nvPr>
            <p:ph type="body" sz="quarter" idx="22"/>
          </p:nvPr>
        </p:nvSpPr>
        <p:spPr>
          <a:xfrm>
            <a:off x="609600" y="2357366"/>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28" name="Text Placeholder 19"/>
          <p:cNvSpPr>
            <a:spLocks noGrp="1"/>
          </p:cNvSpPr>
          <p:nvPr>
            <p:ph type="body" sz="quarter" idx="24"/>
          </p:nvPr>
        </p:nvSpPr>
        <p:spPr>
          <a:xfrm>
            <a:off x="609600" y="3370428"/>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30" name="Text Placeholder 19"/>
          <p:cNvSpPr>
            <a:spLocks noGrp="1"/>
          </p:cNvSpPr>
          <p:nvPr>
            <p:ph type="body" sz="quarter" idx="26"/>
          </p:nvPr>
        </p:nvSpPr>
        <p:spPr>
          <a:xfrm>
            <a:off x="609600" y="4383490"/>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32" name="Text Placeholder 19"/>
          <p:cNvSpPr>
            <a:spLocks noGrp="1"/>
          </p:cNvSpPr>
          <p:nvPr>
            <p:ph type="body" sz="quarter" idx="28"/>
          </p:nvPr>
        </p:nvSpPr>
        <p:spPr>
          <a:xfrm>
            <a:off x="609600" y="5396552"/>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14"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8" name="Slide Number Placeholder 9"/>
          <p:cNvSpPr>
            <a:spLocks noGrp="1"/>
          </p:cNvSpPr>
          <p:nvPr>
            <p:ph type="sldNum" sz="quarter" idx="36"/>
          </p:nvPr>
        </p:nvSpPr>
        <p:spPr/>
        <p:txBody>
          <a:bodyPr/>
          <a:lstStyle>
            <a:lvl1pPr>
              <a:defRPr/>
            </a:lvl1pPr>
          </a:lstStyle>
          <a:p>
            <a:fld id="{19846C2F-D19C-FA45-A159-B087F18BCDE0}" type="slidenum">
              <a:rPr lang="en-US" altLang="en-US"/>
              <a:pPr/>
              <a:t>‹#›</a:t>
            </a:fld>
            <a:endParaRPr lang="en-US" altLang="en-US"/>
          </a:p>
        </p:txBody>
      </p:sp>
      <p:sp>
        <p:nvSpPr>
          <p:cNvPr id="21" name="Footer Placeholder 12"/>
          <p:cNvSpPr>
            <a:spLocks noGrp="1"/>
          </p:cNvSpPr>
          <p:nvPr>
            <p:ph type="ftr" sz="quarter" idx="37"/>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87879428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meline">
    <p:spTree>
      <p:nvGrpSpPr>
        <p:cNvPr id="1" name=""/>
        <p:cNvGrpSpPr/>
        <p:nvPr/>
      </p:nvGrpSpPr>
      <p:grpSpPr>
        <a:xfrm>
          <a:off x="0" y="0"/>
          <a:ext cx="0" cy="0"/>
          <a:chOff x="0" y="0"/>
          <a:chExt cx="0" cy="0"/>
        </a:xfrm>
      </p:grpSpPr>
      <p:sp>
        <p:nvSpPr>
          <p:cNvPr id="15" name="Line 105"/>
          <p:cNvSpPr>
            <a:spLocks noChangeShapeType="1"/>
          </p:cNvSpPr>
          <p:nvPr/>
        </p:nvSpPr>
        <p:spPr bwMode="gray">
          <a:xfrm>
            <a:off x="5892800" y="3632201"/>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16" name="Line 115"/>
          <p:cNvSpPr>
            <a:spLocks noChangeShapeType="1"/>
          </p:cNvSpPr>
          <p:nvPr userDrawn="1"/>
        </p:nvSpPr>
        <p:spPr bwMode="gray">
          <a:xfrm>
            <a:off x="3048000" y="3632201"/>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17" name="Line 118"/>
          <p:cNvSpPr>
            <a:spLocks noChangeShapeType="1"/>
          </p:cNvSpPr>
          <p:nvPr/>
        </p:nvSpPr>
        <p:spPr bwMode="gray">
          <a:xfrm>
            <a:off x="9004300" y="3632201"/>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grpSp>
        <p:nvGrpSpPr>
          <p:cNvPr id="18" name="Group 123"/>
          <p:cNvGrpSpPr>
            <a:grpSpLocks/>
          </p:cNvGrpSpPr>
          <p:nvPr userDrawn="1"/>
        </p:nvGrpSpPr>
        <p:grpSpPr bwMode="auto">
          <a:xfrm>
            <a:off x="611718" y="3478213"/>
            <a:ext cx="10358967" cy="182562"/>
            <a:chOff x="289" y="2191"/>
            <a:chExt cx="4894" cy="115"/>
          </a:xfrm>
        </p:grpSpPr>
        <p:grpSp>
          <p:nvGrpSpPr>
            <p:cNvPr id="19" name="Group 44"/>
            <p:cNvGrpSpPr>
              <a:grpSpLocks/>
            </p:cNvGrpSpPr>
            <p:nvPr/>
          </p:nvGrpSpPr>
          <p:grpSpPr bwMode="auto">
            <a:xfrm>
              <a:off x="289" y="2191"/>
              <a:ext cx="1470" cy="115"/>
              <a:chOff x="696" y="2508"/>
              <a:chExt cx="1470" cy="168"/>
            </a:xfrm>
          </p:grpSpPr>
          <p:sp>
            <p:nvSpPr>
              <p:cNvPr id="53" name="Line 45"/>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4" name="Line 46"/>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5" name="Line 47"/>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6" name="Line 48"/>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7" name="Line 49"/>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8" name="Line 50"/>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9" name="Line 51"/>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0" name="Line 52"/>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1" name="Line 53"/>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2" name="Line 54"/>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3" name="Line 55"/>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4" name="Line 56"/>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5" name="Line 57"/>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grpSp>
          <p:nvGrpSpPr>
            <p:cNvPr id="20" name="Group 58"/>
            <p:cNvGrpSpPr>
              <a:grpSpLocks/>
            </p:cNvGrpSpPr>
            <p:nvPr/>
          </p:nvGrpSpPr>
          <p:grpSpPr bwMode="auto">
            <a:xfrm>
              <a:off x="1758" y="2191"/>
              <a:ext cx="1470" cy="115"/>
              <a:chOff x="696" y="2508"/>
              <a:chExt cx="1470" cy="168"/>
            </a:xfrm>
          </p:grpSpPr>
          <p:sp>
            <p:nvSpPr>
              <p:cNvPr id="40" name="Line 59"/>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1" name="Line 60"/>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2" name="Line 61"/>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3" name="Line 62"/>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4" name="Line 63"/>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5" name="Line 64"/>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6" name="Line 65"/>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7" name="Line 66"/>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8" name="Line 67"/>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9" name="Line 68"/>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0" name="Line 69"/>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1" name="Line 70"/>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2" name="Line 71"/>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grpSp>
          <p:nvGrpSpPr>
            <p:cNvPr id="21" name="Group 72"/>
            <p:cNvGrpSpPr>
              <a:grpSpLocks/>
            </p:cNvGrpSpPr>
            <p:nvPr/>
          </p:nvGrpSpPr>
          <p:grpSpPr bwMode="auto">
            <a:xfrm>
              <a:off x="3227" y="2191"/>
              <a:ext cx="1470" cy="115"/>
              <a:chOff x="696" y="2508"/>
              <a:chExt cx="1470" cy="168"/>
            </a:xfrm>
          </p:grpSpPr>
          <p:sp>
            <p:nvSpPr>
              <p:cNvPr id="27" name="Line 73"/>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8" name="Line 74"/>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9" name="Line 75"/>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0" name="Line 76"/>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1" name="Line 77"/>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2" name="Line 78"/>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3" name="Line 79"/>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4" name="Line 80"/>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5" name="Line 81"/>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6" name="Line 82"/>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7" name="Line 83"/>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8" name="Line 84"/>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9" name="Line 85"/>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sp>
          <p:nvSpPr>
            <p:cNvPr id="22" name="Line 90"/>
            <p:cNvSpPr>
              <a:spLocks noChangeShapeType="1"/>
            </p:cNvSpPr>
            <p:nvPr/>
          </p:nvSpPr>
          <p:spPr bwMode="gray">
            <a:xfrm>
              <a:off x="4698" y="2191"/>
              <a:ext cx="0" cy="115"/>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3" name="Line 91"/>
            <p:cNvSpPr>
              <a:spLocks noChangeShapeType="1"/>
            </p:cNvSpPr>
            <p:nvPr/>
          </p:nvSpPr>
          <p:spPr bwMode="gray">
            <a:xfrm>
              <a:off x="4820"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4" name="Line 92"/>
            <p:cNvSpPr>
              <a:spLocks noChangeShapeType="1"/>
            </p:cNvSpPr>
            <p:nvPr/>
          </p:nvSpPr>
          <p:spPr bwMode="gray">
            <a:xfrm>
              <a:off x="494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5" name="Line 93"/>
            <p:cNvSpPr>
              <a:spLocks noChangeShapeType="1"/>
            </p:cNvSpPr>
            <p:nvPr/>
          </p:nvSpPr>
          <p:spPr bwMode="gray">
            <a:xfrm>
              <a:off x="5065"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6" name="Line 122"/>
            <p:cNvSpPr>
              <a:spLocks noChangeShapeType="1"/>
            </p:cNvSpPr>
            <p:nvPr/>
          </p:nvSpPr>
          <p:spPr bwMode="gray">
            <a:xfrm>
              <a:off x="518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sp>
        <p:nvSpPr>
          <p:cNvPr id="66" name="Line 125"/>
          <p:cNvSpPr>
            <a:spLocks noChangeShapeType="1"/>
          </p:cNvSpPr>
          <p:nvPr userDrawn="1"/>
        </p:nvSpPr>
        <p:spPr bwMode="gray">
          <a:xfrm>
            <a:off x="4572000" y="3651251"/>
            <a:ext cx="0" cy="175736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67" name="Line 4"/>
          <p:cNvSpPr>
            <a:spLocks noChangeShapeType="1"/>
          </p:cNvSpPr>
          <p:nvPr userDrawn="1"/>
        </p:nvSpPr>
        <p:spPr bwMode="gray">
          <a:xfrm>
            <a:off x="22352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68" name="Line 108"/>
          <p:cNvSpPr>
            <a:spLocks noChangeShapeType="1"/>
          </p:cNvSpPr>
          <p:nvPr userDrawn="1"/>
        </p:nvSpPr>
        <p:spPr bwMode="gray">
          <a:xfrm>
            <a:off x="74168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69" name="Line 111"/>
          <p:cNvSpPr>
            <a:spLocks noChangeShapeType="1"/>
          </p:cNvSpPr>
          <p:nvPr userDrawn="1"/>
        </p:nvSpPr>
        <p:spPr bwMode="gray">
          <a:xfrm>
            <a:off x="102616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70" name="Line 139"/>
          <p:cNvSpPr>
            <a:spLocks noChangeShapeType="1"/>
          </p:cNvSpPr>
          <p:nvPr userDrawn="1"/>
        </p:nvSpPr>
        <p:spPr bwMode="gray">
          <a:xfrm>
            <a:off x="4375151" y="2074863"/>
            <a:ext cx="0" cy="14144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71" name="AutoShape 3"/>
          <p:cNvSpPr>
            <a:spLocks noChangeArrowheads="1"/>
          </p:cNvSpPr>
          <p:nvPr userDrawn="1"/>
        </p:nvSpPr>
        <p:spPr bwMode="gray">
          <a:xfrm>
            <a:off x="603251" y="3413125"/>
            <a:ext cx="10985500" cy="311150"/>
          </a:xfrm>
          <a:prstGeom prst="rightArrow">
            <a:avLst>
              <a:gd name="adj1" fmla="val 52037"/>
              <a:gd name="adj2" fmla="val 96479"/>
            </a:avLst>
          </a:prstGeom>
          <a:solidFill>
            <a:srgbClr val="808080"/>
          </a:solidFill>
          <a:ln>
            <a:noFill/>
          </a:ln>
          <a:extLst>
            <a:ext uri="{91240B29-F687-4F45-9708-019B960494DF}">
              <a14:hiddenLine xmlns:a14="http://schemas.microsoft.com/office/drawing/2010/main" w="12700">
                <a:solidFill>
                  <a:srgbClr val="000000"/>
                </a:solidFill>
                <a:miter lim="800000"/>
                <a:headEnd type="none" w="sm" len="sm"/>
                <a:tailEnd type="none" w="med" len="lg"/>
              </a14:hiddenLine>
            </a:ext>
          </a:extLst>
        </p:spPr>
        <p:txBody>
          <a:bodyPr wrap="none" tIns="91440" bIns="91440" anchor="ctr"/>
          <a:lstStyle>
            <a:lvl1pPr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1pPr>
            <a:lvl2pPr marL="742950" indent="-28575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2pPr>
            <a:lvl3pPr marL="11430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3pPr>
            <a:lvl4pPr marL="16002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4pPr>
            <a:lvl5pPr marL="20574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9pPr>
          </a:lstStyle>
          <a:p>
            <a:pPr eaLnBrk="1" hangingPunct="1"/>
            <a:endParaRPr lang="nl-NL" altLang="en-US" sz="1000" b="1">
              <a:solidFill>
                <a:srgbClr val="4D4D4D"/>
              </a:solidFill>
              <a:latin typeface="Arial" charset="0"/>
            </a:endParaRPr>
          </a:p>
        </p:txBody>
      </p:sp>
      <p:grpSp>
        <p:nvGrpSpPr>
          <p:cNvPr id="72" name="Group 123"/>
          <p:cNvGrpSpPr>
            <a:grpSpLocks/>
          </p:cNvGrpSpPr>
          <p:nvPr userDrawn="1"/>
        </p:nvGrpSpPr>
        <p:grpSpPr bwMode="auto">
          <a:xfrm>
            <a:off x="814918" y="3460751"/>
            <a:ext cx="10358967" cy="182563"/>
            <a:chOff x="289" y="2191"/>
            <a:chExt cx="4894" cy="115"/>
          </a:xfrm>
        </p:grpSpPr>
        <p:grpSp>
          <p:nvGrpSpPr>
            <p:cNvPr id="73" name="Group 44"/>
            <p:cNvGrpSpPr>
              <a:grpSpLocks/>
            </p:cNvGrpSpPr>
            <p:nvPr/>
          </p:nvGrpSpPr>
          <p:grpSpPr bwMode="auto">
            <a:xfrm>
              <a:off x="289" y="2191"/>
              <a:ext cx="1470" cy="115"/>
              <a:chOff x="696" y="2508"/>
              <a:chExt cx="1470" cy="168"/>
            </a:xfrm>
          </p:grpSpPr>
          <p:sp>
            <p:nvSpPr>
              <p:cNvPr id="107" name="Line 45"/>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8" name="Line 46"/>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9" name="Line 47"/>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0" name="Line 48"/>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1" name="Line 49"/>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2" name="Line 50"/>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3" name="Line 51"/>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4" name="Line 52"/>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5" name="Line 53"/>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6" name="Line 54"/>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7" name="Line 55"/>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8" name="Line 56"/>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9" name="Line 57"/>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grpSp>
          <p:nvGrpSpPr>
            <p:cNvPr id="74" name="Group 58"/>
            <p:cNvGrpSpPr>
              <a:grpSpLocks/>
            </p:cNvGrpSpPr>
            <p:nvPr/>
          </p:nvGrpSpPr>
          <p:grpSpPr bwMode="auto">
            <a:xfrm>
              <a:off x="1758" y="2191"/>
              <a:ext cx="1470" cy="115"/>
              <a:chOff x="696" y="2508"/>
              <a:chExt cx="1470" cy="168"/>
            </a:xfrm>
          </p:grpSpPr>
          <p:sp>
            <p:nvSpPr>
              <p:cNvPr id="94" name="Line 59"/>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5" name="Line 60"/>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6" name="Line 61"/>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7" name="Line 62"/>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8" name="Line 63"/>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9" name="Line 64"/>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0" name="Line 65"/>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1" name="Line 66"/>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2" name="Line 67"/>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3" name="Line 68"/>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4" name="Line 69"/>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5" name="Line 70"/>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6" name="Line 71"/>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grpSp>
          <p:nvGrpSpPr>
            <p:cNvPr id="75" name="Group 72"/>
            <p:cNvGrpSpPr>
              <a:grpSpLocks/>
            </p:cNvGrpSpPr>
            <p:nvPr/>
          </p:nvGrpSpPr>
          <p:grpSpPr bwMode="auto">
            <a:xfrm>
              <a:off x="3227" y="2191"/>
              <a:ext cx="1470" cy="115"/>
              <a:chOff x="696" y="2508"/>
              <a:chExt cx="1470" cy="168"/>
            </a:xfrm>
          </p:grpSpPr>
          <p:sp>
            <p:nvSpPr>
              <p:cNvPr id="81" name="Line 73"/>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2" name="Line 74"/>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3" name="Line 75"/>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4" name="Line 76"/>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5" name="Line 77"/>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6" name="Line 78"/>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7" name="Line 79"/>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8" name="Line 80"/>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9" name="Line 81"/>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0" name="Line 82"/>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1" name="Line 83"/>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2" name="Line 84"/>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3" name="Line 85"/>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sp>
          <p:nvSpPr>
            <p:cNvPr id="76" name="Line 90"/>
            <p:cNvSpPr>
              <a:spLocks noChangeShapeType="1"/>
            </p:cNvSpPr>
            <p:nvPr/>
          </p:nvSpPr>
          <p:spPr bwMode="gray">
            <a:xfrm>
              <a:off x="4698" y="2191"/>
              <a:ext cx="0" cy="115"/>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77" name="Line 91"/>
            <p:cNvSpPr>
              <a:spLocks noChangeShapeType="1"/>
            </p:cNvSpPr>
            <p:nvPr/>
          </p:nvSpPr>
          <p:spPr bwMode="gray">
            <a:xfrm>
              <a:off x="4820"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78" name="Line 92"/>
            <p:cNvSpPr>
              <a:spLocks noChangeShapeType="1"/>
            </p:cNvSpPr>
            <p:nvPr/>
          </p:nvSpPr>
          <p:spPr bwMode="gray">
            <a:xfrm>
              <a:off x="494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79" name="Line 93"/>
            <p:cNvSpPr>
              <a:spLocks noChangeShapeType="1"/>
            </p:cNvSpPr>
            <p:nvPr/>
          </p:nvSpPr>
          <p:spPr bwMode="gray">
            <a:xfrm>
              <a:off x="5065"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0" name="Line 122"/>
            <p:cNvSpPr>
              <a:spLocks noChangeShapeType="1"/>
            </p:cNvSpPr>
            <p:nvPr/>
          </p:nvSpPr>
          <p:spPr bwMode="gray">
            <a:xfrm>
              <a:off x="518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sp>
        <p:nvSpPr>
          <p:cNvPr id="248" name="Text Placeholder 246"/>
          <p:cNvSpPr>
            <a:spLocks noGrp="1"/>
          </p:cNvSpPr>
          <p:nvPr>
            <p:ph type="body" sz="quarter" idx="11"/>
          </p:nvPr>
        </p:nvSpPr>
        <p:spPr>
          <a:xfrm>
            <a:off x="3381155" y="12954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43" name="Text Placeholder 142"/>
          <p:cNvSpPr>
            <a:spLocks noGrp="1"/>
          </p:cNvSpPr>
          <p:nvPr>
            <p:ph type="body" sz="quarter" idx="19"/>
          </p:nvPr>
        </p:nvSpPr>
        <p:spPr>
          <a:xfrm>
            <a:off x="1422400" y="3733800"/>
            <a:ext cx="609600" cy="137160"/>
          </a:xfrm>
          <a:prstGeom prst="rect">
            <a:avLst/>
          </a:prstGeom>
          <a:ln>
            <a:noFill/>
          </a:ln>
        </p:spPr>
        <p:txBody>
          <a:bodyPr anchor="ctr"/>
          <a:lstStyle>
            <a:lvl1pPr marL="0" indent="0" algn="ctr">
              <a:spcBef>
                <a:spcPts val="0"/>
              </a:spcBef>
              <a:buNone/>
              <a:defRPr sz="900"/>
            </a:lvl1pPr>
          </a:lstStyle>
          <a:p>
            <a:pPr lvl="0"/>
            <a:r>
              <a:rPr lang="en-US"/>
              <a:t>Click to edit Master text styles</a:t>
            </a:r>
          </a:p>
        </p:txBody>
      </p:sp>
      <p:sp>
        <p:nvSpPr>
          <p:cNvPr id="144" name="Text Placeholder 142"/>
          <p:cNvSpPr>
            <a:spLocks noGrp="1"/>
          </p:cNvSpPr>
          <p:nvPr>
            <p:ph type="body" sz="quarter" idx="20"/>
          </p:nvPr>
        </p:nvSpPr>
        <p:spPr>
          <a:xfrm>
            <a:off x="4775200" y="3733800"/>
            <a:ext cx="609600" cy="137160"/>
          </a:xfrm>
          <a:prstGeom prst="rect">
            <a:avLst/>
          </a:prstGeom>
          <a:ln>
            <a:noFill/>
          </a:ln>
        </p:spPr>
        <p:txBody>
          <a:bodyPr anchor="ctr"/>
          <a:lstStyle>
            <a:lvl1pPr marL="0" indent="0" algn="ctr">
              <a:spcBef>
                <a:spcPts val="0"/>
              </a:spcBef>
              <a:buNone/>
              <a:defRPr sz="900"/>
            </a:lvl1pPr>
          </a:lstStyle>
          <a:p>
            <a:pPr lvl="0"/>
            <a:r>
              <a:rPr lang="en-US"/>
              <a:t>Click to edit Master text styles</a:t>
            </a:r>
          </a:p>
        </p:txBody>
      </p:sp>
      <p:sp>
        <p:nvSpPr>
          <p:cNvPr id="146" name="Text Placeholder 142"/>
          <p:cNvSpPr>
            <a:spLocks noGrp="1"/>
          </p:cNvSpPr>
          <p:nvPr>
            <p:ph type="body" sz="quarter" idx="21"/>
          </p:nvPr>
        </p:nvSpPr>
        <p:spPr>
          <a:xfrm>
            <a:off x="7071360" y="3733800"/>
            <a:ext cx="609600" cy="137160"/>
          </a:xfrm>
          <a:prstGeom prst="rect">
            <a:avLst/>
          </a:prstGeom>
          <a:ln>
            <a:noFill/>
          </a:ln>
        </p:spPr>
        <p:txBody>
          <a:bodyPr anchor="ctr"/>
          <a:lstStyle>
            <a:lvl1pPr marL="0" indent="0" algn="ctr">
              <a:spcBef>
                <a:spcPts val="0"/>
              </a:spcBef>
              <a:buNone/>
              <a:defRPr sz="900"/>
            </a:lvl1pPr>
          </a:lstStyle>
          <a:p>
            <a:pPr lvl="0"/>
            <a:r>
              <a:rPr lang="en-US"/>
              <a:t>Click to edit Master text styles</a:t>
            </a:r>
          </a:p>
        </p:txBody>
      </p:sp>
      <p:sp>
        <p:nvSpPr>
          <p:cNvPr id="147" name="Text Placeholder 142"/>
          <p:cNvSpPr>
            <a:spLocks noGrp="1"/>
          </p:cNvSpPr>
          <p:nvPr>
            <p:ph type="body" sz="quarter" idx="22"/>
          </p:nvPr>
        </p:nvSpPr>
        <p:spPr>
          <a:xfrm>
            <a:off x="9631680" y="3733800"/>
            <a:ext cx="609600" cy="137160"/>
          </a:xfrm>
          <a:prstGeom prst="rect">
            <a:avLst/>
          </a:prstGeom>
          <a:ln>
            <a:noFill/>
          </a:ln>
        </p:spPr>
        <p:txBody>
          <a:bodyPr anchor="ctr"/>
          <a:lstStyle>
            <a:lvl1pPr marL="0" indent="0" algn="ctr">
              <a:spcBef>
                <a:spcPts val="0"/>
              </a:spcBef>
              <a:buNone/>
              <a:defRPr sz="900"/>
            </a:lvl1pPr>
          </a:lstStyle>
          <a:p>
            <a:pPr lvl="0"/>
            <a:r>
              <a:rPr lang="en-US"/>
              <a:t>Click to edit Master text styles</a:t>
            </a:r>
          </a:p>
        </p:txBody>
      </p:sp>
      <p:sp>
        <p:nvSpPr>
          <p:cNvPr id="141"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32" name="Text Placeholder 246"/>
          <p:cNvSpPr>
            <a:spLocks noGrp="1"/>
          </p:cNvSpPr>
          <p:nvPr>
            <p:ph type="body" sz="quarter" idx="23"/>
          </p:nvPr>
        </p:nvSpPr>
        <p:spPr>
          <a:xfrm>
            <a:off x="1219200" y="2133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48" name="Text Placeholder 246"/>
          <p:cNvSpPr>
            <a:spLocks noGrp="1"/>
          </p:cNvSpPr>
          <p:nvPr>
            <p:ph type="body" sz="quarter" idx="24"/>
          </p:nvPr>
        </p:nvSpPr>
        <p:spPr>
          <a:xfrm>
            <a:off x="9245600" y="2133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49" name="Text Placeholder 246"/>
          <p:cNvSpPr>
            <a:spLocks noGrp="1"/>
          </p:cNvSpPr>
          <p:nvPr>
            <p:ph type="body" sz="quarter" idx="25"/>
          </p:nvPr>
        </p:nvSpPr>
        <p:spPr>
          <a:xfrm>
            <a:off x="2032000" y="41148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50" name="Text Placeholder 246"/>
          <p:cNvSpPr>
            <a:spLocks noGrp="1"/>
          </p:cNvSpPr>
          <p:nvPr>
            <p:ph type="body" sz="quarter" idx="26"/>
          </p:nvPr>
        </p:nvSpPr>
        <p:spPr>
          <a:xfrm>
            <a:off x="6400800" y="2133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51" name="Text Placeholder 246"/>
          <p:cNvSpPr>
            <a:spLocks noGrp="1"/>
          </p:cNvSpPr>
          <p:nvPr>
            <p:ph type="body" sz="quarter" idx="27"/>
          </p:nvPr>
        </p:nvSpPr>
        <p:spPr>
          <a:xfrm>
            <a:off x="3556000" y="5181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52" name="Text Placeholder 246"/>
          <p:cNvSpPr>
            <a:spLocks noGrp="1"/>
          </p:cNvSpPr>
          <p:nvPr>
            <p:ph type="body" sz="quarter" idx="28"/>
          </p:nvPr>
        </p:nvSpPr>
        <p:spPr>
          <a:xfrm>
            <a:off x="7988300" y="41148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53" name="Text Placeholder 246"/>
          <p:cNvSpPr>
            <a:spLocks noGrp="1"/>
          </p:cNvSpPr>
          <p:nvPr>
            <p:ph type="body" sz="quarter" idx="29"/>
          </p:nvPr>
        </p:nvSpPr>
        <p:spPr>
          <a:xfrm>
            <a:off x="4876800" y="41148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20" name="Slide Number Placeholder 9"/>
          <p:cNvSpPr>
            <a:spLocks noGrp="1"/>
          </p:cNvSpPr>
          <p:nvPr>
            <p:ph type="sldNum" sz="quarter" idx="30"/>
          </p:nvPr>
        </p:nvSpPr>
        <p:spPr/>
        <p:txBody>
          <a:bodyPr/>
          <a:lstStyle>
            <a:lvl1pPr>
              <a:defRPr/>
            </a:lvl1pPr>
          </a:lstStyle>
          <a:p>
            <a:fld id="{132B4441-E44F-854A-A9C3-46F08E0FCFC7}" type="slidenum">
              <a:rPr lang="en-US" altLang="en-US"/>
              <a:pPr/>
              <a:t>‹#›</a:t>
            </a:fld>
            <a:endParaRPr lang="en-US" altLang="en-US"/>
          </a:p>
        </p:txBody>
      </p:sp>
      <p:sp>
        <p:nvSpPr>
          <p:cNvPr id="121" name="Footer Placeholder 133"/>
          <p:cNvSpPr>
            <a:spLocks noGrp="1"/>
          </p:cNvSpPr>
          <p:nvPr>
            <p:ph type="ftr" sz="quarter" idx="31"/>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131703678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genda / TOC">
    <p:spTree>
      <p:nvGrpSpPr>
        <p:cNvPr id="1" name=""/>
        <p:cNvGrpSpPr/>
        <p:nvPr/>
      </p:nvGrpSpPr>
      <p:grpSpPr>
        <a:xfrm>
          <a:off x="0" y="0"/>
          <a:ext cx="0" cy="0"/>
          <a:chOff x="0" y="0"/>
          <a:chExt cx="0" cy="0"/>
        </a:xfrm>
      </p:grpSpPr>
      <p:sp>
        <p:nvSpPr>
          <p:cNvPr id="28" name="Text Placeholder 27"/>
          <p:cNvSpPr>
            <a:spLocks noGrp="1"/>
          </p:cNvSpPr>
          <p:nvPr>
            <p:ph type="body" sz="quarter" idx="21"/>
          </p:nvPr>
        </p:nvSpPr>
        <p:spPr>
          <a:xfrm>
            <a:off x="1219201" y="1295400"/>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0" name="Text Placeholder 27"/>
          <p:cNvSpPr>
            <a:spLocks noGrp="1"/>
          </p:cNvSpPr>
          <p:nvPr>
            <p:ph type="body" sz="quarter" idx="22"/>
          </p:nvPr>
        </p:nvSpPr>
        <p:spPr>
          <a:xfrm>
            <a:off x="1219201" y="1800013"/>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1" name="Text Placeholder 27"/>
          <p:cNvSpPr>
            <a:spLocks noGrp="1"/>
          </p:cNvSpPr>
          <p:nvPr>
            <p:ph type="body" sz="quarter" idx="23"/>
          </p:nvPr>
        </p:nvSpPr>
        <p:spPr>
          <a:xfrm>
            <a:off x="1219201" y="2304626"/>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2" name="Text Placeholder 27"/>
          <p:cNvSpPr>
            <a:spLocks noGrp="1"/>
          </p:cNvSpPr>
          <p:nvPr>
            <p:ph type="body" sz="quarter" idx="24"/>
          </p:nvPr>
        </p:nvSpPr>
        <p:spPr>
          <a:xfrm>
            <a:off x="1219201" y="2809239"/>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3" name="Text Placeholder 27"/>
          <p:cNvSpPr>
            <a:spLocks noGrp="1"/>
          </p:cNvSpPr>
          <p:nvPr>
            <p:ph type="body" sz="quarter" idx="25"/>
          </p:nvPr>
        </p:nvSpPr>
        <p:spPr>
          <a:xfrm>
            <a:off x="1219201" y="3313852"/>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4" name="Text Placeholder 27"/>
          <p:cNvSpPr>
            <a:spLocks noGrp="1"/>
          </p:cNvSpPr>
          <p:nvPr>
            <p:ph type="body" sz="quarter" idx="26"/>
          </p:nvPr>
        </p:nvSpPr>
        <p:spPr>
          <a:xfrm>
            <a:off x="1219201" y="3818465"/>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5" name="Text Placeholder 27"/>
          <p:cNvSpPr>
            <a:spLocks noGrp="1"/>
          </p:cNvSpPr>
          <p:nvPr>
            <p:ph type="body" sz="quarter" idx="27"/>
          </p:nvPr>
        </p:nvSpPr>
        <p:spPr>
          <a:xfrm>
            <a:off x="1219201" y="4323078"/>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6" name="Text Placeholder 27"/>
          <p:cNvSpPr>
            <a:spLocks noGrp="1"/>
          </p:cNvSpPr>
          <p:nvPr>
            <p:ph type="body" sz="quarter" idx="28"/>
          </p:nvPr>
        </p:nvSpPr>
        <p:spPr>
          <a:xfrm>
            <a:off x="1219201" y="4827691"/>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23" name="Text Placeholder 22"/>
          <p:cNvSpPr>
            <a:spLocks noGrp="1"/>
          </p:cNvSpPr>
          <p:nvPr>
            <p:ph type="body" sz="quarter" idx="29"/>
          </p:nvPr>
        </p:nvSpPr>
        <p:spPr>
          <a:xfrm>
            <a:off x="609600" y="1295400"/>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24" name="Text Placeholder 22"/>
          <p:cNvSpPr>
            <a:spLocks noGrp="1"/>
          </p:cNvSpPr>
          <p:nvPr>
            <p:ph type="body" sz="quarter" idx="30"/>
          </p:nvPr>
        </p:nvSpPr>
        <p:spPr>
          <a:xfrm>
            <a:off x="609600" y="1800013"/>
            <a:ext cx="609600" cy="411480"/>
          </a:xfrm>
          <a:prstGeom prst="rect">
            <a:avLst/>
          </a:prstGeom>
          <a:solidFill>
            <a:srgbClr val="B01C2E"/>
          </a:solidFill>
          <a:ln>
            <a:solidFill>
              <a:srgbClr val="999999"/>
            </a:solidFill>
          </a:ln>
        </p:spPr>
        <p:txBody>
          <a:bodyPr anchor="ctr"/>
          <a:lstStyle>
            <a:lvl1pPr marL="0" marR="0" indent="0" algn="ctr" defTabSz="914400" rtl="0" eaLnBrk="1" fontAlgn="auto" latinLnBrk="0" hangingPunct="1">
              <a:lnSpc>
                <a:spcPct val="100000"/>
              </a:lnSpc>
              <a:spcBef>
                <a:spcPts val="0"/>
              </a:spcBef>
              <a:spcAft>
                <a:spcPts val="0"/>
              </a:spcAft>
              <a:buClrTx/>
              <a:buSzTx/>
              <a:buFont typeface="Arial" pitchFamily="34" charset="0"/>
              <a:buNone/>
              <a:tabLst/>
              <a:defRPr sz="1400" b="1">
                <a:solidFill>
                  <a:srgbClr val="FFFFFF"/>
                </a:solidFill>
              </a:defRPr>
            </a:lvl1pPr>
          </a:lstStyle>
          <a:p>
            <a:pPr lvl="0"/>
            <a:r>
              <a:rPr lang="en-US"/>
              <a:t>Click to edit Master text styles</a:t>
            </a:r>
          </a:p>
        </p:txBody>
      </p:sp>
      <p:sp>
        <p:nvSpPr>
          <p:cNvPr id="27" name="Text Placeholder 22"/>
          <p:cNvSpPr>
            <a:spLocks noGrp="1"/>
          </p:cNvSpPr>
          <p:nvPr>
            <p:ph type="body" sz="quarter" idx="31"/>
          </p:nvPr>
        </p:nvSpPr>
        <p:spPr>
          <a:xfrm>
            <a:off x="609600" y="2304626"/>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29" name="Text Placeholder 22"/>
          <p:cNvSpPr>
            <a:spLocks noGrp="1"/>
          </p:cNvSpPr>
          <p:nvPr>
            <p:ph type="body" sz="quarter" idx="32"/>
          </p:nvPr>
        </p:nvSpPr>
        <p:spPr>
          <a:xfrm>
            <a:off x="609600" y="2809239"/>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37" name="Text Placeholder 22"/>
          <p:cNvSpPr>
            <a:spLocks noGrp="1"/>
          </p:cNvSpPr>
          <p:nvPr>
            <p:ph type="body" sz="quarter" idx="33"/>
          </p:nvPr>
        </p:nvSpPr>
        <p:spPr>
          <a:xfrm>
            <a:off x="609600" y="3313852"/>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38" name="Text Placeholder 22"/>
          <p:cNvSpPr>
            <a:spLocks noGrp="1"/>
          </p:cNvSpPr>
          <p:nvPr>
            <p:ph type="body" sz="quarter" idx="34"/>
          </p:nvPr>
        </p:nvSpPr>
        <p:spPr>
          <a:xfrm>
            <a:off x="609600" y="3818465"/>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39" name="Text Placeholder 22"/>
          <p:cNvSpPr>
            <a:spLocks noGrp="1"/>
          </p:cNvSpPr>
          <p:nvPr>
            <p:ph type="body" sz="quarter" idx="35"/>
          </p:nvPr>
        </p:nvSpPr>
        <p:spPr>
          <a:xfrm>
            <a:off x="609600" y="4323078"/>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40" name="Text Placeholder 22"/>
          <p:cNvSpPr>
            <a:spLocks noGrp="1"/>
          </p:cNvSpPr>
          <p:nvPr>
            <p:ph type="body" sz="quarter" idx="36"/>
          </p:nvPr>
        </p:nvSpPr>
        <p:spPr>
          <a:xfrm>
            <a:off x="609600" y="4827691"/>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21"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2" name="Text Placeholder 22"/>
          <p:cNvSpPr>
            <a:spLocks noGrp="1"/>
          </p:cNvSpPr>
          <p:nvPr>
            <p:ph type="body" sz="quarter" idx="37"/>
          </p:nvPr>
        </p:nvSpPr>
        <p:spPr>
          <a:xfrm>
            <a:off x="10972800" y="1295400"/>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25" name="Text Placeholder 22"/>
          <p:cNvSpPr>
            <a:spLocks noGrp="1"/>
          </p:cNvSpPr>
          <p:nvPr>
            <p:ph type="body" sz="quarter" idx="38"/>
          </p:nvPr>
        </p:nvSpPr>
        <p:spPr>
          <a:xfrm>
            <a:off x="10972800" y="1800013"/>
            <a:ext cx="609600" cy="411480"/>
          </a:xfrm>
          <a:prstGeom prst="rect">
            <a:avLst/>
          </a:prstGeom>
          <a:noFill/>
          <a:ln>
            <a:solidFill>
              <a:srgbClr val="C0C0C0"/>
            </a:solidFill>
          </a:ln>
        </p:spPr>
        <p:txBody>
          <a:bodyPr anchor="ctr"/>
          <a:lstStyle>
            <a:lvl1pPr marL="0" marR="0" indent="0" algn="ctr" defTabSz="914400" rtl="0" eaLnBrk="1" fontAlgn="auto" latinLnBrk="0" hangingPunct="1">
              <a:lnSpc>
                <a:spcPct val="100000"/>
              </a:lnSpc>
              <a:spcBef>
                <a:spcPts val="0"/>
              </a:spcBef>
              <a:spcAft>
                <a:spcPts val="0"/>
              </a:spcAft>
              <a:buClrTx/>
              <a:buSzTx/>
              <a:buFont typeface="Arial" pitchFamily="34" charset="0"/>
              <a:buNone/>
              <a:tabLst/>
              <a:defRPr sz="1200" b="1">
                <a:solidFill>
                  <a:schemeClr val="tx1"/>
                </a:solidFill>
              </a:defRPr>
            </a:lvl1pPr>
          </a:lstStyle>
          <a:p>
            <a:pPr lvl="0"/>
            <a:r>
              <a:rPr lang="en-US"/>
              <a:t>Click to edit Master text styles</a:t>
            </a:r>
          </a:p>
        </p:txBody>
      </p:sp>
      <p:sp>
        <p:nvSpPr>
          <p:cNvPr id="26" name="Text Placeholder 22"/>
          <p:cNvSpPr>
            <a:spLocks noGrp="1"/>
          </p:cNvSpPr>
          <p:nvPr>
            <p:ph type="body" sz="quarter" idx="39"/>
          </p:nvPr>
        </p:nvSpPr>
        <p:spPr>
          <a:xfrm>
            <a:off x="10972800" y="2304626"/>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1" name="Text Placeholder 22"/>
          <p:cNvSpPr>
            <a:spLocks noGrp="1"/>
          </p:cNvSpPr>
          <p:nvPr>
            <p:ph type="body" sz="quarter" idx="40"/>
          </p:nvPr>
        </p:nvSpPr>
        <p:spPr>
          <a:xfrm>
            <a:off x="10972800" y="2809239"/>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2" name="Text Placeholder 22"/>
          <p:cNvSpPr>
            <a:spLocks noGrp="1"/>
          </p:cNvSpPr>
          <p:nvPr>
            <p:ph type="body" sz="quarter" idx="41"/>
          </p:nvPr>
        </p:nvSpPr>
        <p:spPr>
          <a:xfrm>
            <a:off x="10972800" y="3313852"/>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3" name="Text Placeholder 22"/>
          <p:cNvSpPr>
            <a:spLocks noGrp="1"/>
          </p:cNvSpPr>
          <p:nvPr>
            <p:ph type="body" sz="quarter" idx="42"/>
          </p:nvPr>
        </p:nvSpPr>
        <p:spPr>
          <a:xfrm>
            <a:off x="10972800" y="3818465"/>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4" name="Text Placeholder 22"/>
          <p:cNvSpPr>
            <a:spLocks noGrp="1"/>
          </p:cNvSpPr>
          <p:nvPr>
            <p:ph type="body" sz="quarter" idx="43"/>
          </p:nvPr>
        </p:nvSpPr>
        <p:spPr>
          <a:xfrm>
            <a:off x="10972800" y="4323078"/>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5" name="Text Placeholder 22"/>
          <p:cNvSpPr>
            <a:spLocks noGrp="1"/>
          </p:cNvSpPr>
          <p:nvPr>
            <p:ph type="body" sz="quarter" idx="44"/>
          </p:nvPr>
        </p:nvSpPr>
        <p:spPr>
          <a:xfrm>
            <a:off x="10972800" y="4827691"/>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6" name="Text Placeholder 27"/>
          <p:cNvSpPr>
            <a:spLocks noGrp="1"/>
          </p:cNvSpPr>
          <p:nvPr>
            <p:ph type="body" sz="quarter" idx="45"/>
          </p:nvPr>
        </p:nvSpPr>
        <p:spPr>
          <a:xfrm>
            <a:off x="1215702" y="5332304"/>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47" name="Text Placeholder 22"/>
          <p:cNvSpPr>
            <a:spLocks noGrp="1"/>
          </p:cNvSpPr>
          <p:nvPr>
            <p:ph type="body" sz="quarter" idx="46"/>
          </p:nvPr>
        </p:nvSpPr>
        <p:spPr>
          <a:xfrm>
            <a:off x="606100" y="5332304"/>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48" name="Text Placeholder 22"/>
          <p:cNvSpPr>
            <a:spLocks noGrp="1"/>
          </p:cNvSpPr>
          <p:nvPr>
            <p:ph type="body" sz="quarter" idx="47"/>
          </p:nvPr>
        </p:nvSpPr>
        <p:spPr>
          <a:xfrm>
            <a:off x="10969300" y="5332304"/>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9" name="Text Placeholder 27"/>
          <p:cNvSpPr>
            <a:spLocks noGrp="1"/>
          </p:cNvSpPr>
          <p:nvPr>
            <p:ph type="body" sz="quarter" idx="48"/>
          </p:nvPr>
        </p:nvSpPr>
        <p:spPr>
          <a:xfrm>
            <a:off x="1215702" y="5836920"/>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50" name="Text Placeholder 22"/>
          <p:cNvSpPr>
            <a:spLocks noGrp="1"/>
          </p:cNvSpPr>
          <p:nvPr>
            <p:ph type="body" sz="quarter" idx="49"/>
          </p:nvPr>
        </p:nvSpPr>
        <p:spPr>
          <a:xfrm>
            <a:off x="606100" y="5836920"/>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51" name="Text Placeholder 22"/>
          <p:cNvSpPr>
            <a:spLocks noGrp="1"/>
          </p:cNvSpPr>
          <p:nvPr>
            <p:ph type="body" sz="quarter" idx="50"/>
          </p:nvPr>
        </p:nvSpPr>
        <p:spPr>
          <a:xfrm>
            <a:off x="10969300" y="5836920"/>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52" name="Slide Number Placeholder 9"/>
          <p:cNvSpPr>
            <a:spLocks noGrp="1"/>
          </p:cNvSpPr>
          <p:nvPr>
            <p:ph type="sldNum" sz="quarter" idx="51"/>
          </p:nvPr>
        </p:nvSpPr>
        <p:spPr/>
        <p:txBody>
          <a:bodyPr/>
          <a:lstStyle>
            <a:lvl1pPr>
              <a:defRPr/>
            </a:lvl1pPr>
          </a:lstStyle>
          <a:p>
            <a:fld id="{4A9EBD57-3091-C548-9F5E-83F63CC3338F}" type="slidenum">
              <a:rPr lang="en-US" altLang="en-US"/>
              <a:pPr/>
              <a:t>‹#›</a:t>
            </a:fld>
            <a:endParaRPr lang="en-US" altLang="en-US"/>
          </a:p>
        </p:txBody>
      </p:sp>
      <p:sp>
        <p:nvSpPr>
          <p:cNvPr id="53" name="Footer Placeholder 12"/>
          <p:cNvSpPr>
            <a:spLocks noGrp="1"/>
          </p:cNvSpPr>
          <p:nvPr>
            <p:ph type="ftr" sz="quarter" idx="52"/>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44554578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ext Blocks - Major and Sub Points">
    <p:spTree>
      <p:nvGrpSpPr>
        <p:cNvPr id="1" name=""/>
        <p:cNvGrpSpPr/>
        <p:nvPr/>
      </p:nvGrpSpPr>
      <p:grpSpPr>
        <a:xfrm>
          <a:off x="0" y="0"/>
          <a:ext cx="0" cy="0"/>
          <a:chOff x="0" y="0"/>
          <a:chExt cx="0" cy="0"/>
        </a:xfrm>
      </p:grpSpPr>
      <p:sp>
        <p:nvSpPr>
          <p:cNvPr id="16" name="Text Placeholder 15"/>
          <p:cNvSpPr>
            <a:spLocks noGrp="1"/>
          </p:cNvSpPr>
          <p:nvPr>
            <p:ph type="body" sz="quarter" idx="21"/>
          </p:nvPr>
        </p:nvSpPr>
        <p:spPr>
          <a:xfrm>
            <a:off x="609600" y="1335024"/>
            <a:ext cx="1828800" cy="2322576"/>
          </a:xfrm>
          <a:prstGeom prst="rect">
            <a:avLst/>
          </a:prstGeom>
          <a:solidFill>
            <a:srgbClr val="B01C2E"/>
          </a:solidFill>
        </p:spPr>
        <p:txBody>
          <a:bodyPr anchor="ctr"/>
          <a:lstStyle>
            <a:lvl1pPr marL="0" indent="0">
              <a:buNone/>
              <a:defRPr sz="1200" b="1">
                <a:solidFill>
                  <a:schemeClr val="bg1"/>
                </a:solidFill>
              </a:defRPr>
            </a:lvl1pPr>
          </a:lstStyle>
          <a:p>
            <a:pPr lvl="0"/>
            <a:r>
              <a:rPr lang="en-US"/>
              <a:t>Click to edit Master text styles</a:t>
            </a:r>
          </a:p>
        </p:txBody>
      </p:sp>
      <p:sp>
        <p:nvSpPr>
          <p:cNvPr id="17" name="Text Placeholder 15"/>
          <p:cNvSpPr>
            <a:spLocks noGrp="1"/>
          </p:cNvSpPr>
          <p:nvPr>
            <p:ph type="body" sz="quarter" idx="22"/>
          </p:nvPr>
        </p:nvSpPr>
        <p:spPr>
          <a:xfrm>
            <a:off x="609600" y="3744363"/>
            <a:ext cx="1828800" cy="2322576"/>
          </a:xfrm>
          <a:prstGeom prst="rect">
            <a:avLst/>
          </a:prstGeom>
          <a:solidFill>
            <a:srgbClr val="B01C2E"/>
          </a:solidFill>
        </p:spPr>
        <p:txBody>
          <a:bodyPr anchor="ctr"/>
          <a:lstStyle>
            <a:lvl1pPr marL="0" indent="0">
              <a:buNone/>
              <a:defRPr sz="1200" b="1">
                <a:solidFill>
                  <a:schemeClr val="bg1"/>
                </a:solidFill>
              </a:defRPr>
            </a:lvl1pPr>
          </a:lstStyle>
          <a:p>
            <a:pPr lvl="0"/>
            <a:r>
              <a:rPr lang="en-US"/>
              <a:t>Click to edit Master text styles</a:t>
            </a:r>
          </a:p>
        </p:txBody>
      </p:sp>
      <p:sp>
        <p:nvSpPr>
          <p:cNvPr id="18" name="Text Placeholder 15"/>
          <p:cNvSpPr>
            <a:spLocks noGrp="1"/>
          </p:cNvSpPr>
          <p:nvPr>
            <p:ph type="body" sz="quarter" idx="23"/>
          </p:nvPr>
        </p:nvSpPr>
        <p:spPr>
          <a:xfrm>
            <a:off x="2540000" y="1348565"/>
            <a:ext cx="1219200" cy="777240"/>
          </a:xfrm>
          <a:prstGeom prst="rect">
            <a:avLst/>
          </a:prstGeom>
          <a:solidFill>
            <a:srgbClr val="8E8E8E"/>
          </a:solidFill>
          <a:ln>
            <a:solidFill>
              <a:srgbClr val="8E8E8E"/>
            </a:solidFill>
          </a:ln>
        </p:spPr>
        <p:txBody>
          <a:bodyPr rIns="45720" anchor="ctr"/>
          <a:lstStyle>
            <a:lvl1pPr marL="0" indent="0">
              <a:buNone/>
              <a:defRPr sz="1200" b="1">
                <a:solidFill>
                  <a:schemeClr val="bg1"/>
                </a:solidFill>
              </a:defRPr>
            </a:lvl1pPr>
          </a:lstStyle>
          <a:p>
            <a:pPr lvl="0"/>
            <a:r>
              <a:rPr lang="en-US"/>
              <a:t>Click to edit Master text styles</a:t>
            </a:r>
          </a:p>
        </p:txBody>
      </p:sp>
      <p:sp>
        <p:nvSpPr>
          <p:cNvPr id="19" name="Text Placeholder 15"/>
          <p:cNvSpPr>
            <a:spLocks noGrp="1"/>
          </p:cNvSpPr>
          <p:nvPr>
            <p:ph type="body" sz="quarter" idx="24"/>
          </p:nvPr>
        </p:nvSpPr>
        <p:spPr>
          <a:xfrm>
            <a:off x="2540000" y="3763963"/>
            <a:ext cx="1219200" cy="777240"/>
          </a:xfrm>
          <a:prstGeom prst="rect">
            <a:avLst/>
          </a:prstGeom>
          <a:solidFill>
            <a:srgbClr val="8E8E8E"/>
          </a:solidFill>
          <a:ln>
            <a:solidFill>
              <a:srgbClr val="8E8E8E"/>
            </a:solidFill>
          </a:ln>
        </p:spPr>
        <p:txBody>
          <a:bodyPr rIns="45720" anchor="ctr"/>
          <a:lstStyle>
            <a:lvl1pPr marL="0" indent="0">
              <a:buNone/>
              <a:defRPr sz="1200" b="1">
                <a:solidFill>
                  <a:schemeClr val="bg1"/>
                </a:solidFill>
              </a:defRPr>
            </a:lvl1pPr>
          </a:lstStyle>
          <a:p>
            <a:pPr lvl="0"/>
            <a:r>
              <a:rPr lang="en-US"/>
              <a:t>Click to edit Master text styles</a:t>
            </a:r>
          </a:p>
        </p:txBody>
      </p:sp>
      <p:sp>
        <p:nvSpPr>
          <p:cNvPr id="20" name="Text Placeholder 15"/>
          <p:cNvSpPr>
            <a:spLocks noGrp="1"/>
          </p:cNvSpPr>
          <p:nvPr>
            <p:ph type="body" sz="quarter" idx="25"/>
          </p:nvPr>
        </p:nvSpPr>
        <p:spPr>
          <a:xfrm>
            <a:off x="2540000" y="2199167"/>
            <a:ext cx="1219200" cy="1463040"/>
          </a:xfrm>
          <a:prstGeom prst="rect">
            <a:avLst/>
          </a:prstGeom>
          <a:solidFill>
            <a:srgbClr val="8E8E8E"/>
          </a:solidFill>
          <a:ln>
            <a:solidFill>
              <a:srgbClr val="8E8E8E"/>
            </a:solidFill>
          </a:ln>
        </p:spPr>
        <p:txBody>
          <a:bodyPr rIns="45720" anchor="ctr"/>
          <a:lstStyle>
            <a:lvl1pPr marL="0" indent="0">
              <a:buNone/>
              <a:defRPr sz="1200" b="1">
                <a:solidFill>
                  <a:schemeClr val="bg1"/>
                </a:solidFill>
              </a:defRPr>
            </a:lvl1pPr>
          </a:lstStyle>
          <a:p>
            <a:pPr lvl="0"/>
            <a:r>
              <a:rPr lang="en-US"/>
              <a:t>Click to edit Master text styles</a:t>
            </a:r>
          </a:p>
        </p:txBody>
      </p:sp>
      <p:sp>
        <p:nvSpPr>
          <p:cNvPr id="21" name="Text Placeholder 15"/>
          <p:cNvSpPr>
            <a:spLocks noGrp="1"/>
          </p:cNvSpPr>
          <p:nvPr>
            <p:ph type="body" sz="quarter" idx="26"/>
          </p:nvPr>
        </p:nvSpPr>
        <p:spPr>
          <a:xfrm>
            <a:off x="2540000" y="4619625"/>
            <a:ext cx="1219200" cy="1463040"/>
          </a:xfrm>
          <a:prstGeom prst="rect">
            <a:avLst/>
          </a:prstGeom>
          <a:solidFill>
            <a:srgbClr val="8E8E8E"/>
          </a:solidFill>
          <a:ln>
            <a:solidFill>
              <a:srgbClr val="8E8E8E"/>
            </a:solidFill>
          </a:ln>
        </p:spPr>
        <p:txBody>
          <a:bodyPr rIns="45720" anchor="ctr"/>
          <a:lstStyle>
            <a:lvl1pPr marL="0" indent="0">
              <a:buNone/>
              <a:defRPr sz="1200" b="1">
                <a:solidFill>
                  <a:schemeClr val="bg1"/>
                </a:solidFill>
              </a:defRPr>
            </a:lvl1pPr>
          </a:lstStyle>
          <a:p>
            <a:pPr lvl="0"/>
            <a:r>
              <a:rPr lang="en-US"/>
              <a:t>Click to edit Master text styles</a:t>
            </a:r>
          </a:p>
        </p:txBody>
      </p:sp>
      <p:sp>
        <p:nvSpPr>
          <p:cNvPr id="14"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3759200" y="1348565"/>
            <a:ext cx="7827264" cy="777240"/>
          </a:xfrm>
          <a:prstGeom prst="rect">
            <a:avLst/>
          </a:prstGeom>
          <a:solidFill>
            <a:srgbClr val="FFFFFF"/>
          </a:solidFill>
          <a:ln>
            <a:solidFill>
              <a:srgbClr val="C0C0C0"/>
            </a:solidFill>
          </a:ln>
        </p:spPr>
        <p:txBody>
          <a:bodyPr lIns="91440"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22" name="Text Placeholder 5"/>
          <p:cNvSpPr>
            <a:spLocks noGrp="1"/>
          </p:cNvSpPr>
          <p:nvPr>
            <p:ph type="body" sz="quarter" idx="32"/>
          </p:nvPr>
        </p:nvSpPr>
        <p:spPr>
          <a:xfrm>
            <a:off x="3759200" y="3763963"/>
            <a:ext cx="7827264" cy="777240"/>
          </a:xfrm>
          <a:prstGeom prst="rect">
            <a:avLst/>
          </a:prstGeom>
          <a:solidFill>
            <a:srgbClr val="FFFFFF"/>
          </a:solidFill>
          <a:ln>
            <a:solidFill>
              <a:srgbClr val="C0C0C0"/>
            </a:solidFill>
          </a:ln>
        </p:spPr>
        <p:txBody>
          <a:bodyPr lIns="91440"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26" name="Text Placeholder 5"/>
          <p:cNvSpPr>
            <a:spLocks noGrp="1"/>
          </p:cNvSpPr>
          <p:nvPr>
            <p:ph type="body" sz="quarter" idx="33"/>
          </p:nvPr>
        </p:nvSpPr>
        <p:spPr>
          <a:xfrm>
            <a:off x="3759200" y="2199167"/>
            <a:ext cx="7827264" cy="1463040"/>
          </a:xfrm>
          <a:prstGeom prst="rect">
            <a:avLst/>
          </a:prstGeom>
          <a:solidFill>
            <a:srgbClr val="FFFFFF"/>
          </a:solidFill>
          <a:ln>
            <a:solidFill>
              <a:srgbClr val="C0C0C0"/>
            </a:solidFill>
          </a:ln>
        </p:spPr>
        <p:txBody>
          <a:bodyPr lIns="91440"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28" name="Text Placeholder 5"/>
          <p:cNvSpPr>
            <a:spLocks noGrp="1"/>
          </p:cNvSpPr>
          <p:nvPr>
            <p:ph type="body" sz="quarter" idx="34"/>
          </p:nvPr>
        </p:nvSpPr>
        <p:spPr>
          <a:xfrm>
            <a:off x="3759200" y="4619625"/>
            <a:ext cx="7827264" cy="1463040"/>
          </a:xfrm>
          <a:prstGeom prst="rect">
            <a:avLst/>
          </a:prstGeom>
          <a:solidFill>
            <a:srgbClr val="FFFFFF"/>
          </a:solidFill>
          <a:ln>
            <a:solidFill>
              <a:srgbClr val="C0C0C0"/>
            </a:solidFill>
          </a:ln>
        </p:spPr>
        <p:txBody>
          <a:bodyPr lIns="91440"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3" name="Slide Number Placeholder 9"/>
          <p:cNvSpPr>
            <a:spLocks noGrp="1"/>
          </p:cNvSpPr>
          <p:nvPr>
            <p:ph type="sldNum" sz="quarter" idx="35"/>
          </p:nvPr>
        </p:nvSpPr>
        <p:spPr/>
        <p:txBody>
          <a:bodyPr/>
          <a:lstStyle>
            <a:lvl1pPr>
              <a:defRPr/>
            </a:lvl1pPr>
          </a:lstStyle>
          <a:p>
            <a:fld id="{1622A13A-1CFD-CA4E-A8DD-C641C07281EA}" type="slidenum">
              <a:rPr lang="en-US" altLang="en-US"/>
              <a:pPr/>
              <a:t>‹#›</a:t>
            </a:fld>
            <a:endParaRPr lang="en-US" altLang="en-US"/>
          </a:p>
        </p:txBody>
      </p:sp>
      <p:sp>
        <p:nvSpPr>
          <p:cNvPr id="23" name="Footer Placeholder 12"/>
          <p:cNvSpPr>
            <a:spLocks noGrp="1"/>
          </p:cNvSpPr>
          <p:nvPr>
            <p:ph type="ftr" sz="quarter" idx="36"/>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174447638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nsequences Vertical 2">
    <p:spTree>
      <p:nvGrpSpPr>
        <p:cNvPr id="1" name=""/>
        <p:cNvGrpSpPr/>
        <p:nvPr/>
      </p:nvGrpSpPr>
      <p:grpSpPr>
        <a:xfrm>
          <a:off x="0" y="0"/>
          <a:ext cx="0" cy="0"/>
          <a:chOff x="0" y="0"/>
          <a:chExt cx="0" cy="0"/>
        </a:xfrm>
      </p:grpSpPr>
      <p:sp>
        <p:nvSpPr>
          <p:cNvPr id="7" name="Freeform 4"/>
          <p:cNvSpPr>
            <a:spLocks/>
          </p:cNvSpPr>
          <p:nvPr userDrawn="1"/>
        </p:nvSpPr>
        <p:spPr bwMode="auto">
          <a:xfrm>
            <a:off x="6195484" y="1914525"/>
            <a:ext cx="4876800" cy="4184650"/>
          </a:xfrm>
          <a:custGeom>
            <a:avLst/>
            <a:gdLst>
              <a:gd name="T0" fmla="*/ 2147483647 w 2475"/>
              <a:gd name="T1" fmla="*/ 2147483647 h 2469"/>
              <a:gd name="T2" fmla="*/ 2147483647 w 2475"/>
              <a:gd name="T3" fmla="*/ 0 h 2469"/>
              <a:gd name="T4" fmla="*/ 2147483647 w 2475"/>
              <a:gd name="T5" fmla="*/ 2147483647 h 2469"/>
              <a:gd name="T6" fmla="*/ 0 w 2475"/>
              <a:gd name="T7" fmla="*/ 2147483647 h 2469"/>
              <a:gd name="T8" fmla="*/ 0 w 2475"/>
              <a:gd name="T9" fmla="*/ 0 h 2469"/>
              <a:gd name="T10" fmla="*/ 2147483647 w 2475"/>
              <a:gd name="T11" fmla="*/ 2147483647 h 2469"/>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475" h="2469">
                <a:moveTo>
                  <a:pt x="1235" y="147"/>
                </a:moveTo>
                <a:lnTo>
                  <a:pt x="2475" y="0"/>
                </a:lnTo>
                <a:lnTo>
                  <a:pt x="2475" y="2469"/>
                </a:lnTo>
                <a:lnTo>
                  <a:pt x="0" y="2469"/>
                </a:lnTo>
                <a:lnTo>
                  <a:pt x="0" y="0"/>
                </a:lnTo>
                <a:lnTo>
                  <a:pt x="1235" y="147"/>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lIns="182880" tIns="365760" rIns="182880" bIns="182880"/>
          <a:lstStyle/>
          <a:p>
            <a:endParaRPr lang="en-US" sz="1800"/>
          </a:p>
        </p:txBody>
      </p:sp>
      <p:sp>
        <p:nvSpPr>
          <p:cNvPr id="8" name="Freeform 4"/>
          <p:cNvSpPr>
            <a:spLocks/>
          </p:cNvSpPr>
          <p:nvPr userDrawn="1"/>
        </p:nvSpPr>
        <p:spPr bwMode="auto">
          <a:xfrm>
            <a:off x="1003300" y="1914525"/>
            <a:ext cx="4876800" cy="4184650"/>
          </a:xfrm>
          <a:custGeom>
            <a:avLst/>
            <a:gdLst>
              <a:gd name="T0" fmla="*/ 2147483647 w 2475"/>
              <a:gd name="T1" fmla="*/ 2147483647 h 2469"/>
              <a:gd name="T2" fmla="*/ 2147483647 w 2475"/>
              <a:gd name="T3" fmla="*/ 0 h 2469"/>
              <a:gd name="T4" fmla="*/ 2147483647 w 2475"/>
              <a:gd name="T5" fmla="*/ 2147483647 h 2469"/>
              <a:gd name="T6" fmla="*/ 0 w 2475"/>
              <a:gd name="T7" fmla="*/ 2147483647 h 2469"/>
              <a:gd name="T8" fmla="*/ 0 w 2475"/>
              <a:gd name="T9" fmla="*/ 0 h 2469"/>
              <a:gd name="T10" fmla="*/ 2147483647 w 2475"/>
              <a:gd name="T11" fmla="*/ 2147483647 h 2469"/>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475" h="2469">
                <a:moveTo>
                  <a:pt x="1235" y="147"/>
                </a:moveTo>
                <a:lnTo>
                  <a:pt x="2475" y="0"/>
                </a:lnTo>
                <a:lnTo>
                  <a:pt x="2475" y="2469"/>
                </a:lnTo>
                <a:lnTo>
                  <a:pt x="0" y="2469"/>
                </a:lnTo>
                <a:lnTo>
                  <a:pt x="0" y="0"/>
                </a:lnTo>
                <a:lnTo>
                  <a:pt x="1235" y="147"/>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lIns="182880" tIns="365760" rIns="182880" bIns="182880"/>
          <a:lstStyle/>
          <a:p>
            <a:endParaRPr lang="en-US" sz="1800"/>
          </a:p>
        </p:txBody>
      </p:sp>
      <p:sp>
        <p:nvSpPr>
          <p:cNvPr id="9" name="Text Placeholder 8"/>
          <p:cNvSpPr>
            <a:spLocks noGrp="1"/>
          </p:cNvSpPr>
          <p:nvPr>
            <p:ph type="body" sz="quarter" idx="21"/>
          </p:nvPr>
        </p:nvSpPr>
        <p:spPr>
          <a:xfrm rot="5400000">
            <a:off x="3122762" y="-699446"/>
            <a:ext cx="636898" cy="4876800"/>
          </a:xfrm>
          <a:prstGeom prst="homePlate">
            <a:avLst>
              <a:gd name="adj" fmla="val 35000"/>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12" name="Text Placeholder 8"/>
          <p:cNvSpPr>
            <a:spLocks noGrp="1"/>
          </p:cNvSpPr>
          <p:nvPr>
            <p:ph type="body" sz="quarter" idx="25"/>
          </p:nvPr>
        </p:nvSpPr>
        <p:spPr>
          <a:xfrm rot="5400000">
            <a:off x="8315844" y="-699446"/>
            <a:ext cx="636898" cy="4876800"/>
          </a:xfrm>
          <a:prstGeom prst="homePlate">
            <a:avLst>
              <a:gd name="adj" fmla="val 35000"/>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1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3" name="Text Placeholder 5"/>
          <p:cNvSpPr>
            <a:spLocks noGrp="1"/>
          </p:cNvSpPr>
          <p:nvPr>
            <p:ph type="body" sz="quarter" idx="31"/>
          </p:nvPr>
        </p:nvSpPr>
        <p:spPr>
          <a:xfrm>
            <a:off x="1002811" y="2282953"/>
            <a:ext cx="4876800" cy="3813048"/>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5" name="Text Placeholder 5"/>
          <p:cNvSpPr>
            <a:spLocks noGrp="1"/>
          </p:cNvSpPr>
          <p:nvPr>
            <p:ph type="body" sz="quarter" idx="32"/>
          </p:nvPr>
        </p:nvSpPr>
        <p:spPr>
          <a:xfrm>
            <a:off x="6195893" y="2282953"/>
            <a:ext cx="4876800" cy="3813048"/>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vl6pPr marL="1143000">
              <a:buClr>
                <a:srgbClr val="B01C2E"/>
              </a:buClr>
              <a:buFont typeface="Arial" pitchFamily="34" charset="0"/>
              <a:buChar char="–"/>
              <a:defRPr sz="1200"/>
            </a:lvl6pPr>
          </a:lstStyle>
          <a:p>
            <a:pPr lvl="0"/>
            <a:r>
              <a:rPr lang="en-US"/>
              <a:t>Click to edit Master text styles</a:t>
            </a:r>
          </a:p>
        </p:txBody>
      </p:sp>
      <p:sp>
        <p:nvSpPr>
          <p:cNvPr id="11" name="Slide Number Placeholder 9"/>
          <p:cNvSpPr>
            <a:spLocks noGrp="1"/>
          </p:cNvSpPr>
          <p:nvPr>
            <p:ph type="sldNum" sz="quarter" idx="33"/>
          </p:nvPr>
        </p:nvSpPr>
        <p:spPr/>
        <p:txBody>
          <a:bodyPr/>
          <a:lstStyle>
            <a:lvl1pPr>
              <a:defRPr/>
            </a:lvl1pPr>
          </a:lstStyle>
          <a:p>
            <a:fld id="{9B3A2EF8-18A0-3548-8284-3CDE95E84B95}" type="slidenum">
              <a:rPr lang="en-US" altLang="en-US"/>
              <a:pPr/>
              <a:t>‹#›</a:t>
            </a:fld>
            <a:endParaRPr lang="en-US" altLang="en-US"/>
          </a:p>
        </p:txBody>
      </p:sp>
      <p:sp>
        <p:nvSpPr>
          <p:cNvPr id="14" name="Footer Placeholder 10"/>
          <p:cNvSpPr>
            <a:spLocks noGrp="1"/>
          </p:cNvSpPr>
          <p:nvPr>
            <p:ph type="ftr" sz="quarter" idx="34"/>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32402631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onsequences Vertical 4">
    <p:spTree>
      <p:nvGrpSpPr>
        <p:cNvPr id="1" name=""/>
        <p:cNvGrpSpPr/>
        <p:nvPr/>
      </p:nvGrpSpPr>
      <p:grpSpPr>
        <a:xfrm>
          <a:off x="0" y="0"/>
          <a:ext cx="0" cy="0"/>
          <a:chOff x="0" y="0"/>
          <a:chExt cx="0" cy="0"/>
        </a:xfrm>
      </p:grpSpPr>
      <p:sp>
        <p:nvSpPr>
          <p:cNvPr id="11" name="Freeform 4"/>
          <p:cNvSpPr>
            <a:spLocks/>
          </p:cNvSpPr>
          <p:nvPr userDrawn="1"/>
        </p:nvSpPr>
        <p:spPr bwMode="auto">
          <a:xfrm>
            <a:off x="588434" y="1911351"/>
            <a:ext cx="2561167"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74320" bIns="91440"/>
          <a:lstStyle/>
          <a:p>
            <a:endParaRPr lang="en-US" sz="1800"/>
          </a:p>
        </p:txBody>
      </p:sp>
      <p:sp>
        <p:nvSpPr>
          <p:cNvPr id="12" name="Freeform 4"/>
          <p:cNvSpPr>
            <a:spLocks/>
          </p:cNvSpPr>
          <p:nvPr userDrawn="1"/>
        </p:nvSpPr>
        <p:spPr bwMode="auto">
          <a:xfrm>
            <a:off x="3403600" y="1911351"/>
            <a:ext cx="2559051"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74320" bIns="91440"/>
          <a:lstStyle/>
          <a:p>
            <a:endParaRPr lang="en-US" sz="1800"/>
          </a:p>
        </p:txBody>
      </p:sp>
      <p:sp>
        <p:nvSpPr>
          <p:cNvPr id="13" name="Freeform 4"/>
          <p:cNvSpPr>
            <a:spLocks/>
          </p:cNvSpPr>
          <p:nvPr userDrawn="1"/>
        </p:nvSpPr>
        <p:spPr bwMode="auto">
          <a:xfrm>
            <a:off x="6197601" y="1911351"/>
            <a:ext cx="2561167"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74320" bIns="91440"/>
          <a:lstStyle/>
          <a:p>
            <a:endParaRPr lang="en-US" sz="1800"/>
          </a:p>
        </p:txBody>
      </p:sp>
      <p:sp>
        <p:nvSpPr>
          <p:cNvPr id="14" name="Freeform 4"/>
          <p:cNvSpPr>
            <a:spLocks/>
          </p:cNvSpPr>
          <p:nvPr userDrawn="1"/>
        </p:nvSpPr>
        <p:spPr bwMode="auto">
          <a:xfrm>
            <a:off x="9027585" y="1911351"/>
            <a:ext cx="2561167"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74320" bIns="91440"/>
          <a:lstStyle/>
          <a:p>
            <a:endParaRPr lang="en-US" sz="1800"/>
          </a:p>
        </p:txBody>
      </p:sp>
      <p:sp>
        <p:nvSpPr>
          <p:cNvPr id="17" name="Text Placeholder 8"/>
          <p:cNvSpPr>
            <a:spLocks noGrp="1"/>
          </p:cNvSpPr>
          <p:nvPr>
            <p:ph type="body" sz="quarter" idx="21"/>
          </p:nvPr>
        </p:nvSpPr>
        <p:spPr>
          <a:xfrm rot="5400000">
            <a:off x="1563115" y="473964"/>
            <a:ext cx="612648" cy="2560320"/>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22" name="Text Placeholder 8"/>
          <p:cNvSpPr>
            <a:spLocks noGrp="1"/>
          </p:cNvSpPr>
          <p:nvPr>
            <p:ph type="body" sz="quarter" idx="27"/>
          </p:nvPr>
        </p:nvSpPr>
        <p:spPr>
          <a:xfrm rot="5400000">
            <a:off x="4377013" y="473964"/>
            <a:ext cx="612648" cy="2560320"/>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23" name="Text Placeholder 8"/>
          <p:cNvSpPr>
            <a:spLocks noGrp="1"/>
          </p:cNvSpPr>
          <p:nvPr>
            <p:ph type="body" sz="quarter" idx="28"/>
          </p:nvPr>
        </p:nvSpPr>
        <p:spPr>
          <a:xfrm rot="5400000">
            <a:off x="7171436" y="473964"/>
            <a:ext cx="612648" cy="2560320"/>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24" name="Text Placeholder 8"/>
          <p:cNvSpPr>
            <a:spLocks noGrp="1"/>
          </p:cNvSpPr>
          <p:nvPr>
            <p:ph type="body" sz="quarter" idx="29"/>
          </p:nvPr>
        </p:nvSpPr>
        <p:spPr>
          <a:xfrm rot="5400000">
            <a:off x="10002267" y="473964"/>
            <a:ext cx="612648" cy="2560320"/>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16"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8" name="Text Placeholder 5"/>
          <p:cNvSpPr>
            <a:spLocks noGrp="1"/>
          </p:cNvSpPr>
          <p:nvPr>
            <p:ph type="body" sz="quarter" idx="31"/>
          </p:nvPr>
        </p:nvSpPr>
        <p:spPr>
          <a:xfrm>
            <a:off x="589279" y="2155123"/>
            <a:ext cx="2560320" cy="3959352"/>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9" name="Text Placeholder 5"/>
          <p:cNvSpPr>
            <a:spLocks noGrp="1"/>
          </p:cNvSpPr>
          <p:nvPr>
            <p:ph type="body" sz="quarter" idx="32"/>
          </p:nvPr>
        </p:nvSpPr>
        <p:spPr>
          <a:xfrm>
            <a:off x="3403177" y="2155123"/>
            <a:ext cx="2560320" cy="3959352"/>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20" name="Text Placeholder 5"/>
          <p:cNvSpPr>
            <a:spLocks noGrp="1"/>
          </p:cNvSpPr>
          <p:nvPr>
            <p:ph type="body" sz="quarter" idx="33"/>
          </p:nvPr>
        </p:nvSpPr>
        <p:spPr>
          <a:xfrm>
            <a:off x="6197600" y="2155123"/>
            <a:ext cx="2560320" cy="3959352"/>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25" name="Text Placeholder 5"/>
          <p:cNvSpPr>
            <a:spLocks noGrp="1"/>
          </p:cNvSpPr>
          <p:nvPr>
            <p:ph type="body" sz="quarter" idx="34"/>
          </p:nvPr>
        </p:nvSpPr>
        <p:spPr>
          <a:xfrm>
            <a:off x="9028431" y="2155123"/>
            <a:ext cx="2560320" cy="3959352"/>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5" name="Slide Number Placeholder 9"/>
          <p:cNvSpPr>
            <a:spLocks noGrp="1"/>
          </p:cNvSpPr>
          <p:nvPr>
            <p:ph type="sldNum" sz="quarter" idx="35"/>
          </p:nvPr>
        </p:nvSpPr>
        <p:spPr/>
        <p:txBody>
          <a:bodyPr/>
          <a:lstStyle>
            <a:lvl1pPr>
              <a:defRPr/>
            </a:lvl1pPr>
          </a:lstStyle>
          <a:p>
            <a:fld id="{6D75ED15-758A-614E-A17B-56CD5E692F69}" type="slidenum">
              <a:rPr lang="en-US" altLang="en-US"/>
              <a:pPr/>
              <a:t>‹#›</a:t>
            </a:fld>
            <a:endParaRPr lang="en-US" altLang="en-US"/>
          </a:p>
        </p:txBody>
      </p:sp>
      <p:sp>
        <p:nvSpPr>
          <p:cNvPr id="21" name="Footer Placeholder 20"/>
          <p:cNvSpPr>
            <a:spLocks noGrp="1"/>
          </p:cNvSpPr>
          <p:nvPr>
            <p:ph type="ftr" sz="quarter" idx="36"/>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25252670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Project">
    <p:spTree>
      <p:nvGrpSpPr>
        <p:cNvPr id="1" name=""/>
        <p:cNvGrpSpPr/>
        <p:nvPr/>
      </p:nvGrpSpPr>
      <p:grpSpPr>
        <a:xfrm>
          <a:off x="0" y="0"/>
          <a:ext cx="0" cy="0"/>
          <a:chOff x="0" y="0"/>
          <a:chExt cx="0" cy="0"/>
        </a:xfrm>
      </p:grpSpPr>
      <p:sp>
        <p:nvSpPr>
          <p:cNvPr id="20" name="Text Placeholder 12"/>
          <p:cNvSpPr>
            <a:spLocks noGrp="1"/>
          </p:cNvSpPr>
          <p:nvPr>
            <p:ph type="body" sz="quarter" idx="12"/>
          </p:nvPr>
        </p:nvSpPr>
        <p:spPr>
          <a:xfrm>
            <a:off x="451104" y="1450181"/>
            <a:ext cx="3462528" cy="457200"/>
          </a:xfrm>
          <a:prstGeom prst="homePlate">
            <a:avLst>
              <a:gd name="adj" fmla="val 33316"/>
            </a:avLst>
          </a:prstGeom>
          <a:solidFill>
            <a:srgbClr val="B01C2E"/>
          </a:solidFill>
          <a:ln w="6350">
            <a:solidFill>
              <a:srgbClr val="A9A9A9"/>
            </a:solidFill>
          </a:ln>
        </p:spPr>
        <p:txBody>
          <a:bodyPr lIns="137160" tIns="137160" rIns="274320" bIns="137160" anchor="ctr"/>
          <a:lstStyle>
            <a:lvl1pPr marL="0" indent="0" algn="l">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11" name="Text Placeholder 13"/>
          <p:cNvSpPr>
            <a:spLocks noGrp="1"/>
          </p:cNvSpPr>
          <p:nvPr>
            <p:ph type="body" sz="quarter" idx="17"/>
          </p:nvPr>
        </p:nvSpPr>
        <p:spPr>
          <a:xfrm>
            <a:off x="4364739" y="1447805"/>
            <a:ext cx="3534833" cy="461963"/>
          </a:xfrm>
          <a:prstGeom prst="chevron">
            <a:avLst>
              <a:gd name="adj" fmla="val 34831"/>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12" name="Text Placeholder 13"/>
          <p:cNvSpPr>
            <a:spLocks noGrp="1"/>
          </p:cNvSpPr>
          <p:nvPr>
            <p:ph type="body" sz="quarter" idx="29"/>
          </p:nvPr>
        </p:nvSpPr>
        <p:spPr>
          <a:xfrm>
            <a:off x="8278372" y="1447805"/>
            <a:ext cx="3534833" cy="461963"/>
          </a:xfrm>
          <a:prstGeom prst="chevron">
            <a:avLst>
              <a:gd name="adj" fmla="val 34831"/>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1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7" name="Text Placeholder 5"/>
          <p:cNvSpPr>
            <a:spLocks noGrp="1"/>
          </p:cNvSpPr>
          <p:nvPr>
            <p:ph type="body" sz="quarter" idx="31"/>
          </p:nvPr>
        </p:nvSpPr>
        <p:spPr>
          <a:xfrm>
            <a:off x="4364736" y="2057400"/>
            <a:ext cx="3364992" cy="3108960"/>
          </a:xfrm>
          <a:prstGeom prst="rect">
            <a:avLst/>
          </a:prstGeom>
          <a:solidFill>
            <a:srgbClr val="FFFFFF"/>
          </a:solidFill>
          <a:ln>
            <a:solidFill>
              <a:srgbClr val="C0C0C0"/>
            </a:solid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8" name="Text Placeholder 5"/>
          <p:cNvSpPr>
            <a:spLocks noGrp="1"/>
          </p:cNvSpPr>
          <p:nvPr>
            <p:ph type="body" sz="quarter" idx="32"/>
          </p:nvPr>
        </p:nvSpPr>
        <p:spPr>
          <a:xfrm>
            <a:off x="8278368" y="2057400"/>
            <a:ext cx="3364992" cy="3108960"/>
          </a:xfrm>
          <a:prstGeom prst="rect">
            <a:avLst/>
          </a:prstGeom>
          <a:solidFill>
            <a:srgbClr val="FFFFFF"/>
          </a:solidFill>
          <a:ln>
            <a:solidFill>
              <a:srgbClr val="C0C0C0"/>
            </a:solid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9" name="Text Placeholder 5"/>
          <p:cNvSpPr>
            <a:spLocks noGrp="1"/>
          </p:cNvSpPr>
          <p:nvPr>
            <p:ph type="body" sz="quarter" idx="33"/>
          </p:nvPr>
        </p:nvSpPr>
        <p:spPr>
          <a:xfrm>
            <a:off x="451104" y="2057402"/>
            <a:ext cx="3364992" cy="276999"/>
          </a:xfrm>
          <a:prstGeom prst="rect">
            <a:avLst/>
          </a:prstGeom>
          <a:solidFill>
            <a:srgbClr val="FFFFFF"/>
          </a:solidFill>
          <a:ln>
            <a:solidFill>
              <a:srgbClr val="C0C0C0"/>
            </a:solidFill>
          </a:ln>
        </p:spPr>
        <p:txBody>
          <a:bodyPr lIns="91440" anchor="t" anchorCtr="0">
            <a:spAutoFit/>
          </a:bodyPr>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9" name="Slide Number Placeholder 9"/>
          <p:cNvSpPr>
            <a:spLocks noGrp="1"/>
          </p:cNvSpPr>
          <p:nvPr>
            <p:ph type="sldNum" sz="quarter" idx="34"/>
          </p:nvPr>
        </p:nvSpPr>
        <p:spPr/>
        <p:txBody>
          <a:bodyPr/>
          <a:lstStyle>
            <a:lvl1pPr>
              <a:defRPr/>
            </a:lvl1pPr>
          </a:lstStyle>
          <a:p>
            <a:fld id="{8A4AF9FF-8501-8442-BA34-6C86C862CF8D}" type="slidenum">
              <a:rPr lang="en-US" altLang="en-US"/>
              <a:pPr/>
              <a:t>‹#›</a:t>
            </a:fld>
            <a:endParaRPr lang="en-US" altLang="en-US"/>
          </a:p>
        </p:txBody>
      </p:sp>
      <p:sp>
        <p:nvSpPr>
          <p:cNvPr id="10" name="Footer Placeholder 12"/>
          <p:cNvSpPr>
            <a:spLocks noGrp="1"/>
          </p:cNvSpPr>
          <p:nvPr>
            <p:ph type="ftr" sz="quarter" idx="35"/>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177847825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arget">
    <p:spTree>
      <p:nvGrpSpPr>
        <p:cNvPr id="1" name=""/>
        <p:cNvGrpSpPr/>
        <p:nvPr/>
      </p:nvGrpSpPr>
      <p:grpSpPr>
        <a:xfrm>
          <a:off x="0" y="0"/>
          <a:ext cx="0" cy="0"/>
          <a:chOff x="0" y="0"/>
          <a:chExt cx="0" cy="0"/>
        </a:xfrm>
      </p:grpSpPr>
      <p:sp>
        <p:nvSpPr>
          <p:cNvPr id="17" name="Text Placeholder 8"/>
          <p:cNvSpPr>
            <a:spLocks noGrp="1"/>
          </p:cNvSpPr>
          <p:nvPr>
            <p:ph type="body" sz="quarter" idx="29"/>
          </p:nvPr>
        </p:nvSpPr>
        <p:spPr>
          <a:xfrm>
            <a:off x="9505696" y="1493520"/>
            <a:ext cx="1975104" cy="4754880"/>
          </a:xfrm>
          <a:prstGeom prst="rect">
            <a:avLst/>
          </a:prstGeom>
          <a:ln>
            <a:solidFill>
              <a:srgbClr val="C0C0C0"/>
            </a:solidFill>
          </a:ln>
        </p:spPr>
        <p:txBody>
          <a:bodyPr lIns="45720" anchor="t"/>
          <a:lstStyle>
            <a:lvl1pPr marL="164592" indent="-164592" algn="l">
              <a:lnSpc>
                <a:spcPts val="1400"/>
              </a:lnSpc>
              <a:spcBef>
                <a:spcPts val="0"/>
              </a:spcBef>
              <a:buClr>
                <a:schemeClr val="accent1"/>
              </a:buClr>
              <a:buFont typeface="Wingdings" pitchFamily="2" charset="2"/>
              <a:buChar char="§"/>
              <a:defRPr sz="1200" b="0">
                <a:solidFill>
                  <a:srgbClr val="000000"/>
                </a:solidFill>
              </a:defRPr>
            </a:lvl1pPr>
            <a:lvl2pPr marL="164592" indent="0" algn="l">
              <a:spcBef>
                <a:spcPts val="700"/>
              </a:spcBef>
              <a:buNone/>
              <a:defRPr sz="1200" b="0"/>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22" name="Text Placeholder 5"/>
          <p:cNvSpPr>
            <a:spLocks noGrp="1"/>
          </p:cNvSpPr>
          <p:nvPr>
            <p:ph type="body" sz="quarter" idx="21"/>
          </p:nvPr>
        </p:nvSpPr>
        <p:spPr>
          <a:xfrm>
            <a:off x="609600" y="1600200"/>
            <a:ext cx="2133600" cy="1280160"/>
          </a:xfrm>
          <a:prstGeom prst="rect">
            <a:avLst/>
          </a:prstGeom>
          <a:solidFill>
            <a:srgbClr val="B01C2E"/>
          </a:solidFill>
          <a:ln>
            <a:solidFill>
              <a:srgbClr val="C0C0C0"/>
            </a:solidFill>
          </a:ln>
        </p:spPr>
        <p:txBody>
          <a:bodyPr anchor="ctr"/>
          <a:lstStyle>
            <a:lvl1pPr marL="118872" marR="0" indent="-118872" algn="l" defTabSz="914400" rtl="0" eaLnBrk="1" fontAlgn="auto" latinLnBrk="0" hangingPunct="1">
              <a:lnSpc>
                <a:spcPct val="100000"/>
              </a:lnSpc>
              <a:spcBef>
                <a:spcPct val="20000"/>
              </a:spcBef>
              <a:spcAft>
                <a:spcPts val="0"/>
              </a:spcAft>
              <a:buClr>
                <a:srgbClr val="C0C0C0"/>
              </a:buClr>
              <a:buSzTx/>
              <a:buFont typeface="Wingdings 2" pitchFamily="18" charset="2"/>
              <a:buChar char="¡"/>
              <a:tabLst/>
              <a:defRPr sz="1200" b="1" baseline="0">
                <a:solidFill>
                  <a:srgbClr val="FFFFFF"/>
                </a:solidFill>
              </a:defRPr>
            </a:lvl1pPr>
            <a:lvl2pPr marL="117475" indent="0">
              <a:buFontTx/>
              <a:buNone/>
              <a:defRPr sz="1000"/>
            </a:lvl2pPr>
          </a:lstStyle>
          <a:p>
            <a:pPr lvl="0"/>
            <a:r>
              <a:rPr lang="en-US"/>
              <a:t>Click to edit Master text styles</a:t>
            </a:r>
          </a:p>
        </p:txBody>
      </p:sp>
      <p:sp>
        <p:nvSpPr>
          <p:cNvPr id="24" name="Text Placeholder 5"/>
          <p:cNvSpPr>
            <a:spLocks noGrp="1"/>
          </p:cNvSpPr>
          <p:nvPr>
            <p:ph type="body" sz="quarter" idx="23"/>
          </p:nvPr>
        </p:nvSpPr>
        <p:spPr>
          <a:xfrm>
            <a:off x="609600" y="4876800"/>
            <a:ext cx="2133600" cy="1280160"/>
          </a:xfrm>
          <a:prstGeom prst="rect">
            <a:avLst/>
          </a:prstGeom>
          <a:solidFill>
            <a:srgbClr val="B01C2E"/>
          </a:solidFill>
          <a:ln>
            <a:solidFill>
              <a:srgbClr val="C0C0C0"/>
            </a:solidFill>
          </a:ln>
        </p:spPr>
        <p:txBody>
          <a:bodyPr anchor="ctr"/>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lang="en-US" sz="1200" b="1" kern="1200" baseline="0" dirty="0" smtClean="0">
                <a:solidFill>
                  <a:srgbClr val="FFFFFF"/>
                </a:solidFill>
                <a:latin typeface="+mn-lt"/>
                <a:ea typeface="+mn-ea"/>
                <a:cs typeface="+mn-cs"/>
              </a:defRPr>
            </a:lvl1pPr>
            <a:lvl2pPr marL="117475" indent="0">
              <a:buFontTx/>
              <a:buNone/>
              <a:defRPr sz="1000"/>
            </a:lvl2pPr>
          </a:lstStyle>
          <a:p>
            <a:pPr lvl="0"/>
            <a:r>
              <a:rPr lang="en-US"/>
              <a:t>Click to edit Master text styles</a:t>
            </a:r>
          </a:p>
        </p:txBody>
      </p:sp>
      <p:sp>
        <p:nvSpPr>
          <p:cNvPr id="25" name="Text Placeholder 5"/>
          <p:cNvSpPr>
            <a:spLocks noGrp="1"/>
          </p:cNvSpPr>
          <p:nvPr>
            <p:ph type="body" sz="quarter" idx="24"/>
          </p:nvPr>
        </p:nvSpPr>
        <p:spPr>
          <a:xfrm>
            <a:off x="609600" y="3238500"/>
            <a:ext cx="2133600" cy="1280160"/>
          </a:xfrm>
          <a:prstGeom prst="rect">
            <a:avLst/>
          </a:prstGeom>
          <a:solidFill>
            <a:srgbClr val="B01C2E"/>
          </a:solidFill>
          <a:ln>
            <a:solidFill>
              <a:srgbClr val="C0C0C0"/>
            </a:solidFill>
          </a:ln>
        </p:spPr>
        <p:txBody>
          <a:bodyPr anchor="ctr"/>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lang="en-US" sz="1200" b="1" kern="1200" baseline="0" dirty="0" smtClean="0">
                <a:solidFill>
                  <a:srgbClr val="FFFFFF"/>
                </a:solidFill>
                <a:latin typeface="+mn-lt"/>
                <a:ea typeface="+mn-ea"/>
                <a:cs typeface="+mn-cs"/>
              </a:defRPr>
            </a:lvl1pPr>
            <a:lvl2pPr marL="117475" indent="0">
              <a:buFontTx/>
              <a:buNone/>
              <a:defRPr sz="1000"/>
            </a:lvl2pPr>
          </a:lstStyle>
          <a:p>
            <a:pPr lvl="0"/>
            <a:r>
              <a:rPr lang="en-US"/>
              <a:t>Click to edit Master text styles</a:t>
            </a:r>
          </a:p>
        </p:txBody>
      </p:sp>
      <p:sp>
        <p:nvSpPr>
          <p:cNvPr id="12" name="Text Placeholder 5"/>
          <p:cNvSpPr>
            <a:spLocks noGrp="1"/>
          </p:cNvSpPr>
          <p:nvPr>
            <p:ph type="body" sz="quarter" idx="30"/>
          </p:nvPr>
        </p:nvSpPr>
        <p:spPr>
          <a:xfrm>
            <a:off x="2922016" y="1600200"/>
            <a:ext cx="6486144" cy="1280160"/>
          </a:xfrm>
          <a:prstGeom prst="homePlate">
            <a:avLst>
              <a:gd name="adj" fmla="val 25111"/>
            </a:avLst>
          </a:prstGeom>
          <a:solidFill>
            <a:srgbClr val="FFFFFF"/>
          </a:solidFill>
          <a:ln>
            <a:solidFill>
              <a:srgbClr val="C0C0C0"/>
            </a:solidFill>
          </a:ln>
        </p:spPr>
        <p:txBody>
          <a:bodyPr rIns="45720" anchor="ctr"/>
          <a:lstStyle>
            <a:lvl1pPr marL="164592" marR="0" indent="-16459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64592">
              <a:buClr>
                <a:srgbClr val="B01C2E"/>
              </a:buClr>
              <a:buFont typeface="Arial" pitchFamily="34" charset="0"/>
              <a:buChar char="‒"/>
              <a:defRPr sz="1200" baseline="0"/>
            </a:lvl3pPr>
            <a:lvl4pPr marL="603504" indent="-164592">
              <a:buClr>
                <a:srgbClr val="B01C2E"/>
              </a:buClr>
              <a:buFont typeface="Arial" pitchFamily="34" charset="0"/>
              <a:buChar char="–"/>
              <a:defRPr sz="1200"/>
            </a:lvl4pPr>
            <a:lvl5pPr marL="768096" indent="-164592">
              <a:buClr>
                <a:srgbClr val="B01C2E"/>
              </a:buClr>
              <a:buFont typeface="Arial" pitchFamily="34" charset="0"/>
              <a:buChar char="–"/>
              <a:defRPr sz="1200"/>
            </a:lvl5pPr>
            <a:lvl6pPr marL="914400" indent="-164592">
              <a:buClr>
                <a:srgbClr val="B01C2E"/>
              </a:buClr>
              <a:buFont typeface="Arial" pitchFamily="34" charset="0"/>
              <a:buChar char="–"/>
              <a:defRPr sz="1200"/>
            </a:lvl6pPr>
          </a:lstStyle>
          <a:p>
            <a:pPr lvl="0"/>
            <a:r>
              <a:rPr lang="en-US"/>
              <a:t>Click to edit Master text styles</a:t>
            </a:r>
          </a:p>
          <a:p>
            <a:pPr lvl="1"/>
            <a:r>
              <a:rPr lang="en-US"/>
              <a:t>Second level</a:t>
            </a:r>
          </a:p>
          <a:p>
            <a:pPr lvl="2"/>
            <a:r>
              <a:rPr lang="en-US"/>
              <a:t>Third level</a:t>
            </a:r>
          </a:p>
        </p:txBody>
      </p:sp>
      <p:sp>
        <p:nvSpPr>
          <p:cNvPr id="11"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2922016" y="3238500"/>
            <a:ext cx="6486144" cy="1280160"/>
          </a:xfrm>
          <a:prstGeom prst="homePlate">
            <a:avLst>
              <a:gd name="adj" fmla="val 25111"/>
            </a:avLst>
          </a:prstGeom>
          <a:solidFill>
            <a:srgbClr val="FFFFFF"/>
          </a:solidFill>
          <a:ln>
            <a:solidFill>
              <a:srgbClr val="C0C0C0"/>
            </a:solidFill>
          </a:ln>
        </p:spPr>
        <p:txBody>
          <a:bodyPr rIns="45720" anchor="ctr"/>
          <a:lstStyle>
            <a:lvl1pPr marL="164592" marR="0" indent="-16459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64592">
              <a:buClr>
                <a:srgbClr val="B01C2E"/>
              </a:buClr>
              <a:buFont typeface="Arial" pitchFamily="34" charset="0"/>
              <a:buChar char="‒"/>
              <a:defRPr sz="1200" baseline="0"/>
            </a:lvl3pPr>
            <a:lvl4pPr marL="603504" indent="-164592">
              <a:buClr>
                <a:srgbClr val="B01C2E"/>
              </a:buClr>
              <a:buFont typeface="Arial" pitchFamily="34" charset="0"/>
              <a:buChar char="–"/>
              <a:defRPr sz="1200"/>
            </a:lvl4pPr>
            <a:lvl5pPr marL="768096" indent="-164592">
              <a:buClr>
                <a:srgbClr val="B01C2E"/>
              </a:buClr>
              <a:buFont typeface="Arial" pitchFamily="34" charset="0"/>
              <a:buChar char="–"/>
              <a:defRPr sz="1200"/>
            </a:lvl5pPr>
            <a:lvl6pPr marL="914400" indent="-164592">
              <a:buClr>
                <a:srgbClr val="B01C2E"/>
              </a:buClr>
              <a:buFont typeface="Arial" pitchFamily="34" charset="0"/>
              <a:buChar char="–"/>
              <a:defRPr sz="1200"/>
            </a:lvl6pPr>
          </a:lstStyle>
          <a:p>
            <a:pPr lvl="0"/>
            <a:r>
              <a:rPr lang="en-US"/>
              <a:t>Click to edit Master text styles</a:t>
            </a:r>
          </a:p>
          <a:p>
            <a:pPr lvl="1"/>
            <a:r>
              <a:rPr lang="en-US"/>
              <a:t>Second level</a:t>
            </a:r>
          </a:p>
          <a:p>
            <a:pPr lvl="2"/>
            <a:r>
              <a:rPr lang="en-US"/>
              <a:t>Third level</a:t>
            </a:r>
          </a:p>
        </p:txBody>
      </p:sp>
      <p:sp>
        <p:nvSpPr>
          <p:cNvPr id="16" name="Text Placeholder 5"/>
          <p:cNvSpPr>
            <a:spLocks noGrp="1"/>
          </p:cNvSpPr>
          <p:nvPr>
            <p:ph type="body" sz="quarter" idx="32"/>
          </p:nvPr>
        </p:nvSpPr>
        <p:spPr>
          <a:xfrm>
            <a:off x="2922016" y="4876800"/>
            <a:ext cx="6486144" cy="1280160"/>
          </a:xfrm>
          <a:prstGeom prst="homePlate">
            <a:avLst>
              <a:gd name="adj" fmla="val 25111"/>
            </a:avLst>
          </a:prstGeom>
          <a:solidFill>
            <a:srgbClr val="FFFFFF"/>
          </a:solidFill>
          <a:ln>
            <a:solidFill>
              <a:srgbClr val="C0C0C0"/>
            </a:solidFill>
          </a:ln>
        </p:spPr>
        <p:txBody>
          <a:bodyPr rIns="45720" anchor="ctr"/>
          <a:lstStyle>
            <a:lvl1pPr marL="164592" marR="0" indent="-16459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64592">
              <a:buClr>
                <a:srgbClr val="B01C2E"/>
              </a:buClr>
              <a:buFont typeface="Arial" pitchFamily="34" charset="0"/>
              <a:buChar char="‒"/>
              <a:defRPr sz="1200" baseline="0"/>
            </a:lvl3pPr>
            <a:lvl4pPr marL="603504" indent="-164592">
              <a:buClr>
                <a:srgbClr val="B01C2E"/>
              </a:buClr>
              <a:buFont typeface="Arial" pitchFamily="34" charset="0"/>
              <a:buChar char="–"/>
              <a:defRPr sz="1200"/>
            </a:lvl4pPr>
            <a:lvl5pPr marL="768096" indent="-164592">
              <a:buClr>
                <a:srgbClr val="B01C2E"/>
              </a:buClr>
              <a:buFont typeface="Arial" pitchFamily="34" charset="0"/>
              <a:buChar char="–"/>
              <a:defRPr sz="1200"/>
            </a:lvl5pPr>
            <a:lvl6pPr marL="914400" indent="-164592">
              <a:buClr>
                <a:srgbClr val="B01C2E"/>
              </a:buClr>
              <a:buFont typeface="Arial" pitchFamily="34" charset="0"/>
              <a:buChar char="–"/>
              <a:defRPr sz="1200"/>
            </a:lvl6pPr>
          </a:lstStyle>
          <a:p>
            <a:pPr lvl="0"/>
            <a:r>
              <a:rPr lang="en-US"/>
              <a:t>Click to edit Master text styles</a:t>
            </a:r>
          </a:p>
          <a:p>
            <a:pPr lvl="1"/>
            <a:r>
              <a:rPr lang="en-US"/>
              <a:t>Second level</a:t>
            </a:r>
          </a:p>
          <a:p>
            <a:pPr lvl="2"/>
            <a:r>
              <a:rPr lang="en-US"/>
              <a:t>Third level</a:t>
            </a:r>
          </a:p>
        </p:txBody>
      </p:sp>
      <p:sp>
        <p:nvSpPr>
          <p:cNvPr id="10" name="Slide Number Placeholder 9"/>
          <p:cNvSpPr>
            <a:spLocks noGrp="1"/>
          </p:cNvSpPr>
          <p:nvPr>
            <p:ph type="sldNum" sz="quarter" idx="33"/>
          </p:nvPr>
        </p:nvSpPr>
        <p:spPr/>
        <p:txBody>
          <a:bodyPr/>
          <a:lstStyle>
            <a:lvl1pPr>
              <a:defRPr/>
            </a:lvl1pPr>
          </a:lstStyle>
          <a:p>
            <a:fld id="{00398512-78EB-D84B-88E3-8EFD360D49EF}" type="slidenum">
              <a:rPr lang="en-US" altLang="en-US"/>
              <a:pPr/>
              <a:t>‹#›</a:t>
            </a:fld>
            <a:endParaRPr lang="en-US" altLang="en-US"/>
          </a:p>
        </p:txBody>
      </p:sp>
      <p:sp>
        <p:nvSpPr>
          <p:cNvPr id="13" name="Footer Placeholder 12"/>
          <p:cNvSpPr>
            <a:spLocks noGrp="1"/>
          </p:cNvSpPr>
          <p:nvPr>
            <p:ph type="ftr" sz="quarter" idx="34"/>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40049188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ext blocks - Two palettes moving forward">
    <p:spTree>
      <p:nvGrpSpPr>
        <p:cNvPr id="1" name=""/>
        <p:cNvGrpSpPr/>
        <p:nvPr/>
      </p:nvGrpSpPr>
      <p:grpSpPr>
        <a:xfrm>
          <a:off x="0" y="0"/>
          <a:ext cx="0" cy="0"/>
          <a:chOff x="0" y="0"/>
          <a:chExt cx="0" cy="0"/>
        </a:xfrm>
      </p:grpSpPr>
      <p:sp>
        <p:nvSpPr>
          <p:cNvPr id="7" name="AutoShape 3"/>
          <p:cNvSpPr>
            <a:spLocks noChangeArrowheads="1"/>
          </p:cNvSpPr>
          <p:nvPr userDrawn="1"/>
        </p:nvSpPr>
        <p:spPr bwMode="auto">
          <a:xfrm>
            <a:off x="912284" y="2635250"/>
            <a:ext cx="10369549" cy="1587500"/>
          </a:xfrm>
          <a:prstGeom prst="homePlate">
            <a:avLst>
              <a:gd name="adj" fmla="val 32592"/>
            </a:avLst>
          </a:prstGeom>
          <a:gradFill rotWithShape="1">
            <a:gsLst>
              <a:gs pos="0">
                <a:srgbClr val="9E9E9E"/>
              </a:gs>
              <a:gs pos="50000">
                <a:srgbClr val="C4C4C4"/>
              </a:gs>
              <a:gs pos="100000">
                <a:srgbClr val="E3E3E3"/>
              </a:gs>
            </a:gsLst>
            <a:lin ang="10800000" scaled="1"/>
          </a:gradFill>
          <a:ln>
            <a:noFill/>
          </a:ln>
          <a:extLst>
            <a:ext uri="{91240B29-F687-4F45-9708-019B960494DF}">
              <a14:hiddenLine xmlns:a14="http://schemas.microsoft.com/office/drawing/2010/main" w="6350">
                <a:solidFill>
                  <a:srgbClr val="000000"/>
                </a:solidFill>
                <a:miter lim="800000"/>
                <a:headEnd/>
                <a:tailEnd/>
              </a14:hiddenLine>
            </a:ext>
          </a:extLst>
        </p:spPr>
        <p:txBody>
          <a:bodyPr tIns="91440" bIns="9144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eaLnBrk="1" hangingPunct="1"/>
            <a:endParaRPr lang="en-US" altLang="en-US" sz="1800">
              <a:latin typeface="Arial" charset="0"/>
            </a:endParaRPr>
          </a:p>
        </p:txBody>
      </p:sp>
      <p:sp>
        <p:nvSpPr>
          <p:cNvPr id="18" name="Text Placeholder 17"/>
          <p:cNvSpPr>
            <a:spLocks noGrp="1"/>
          </p:cNvSpPr>
          <p:nvPr>
            <p:ph type="body" sz="quarter" idx="21"/>
          </p:nvPr>
        </p:nvSpPr>
        <p:spPr>
          <a:xfrm>
            <a:off x="1402080" y="1417320"/>
            <a:ext cx="4389120" cy="457200"/>
          </a:xfrm>
          <a:prstGeom prst="rect">
            <a:avLst/>
          </a:prstGeom>
          <a:solidFill>
            <a:srgbClr val="B01C2E"/>
          </a:solidFill>
          <a:ln>
            <a:solidFill>
              <a:srgbClr val="C0C0C0"/>
            </a:solidFill>
          </a:ln>
        </p:spPr>
        <p:txBody>
          <a:bodyPr anchor="ctr"/>
          <a:lstStyle>
            <a:lvl1pPr algn="ctr">
              <a:buNone/>
              <a:defRPr sz="1200" b="1">
                <a:solidFill>
                  <a:srgbClr val="FFFFFF"/>
                </a:solidFill>
              </a:defRPr>
            </a:lvl1pPr>
          </a:lstStyle>
          <a:p>
            <a:pPr lvl="0"/>
            <a:r>
              <a:rPr lang="en-US"/>
              <a:t>Click to edit Master text styles</a:t>
            </a:r>
          </a:p>
        </p:txBody>
      </p:sp>
      <p:sp>
        <p:nvSpPr>
          <p:cNvPr id="21" name="Text Placeholder 17"/>
          <p:cNvSpPr>
            <a:spLocks noGrp="1"/>
          </p:cNvSpPr>
          <p:nvPr>
            <p:ph type="body" sz="quarter" idx="23"/>
          </p:nvPr>
        </p:nvSpPr>
        <p:spPr>
          <a:xfrm>
            <a:off x="6096000" y="1417320"/>
            <a:ext cx="4389120" cy="457200"/>
          </a:xfrm>
          <a:prstGeom prst="rect">
            <a:avLst/>
          </a:prstGeom>
          <a:solidFill>
            <a:srgbClr val="B01C2E"/>
          </a:solidFill>
          <a:ln>
            <a:solidFill>
              <a:srgbClr val="C0C0C0"/>
            </a:solidFill>
          </a:ln>
        </p:spPr>
        <p:txBody>
          <a:bodyPr anchor="ctr"/>
          <a:lstStyle>
            <a:lvl1pPr algn="ctr">
              <a:buNone/>
              <a:defRPr sz="1200" b="1">
                <a:solidFill>
                  <a:srgbClr val="FFFFFF"/>
                </a:solidFill>
              </a:defRPr>
            </a:lvl1pPr>
          </a:lstStyle>
          <a:p>
            <a:pPr lvl="0"/>
            <a:r>
              <a:rPr lang="en-US"/>
              <a:t>Click to edit Master text styles</a:t>
            </a:r>
          </a:p>
        </p:txBody>
      </p:sp>
      <p:sp>
        <p:nvSpPr>
          <p:cNvPr id="1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4" name="Content Placeholder 10"/>
          <p:cNvSpPr>
            <a:spLocks noGrp="1"/>
          </p:cNvSpPr>
          <p:nvPr>
            <p:ph sz="quarter" idx="20"/>
          </p:nvPr>
        </p:nvSpPr>
        <p:spPr>
          <a:xfrm>
            <a:off x="1402080" y="1874520"/>
            <a:ext cx="4389120" cy="36576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Content Placeholder 10"/>
          <p:cNvSpPr>
            <a:spLocks noGrp="1"/>
          </p:cNvSpPr>
          <p:nvPr>
            <p:ph sz="quarter" idx="24"/>
          </p:nvPr>
        </p:nvSpPr>
        <p:spPr>
          <a:xfrm>
            <a:off x="6096000" y="1874520"/>
            <a:ext cx="4389120" cy="36576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Slide Number Placeholder 9"/>
          <p:cNvSpPr>
            <a:spLocks noGrp="1"/>
          </p:cNvSpPr>
          <p:nvPr>
            <p:ph type="sldNum" sz="quarter" idx="25"/>
          </p:nvPr>
        </p:nvSpPr>
        <p:spPr/>
        <p:txBody>
          <a:bodyPr/>
          <a:lstStyle>
            <a:lvl1pPr>
              <a:defRPr/>
            </a:lvl1pPr>
          </a:lstStyle>
          <a:p>
            <a:fld id="{6CB47071-B393-DC4F-9921-408D035EE572}" type="slidenum">
              <a:rPr lang="en-US" altLang="en-US"/>
              <a:pPr/>
              <a:t>‹#›</a:t>
            </a:fld>
            <a:endParaRPr lang="en-US" altLang="en-US"/>
          </a:p>
        </p:txBody>
      </p:sp>
      <p:sp>
        <p:nvSpPr>
          <p:cNvPr id="9" name="Footer Placeholder 8"/>
          <p:cNvSpPr>
            <a:spLocks noGrp="1"/>
          </p:cNvSpPr>
          <p:nvPr>
            <p:ph type="ftr" sz="quarter" idx="26"/>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420984417"/>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nflict">
    <p:spTree>
      <p:nvGrpSpPr>
        <p:cNvPr id="1" name=""/>
        <p:cNvGrpSpPr/>
        <p:nvPr/>
      </p:nvGrpSpPr>
      <p:grpSpPr>
        <a:xfrm>
          <a:off x="0" y="0"/>
          <a:ext cx="0" cy="0"/>
          <a:chOff x="0" y="0"/>
          <a:chExt cx="0" cy="0"/>
        </a:xfrm>
      </p:grpSpPr>
      <p:sp>
        <p:nvSpPr>
          <p:cNvPr id="7" name="Freeform 7"/>
          <p:cNvSpPr>
            <a:spLocks/>
          </p:cNvSpPr>
          <p:nvPr userDrawn="1"/>
        </p:nvSpPr>
        <p:spPr bwMode="auto">
          <a:xfrm>
            <a:off x="5846233" y="3341688"/>
            <a:ext cx="501651" cy="1403350"/>
          </a:xfrm>
          <a:custGeom>
            <a:avLst/>
            <a:gdLst>
              <a:gd name="T0" fmla="*/ 2147483647 w 176"/>
              <a:gd name="T1" fmla="*/ 0 h 608"/>
              <a:gd name="T2" fmla="*/ 0 w 176"/>
              <a:gd name="T3" fmla="*/ 2147483647 h 608"/>
              <a:gd name="T4" fmla="*/ 2147483647 w 176"/>
              <a:gd name="T5" fmla="*/ 2147483647 h 608"/>
              <a:gd name="T6" fmla="*/ 0 w 176"/>
              <a:gd name="T7" fmla="*/ 2147483647 h 608"/>
              <a:gd name="T8" fmla="*/ 2147483647 w 176"/>
              <a:gd name="T9" fmla="*/ 2147483647 h 608"/>
              <a:gd name="T10" fmla="*/ 2147483647 w 176"/>
              <a:gd name="T11" fmla="*/ 2147483647 h 608"/>
              <a:gd name="T12" fmla="*/ 0 w 176"/>
              <a:gd name="T13" fmla="*/ 2147483647 h 608"/>
              <a:gd name="T14" fmla="*/ 0 w 176"/>
              <a:gd name="T15" fmla="*/ 2147483647 h 608"/>
              <a:gd name="T16" fmla="*/ 2147483647 w 176"/>
              <a:gd name="T17" fmla="*/ 2147483647 h 608"/>
              <a:gd name="T18" fmla="*/ 2147483647 w 176"/>
              <a:gd name="T19" fmla="*/ 2147483647 h 608"/>
              <a:gd name="T20" fmla="*/ 2147483647 w 176"/>
              <a:gd name="T21" fmla="*/ 2147483647 h 608"/>
              <a:gd name="T22" fmla="*/ 2147483647 w 176"/>
              <a:gd name="T23" fmla="*/ 2147483647 h 608"/>
              <a:gd name="T24" fmla="*/ 2147483647 w 176"/>
              <a:gd name="T25" fmla="*/ 2147483647 h 608"/>
              <a:gd name="T26" fmla="*/ 2147483647 w 176"/>
              <a:gd name="T27" fmla="*/ 2147483647 h 608"/>
              <a:gd name="T28" fmla="*/ 2147483647 w 176"/>
              <a:gd name="T29" fmla="*/ 0 h 608"/>
              <a:gd name="T30" fmla="*/ 2147483647 w 176"/>
              <a:gd name="T31" fmla="*/ 0 h 608"/>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76" h="608">
                <a:moveTo>
                  <a:pt x="72" y="0"/>
                </a:moveTo>
                <a:lnTo>
                  <a:pt x="0" y="232"/>
                </a:lnTo>
                <a:lnTo>
                  <a:pt x="48" y="232"/>
                </a:lnTo>
                <a:lnTo>
                  <a:pt x="0" y="376"/>
                </a:lnTo>
                <a:lnTo>
                  <a:pt x="72" y="376"/>
                </a:lnTo>
                <a:lnTo>
                  <a:pt x="32" y="504"/>
                </a:lnTo>
                <a:lnTo>
                  <a:pt x="0" y="504"/>
                </a:lnTo>
                <a:lnTo>
                  <a:pt x="0" y="608"/>
                </a:lnTo>
                <a:lnTo>
                  <a:pt x="96" y="496"/>
                </a:lnTo>
                <a:lnTo>
                  <a:pt x="48" y="504"/>
                </a:lnTo>
                <a:lnTo>
                  <a:pt x="144" y="336"/>
                </a:lnTo>
                <a:lnTo>
                  <a:pt x="72" y="336"/>
                </a:lnTo>
                <a:lnTo>
                  <a:pt x="144" y="192"/>
                </a:lnTo>
                <a:lnTo>
                  <a:pt x="88" y="192"/>
                </a:lnTo>
                <a:lnTo>
                  <a:pt x="176" y="0"/>
                </a:lnTo>
                <a:lnTo>
                  <a:pt x="72" y="0"/>
                </a:lnTo>
                <a:close/>
              </a:path>
            </a:pathLst>
          </a:custGeom>
          <a:solidFill>
            <a:srgbClr val="B01C2E"/>
          </a:solidFill>
          <a:ln w="6350" cap="flat" cmpd="sng">
            <a:solidFill>
              <a:srgbClr val="B01C2E"/>
            </a:solidFill>
            <a:prstDash val="solid"/>
            <a:round/>
            <a:headEnd/>
            <a:tailEnd/>
          </a:ln>
        </p:spPr>
        <p:txBody>
          <a:bodyPr lIns="72000" tIns="72000" rIns="72000" bIns="72000" anchor="ctr"/>
          <a:lstStyle/>
          <a:p>
            <a:endParaRPr lang="en-US" sz="1800"/>
          </a:p>
        </p:txBody>
      </p:sp>
      <p:sp>
        <p:nvSpPr>
          <p:cNvPr id="18" name="Text Placeholder 17"/>
          <p:cNvSpPr>
            <a:spLocks noGrp="1"/>
          </p:cNvSpPr>
          <p:nvPr>
            <p:ph type="body" sz="quarter" idx="21"/>
          </p:nvPr>
        </p:nvSpPr>
        <p:spPr>
          <a:xfrm>
            <a:off x="1113536" y="1417320"/>
            <a:ext cx="4047744" cy="457200"/>
          </a:xfrm>
          <a:prstGeom prst="rect">
            <a:avLst/>
          </a:prstGeom>
          <a:solidFill>
            <a:srgbClr val="B01C2E"/>
          </a:solidFill>
          <a:ln>
            <a:solidFill>
              <a:srgbClr val="C0C0C0"/>
            </a:solidFill>
          </a:ln>
        </p:spPr>
        <p:txBody>
          <a:bodyPr anchor="ctr"/>
          <a:lstStyle>
            <a:lvl1pPr algn="ctr">
              <a:buNone/>
              <a:defRPr sz="1200" b="1" baseline="0">
                <a:solidFill>
                  <a:srgbClr val="FFFFFF"/>
                </a:solidFill>
              </a:defRPr>
            </a:lvl1pPr>
          </a:lstStyle>
          <a:p>
            <a:pPr lvl="0"/>
            <a:r>
              <a:rPr lang="en-US"/>
              <a:t>Click to edit Master text styles</a:t>
            </a:r>
          </a:p>
        </p:txBody>
      </p:sp>
      <p:sp>
        <p:nvSpPr>
          <p:cNvPr id="21" name="Text Placeholder 17"/>
          <p:cNvSpPr>
            <a:spLocks noGrp="1"/>
          </p:cNvSpPr>
          <p:nvPr>
            <p:ph type="body" sz="quarter" idx="23"/>
          </p:nvPr>
        </p:nvSpPr>
        <p:spPr>
          <a:xfrm>
            <a:off x="7022169" y="1417320"/>
            <a:ext cx="4072128" cy="457200"/>
          </a:xfrm>
          <a:prstGeom prst="rect">
            <a:avLst/>
          </a:prstGeom>
          <a:solidFill>
            <a:srgbClr val="B01C2E"/>
          </a:solidFill>
          <a:ln>
            <a:solidFill>
              <a:srgbClr val="C0C0C0"/>
            </a:solidFill>
          </a:ln>
        </p:spPr>
        <p:txBody>
          <a:bodyPr anchor="ctr"/>
          <a:lstStyle>
            <a:lvl1pPr algn="ctr">
              <a:buNone/>
              <a:defRPr sz="1200" b="1">
                <a:solidFill>
                  <a:srgbClr val="FFFFFF"/>
                </a:solidFill>
              </a:defRPr>
            </a:lvl1pPr>
          </a:lstStyle>
          <a:p>
            <a:pPr lvl="0"/>
            <a:r>
              <a:rPr lang="en-US"/>
              <a:t>Click to edit Master text styles</a:t>
            </a:r>
          </a:p>
        </p:txBody>
      </p:sp>
      <p:sp>
        <p:nvSpPr>
          <p:cNvPr id="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1" name="Content Placeholder 10"/>
          <p:cNvSpPr>
            <a:spLocks noGrp="1"/>
          </p:cNvSpPr>
          <p:nvPr>
            <p:ph sz="quarter" idx="20"/>
          </p:nvPr>
        </p:nvSpPr>
        <p:spPr>
          <a:xfrm>
            <a:off x="1113536" y="1874520"/>
            <a:ext cx="4389120" cy="4343400"/>
          </a:xfrm>
          <a:prstGeom prst="homePlate">
            <a:avLst>
              <a:gd name="adj" fmla="val 7684"/>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24"/>
          </p:nvPr>
        </p:nvSpPr>
        <p:spPr>
          <a:xfrm flipH="1">
            <a:off x="6705177" y="1874520"/>
            <a:ext cx="4389120" cy="4343400"/>
          </a:xfrm>
          <a:prstGeom prst="homePlate">
            <a:avLst>
              <a:gd name="adj" fmla="val 7343"/>
            </a:avLst>
          </a:prstGeom>
          <a:solidFill>
            <a:srgbClr val="FFFFFF"/>
          </a:solidFill>
          <a:ln>
            <a:solidFill>
              <a:srgbClr val="C0C0C0"/>
            </a:solidFill>
          </a:ln>
        </p:spPr>
        <p:txBody>
          <a:bodyPr lIns="228600"/>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Slide Number Placeholder 9"/>
          <p:cNvSpPr>
            <a:spLocks noGrp="1"/>
          </p:cNvSpPr>
          <p:nvPr>
            <p:ph type="sldNum" sz="quarter" idx="25"/>
          </p:nvPr>
        </p:nvSpPr>
        <p:spPr/>
        <p:txBody>
          <a:bodyPr/>
          <a:lstStyle>
            <a:lvl1pPr>
              <a:defRPr/>
            </a:lvl1pPr>
          </a:lstStyle>
          <a:p>
            <a:fld id="{6C637242-61C1-4C47-AFEF-079B86936FE6}" type="slidenum">
              <a:rPr lang="en-US" altLang="en-US"/>
              <a:pPr/>
              <a:t>‹#›</a:t>
            </a:fld>
            <a:endParaRPr lang="en-US" altLang="en-US"/>
          </a:p>
        </p:txBody>
      </p:sp>
      <p:sp>
        <p:nvSpPr>
          <p:cNvPr id="10" name="Footer Placeholder 12"/>
          <p:cNvSpPr>
            <a:spLocks noGrp="1"/>
          </p:cNvSpPr>
          <p:nvPr>
            <p:ph type="ftr" sz="quarter" idx="26"/>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117940560"/>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onsequences List">
    <p:spTree>
      <p:nvGrpSpPr>
        <p:cNvPr id="1" name=""/>
        <p:cNvGrpSpPr/>
        <p:nvPr/>
      </p:nvGrpSpPr>
      <p:grpSpPr>
        <a:xfrm>
          <a:off x="0" y="0"/>
          <a:ext cx="0" cy="0"/>
          <a:chOff x="0" y="0"/>
          <a:chExt cx="0" cy="0"/>
        </a:xfrm>
      </p:grpSpPr>
      <p:sp>
        <p:nvSpPr>
          <p:cNvPr id="20" name="Content Placeholder 10"/>
          <p:cNvSpPr>
            <a:spLocks noGrp="1"/>
          </p:cNvSpPr>
          <p:nvPr>
            <p:ph sz="quarter" idx="35"/>
          </p:nvPr>
        </p:nvSpPr>
        <p:spPr>
          <a:xfrm>
            <a:off x="8242300" y="1577977"/>
            <a:ext cx="3316224" cy="3931920"/>
          </a:xfrm>
          <a:prstGeom prst="rect">
            <a:avLst/>
          </a:prstGeom>
          <a:solidFill>
            <a:srgbClr val="FFFFFF"/>
          </a:solidFill>
          <a:ln>
            <a:solidFill>
              <a:srgbClr val="C0C0C0"/>
            </a:solidFill>
          </a:ln>
        </p:spPr>
        <p:txBody>
          <a:bodyPr lIns="457200" rIns="91440"/>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Content Placeholder 10"/>
          <p:cNvSpPr>
            <a:spLocks noGrp="1"/>
          </p:cNvSpPr>
          <p:nvPr>
            <p:ph sz="quarter" idx="20"/>
          </p:nvPr>
        </p:nvSpPr>
        <p:spPr>
          <a:xfrm>
            <a:off x="646176" y="1577977"/>
            <a:ext cx="3316224" cy="3931920"/>
          </a:xfrm>
          <a:prstGeom prst="rect">
            <a:avLst/>
          </a:prstGeom>
          <a:solidFill>
            <a:srgbClr val="FFFFFF"/>
          </a:solidFill>
          <a:ln>
            <a:solidFill>
              <a:srgbClr val="C0C0C0"/>
            </a:solidFill>
          </a:ln>
        </p:spPr>
        <p:txBody>
          <a:bodyPr rIns="457200"/>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4" name="Text Placeholder 23"/>
          <p:cNvSpPr>
            <a:spLocks noGrp="1"/>
          </p:cNvSpPr>
          <p:nvPr>
            <p:ph type="body" sz="quarter" idx="10"/>
          </p:nvPr>
        </p:nvSpPr>
        <p:spPr>
          <a:xfrm>
            <a:off x="3556000" y="182880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1" name="Text Placeholder 23"/>
          <p:cNvSpPr>
            <a:spLocks noGrp="1"/>
          </p:cNvSpPr>
          <p:nvPr>
            <p:ph type="body" sz="quarter" idx="21"/>
          </p:nvPr>
        </p:nvSpPr>
        <p:spPr>
          <a:xfrm>
            <a:off x="3556000" y="242316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2" name="Text Placeholder 23"/>
          <p:cNvSpPr>
            <a:spLocks noGrp="1"/>
          </p:cNvSpPr>
          <p:nvPr>
            <p:ph type="body" sz="quarter" idx="22"/>
          </p:nvPr>
        </p:nvSpPr>
        <p:spPr>
          <a:xfrm>
            <a:off x="3556000" y="301752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3" name="Text Placeholder 23"/>
          <p:cNvSpPr>
            <a:spLocks noGrp="1"/>
          </p:cNvSpPr>
          <p:nvPr>
            <p:ph type="body" sz="quarter" idx="23"/>
          </p:nvPr>
        </p:nvSpPr>
        <p:spPr>
          <a:xfrm>
            <a:off x="3556000" y="361188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4" name="Text Placeholder 23"/>
          <p:cNvSpPr>
            <a:spLocks noGrp="1"/>
          </p:cNvSpPr>
          <p:nvPr>
            <p:ph type="body" sz="quarter" idx="24"/>
          </p:nvPr>
        </p:nvSpPr>
        <p:spPr>
          <a:xfrm>
            <a:off x="3556000" y="420624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5" name="Text Placeholder 23"/>
          <p:cNvSpPr>
            <a:spLocks noGrp="1"/>
          </p:cNvSpPr>
          <p:nvPr>
            <p:ph type="body" sz="quarter" idx="25"/>
          </p:nvPr>
        </p:nvSpPr>
        <p:spPr>
          <a:xfrm>
            <a:off x="3556000" y="480060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6" name="Text Placeholder 22"/>
          <p:cNvSpPr>
            <a:spLocks noGrp="1"/>
          </p:cNvSpPr>
          <p:nvPr>
            <p:ph type="body" sz="quarter" idx="29"/>
          </p:nvPr>
        </p:nvSpPr>
        <p:spPr>
          <a:xfrm>
            <a:off x="3352800" y="1981200"/>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37" name="Text Placeholder 22"/>
          <p:cNvSpPr>
            <a:spLocks noGrp="1"/>
          </p:cNvSpPr>
          <p:nvPr>
            <p:ph type="body" sz="quarter" idx="30"/>
          </p:nvPr>
        </p:nvSpPr>
        <p:spPr>
          <a:xfrm>
            <a:off x="3352800" y="2570074"/>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38" name="Text Placeholder 22"/>
          <p:cNvSpPr>
            <a:spLocks noGrp="1"/>
          </p:cNvSpPr>
          <p:nvPr>
            <p:ph type="body" sz="quarter" idx="31"/>
          </p:nvPr>
        </p:nvSpPr>
        <p:spPr>
          <a:xfrm>
            <a:off x="3352800" y="3158948"/>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39" name="Text Placeholder 22"/>
          <p:cNvSpPr>
            <a:spLocks noGrp="1"/>
          </p:cNvSpPr>
          <p:nvPr>
            <p:ph type="body" sz="quarter" idx="32"/>
          </p:nvPr>
        </p:nvSpPr>
        <p:spPr>
          <a:xfrm>
            <a:off x="3352800" y="3747822"/>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40" name="Text Placeholder 22"/>
          <p:cNvSpPr>
            <a:spLocks noGrp="1"/>
          </p:cNvSpPr>
          <p:nvPr>
            <p:ph type="body" sz="quarter" idx="33"/>
          </p:nvPr>
        </p:nvSpPr>
        <p:spPr>
          <a:xfrm>
            <a:off x="3352800" y="4336696"/>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41" name="Text Placeholder 22"/>
          <p:cNvSpPr>
            <a:spLocks noGrp="1"/>
          </p:cNvSpPr>
          <p:nvPr>
            <p:ph type="body" sz="quarter" idx="34"/>
          </p:nvPr>
        </p:nvSpPr>
        <p:spPr>
          <a:xfrm>
            <a:off x="3352800" y="4925568"/>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18"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7" name="Slide Number Placeholder 9"/>
          <p:cNvSpPr>
            <a:spLocks noGrp="1"/>
          </p:cNvSpPr>
          <p:nvPr>
            <p:ph type="sldNum" sz="quarter" idx="36"/>
          </p:nvPr>
        </p:nvSpPr>
        <p:spPr/>
        <p:txBody>
          <a:bodyPr/>
          <a:lstStyle>
            <a:lvl1pPr>
              <a:defRPr/>
            </a:lvl1pPr>
          </a:lstStyle>
          <a:p>
            <a:fld id="{6F716D94-026E-1240-A247-91A0127FD885}" type="slidenum">
              <a:rPr lang="en-US" altLang="en-US"/>
              <a:pPr/>
              <a:t>‹#›</a:t>
            </a:fld>
            <a:endParaRPr lang="en-US" altLang="en-US"/>
          </a:p>
        </p:txBody>
      </p:sp>
      <p:sp>
        <p:nvSpPr>
          <p:cNvPr id="21" name="Footer Placeholder 12"/>
          <p:cNvSpPr>
            <a:spLocks noGrp="1"/>
          </p:cNvSpPr>
          <p:nvPr>
            <p:ph type="ftr" sz="quarter" idx="37"/>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847754360"/>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ext Blocks - Horizontal chevrons with text">
    <p:spTree>
      <p:nvGrpSpPr>
        <p:cNvPr id="1" name=""/>
        <p:cNvGrpSpPr/>
        <p:nvPr/>
      </p:nvGrpSpPr>
      <p:grpSpPr>
        <a:xfrm>
          <a:off x="0" y="0"/>
          <a:ext cx="0" cy="0"/>
          <a:chOff x="0" y="0"/>
          <a:chExt cx="0" cy="0"/>
        </a:xfrm>
      </p:grpSpPr>
      <p:sp>
        <p:nvSpPr>
          <p:cNvPr id="10" name="Text Placeholder 19"/>
          <p:cNvSpPr>
            <a:spLocks noGrp="1"/>
          </p:cNvSpPr>
          <p:nvPr>
            <p:ph type="body" sz="quarter" idx="10"/>
          </p:nvPr>
        </p:nvSpPr>
        <p:spPr>
          <a:xfrm>
            <a:off x="528320" y="1600200"/>
            <a:ext cx="2438400" cy="1051560"/>
          </a:xfrm>
          <a:prstGeom prst="homePlate">
            <a:avLst>
              <a:gd name="adj" fmla="val 24892"/>
            </a:avLst>
          </a:prstGeom>
          <a:solidFill>
            <a:srgbClr val="B01C2E"/>
          </a:solidFill>
          <a:ln>
            <a:solidFill>
              <a:srgbClr val="B01C2E"/>
            </a:solidFill>
          </a:ln>
        </p:spPr>
        <p:txBody>
          <a:bodyPr anchor="ctr"/>
          <a:lstStyle>
            <a:lvl1pPr marL="0" indent="0">
              <a:buNone/>
              <a:defRPr sz="1200" b="1">
                <a:solidFill>
                  <a:srgbClr val="FFFFFF"/>
                </a:solidFill>
              </a:defRPr>
            </a:lvl1pPr>
          </a:lstStyle>
          <a:p>
            <a:pPr lvl="0"/>
            <a:r>
              <a:rPr lang="en-US"/>
              <a:t>Click to edit Master text styles</a:t>
            </a:r>
          </a:p>
        </p:txBody>
      </p:sp>
      <p:sp>
        <p:nvSpPr>
          <p:cNvPr id="11" name="Text Placeholder 19"/>
          <p:cNvSpPr>
            <a:spLocks noGrp="1"/>
          </p:cNvSpPr>
          <p:nvPr>
            <p:ph type="body" sz="quarter" idx="29"/>
          </p:nvPr>
        </p:nvSpPr>
        <p:spPr>
          <a:xfrm>
            <a:off x="3495040" y="1600200"/>
            <a:ext cx="816864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7" name="Text Placeholder 19"/>
          <p:cNvSpPr>
            <a:spLocks noGrp="1"/>
          </p:cNvSpPr>
          <p:nvPr>
            <p:ph type="body" sz="quarter" idx="30"/>
          </p:nvPr>
        </p:nvSpPr>
        <p:spPr>
          <a:xfrm>
            <a:off x="528320" y="2748280"/>
            <a:ext cx="2438400" cy="1051560"/>
          </a:xfrm>
          <a:prstGeom prst="homePlate">
            <a:avLst>
              <a:gd name="adj" fmla="val 24892"/>
            </a:avLst>
          </a:prstGeom>
          <a:solidFill>
            <a:srgbClr val="B01C2E"/>
          </a:solidFill>
          <a:ln>
            <a:solidFill>
              <a:srgbClr val="B01C2E"/>
            </a:solidFill>
          </a:ln>
        </p:spPr>
        <p:txBody>
          <a:bodyPr anchor="ctr"/>
          <a:lstStyle>
            <a:lvl1pPr marL="0" indent="0">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18" name="Text Placeholder 19"/>
          <p:cNvSpPr>
            <a:spLocks noGrp="1"/>
          </p:cNvSpPr>
          <p:nvPr>
            <p:ph type="body" sz="quarter" idx="31"/>
          </p:nvPr>
        </p:nvSpPr>
        <p:spPr>
          <a:xfrm>
            <a:off x="3495040" y="2748280"/>
            <a:ext cx="816864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9" name="Text Placeholder 19"/>
          <p:cNvSpPr>
            <a:spLocks noGrp="1"/>
          </p:cNvSpPr>
          <p:nvPr>
            <p:ph type="body" sz="quarter" idx="32"/>
          </p:nvPr>
        </p:nvSpPr>
        <p:spPr>
          <a:xfrm>
            <a:off x="528320" y="3896360"/>
            <a:ext cx="2438400" cy="1051560"/>
          </a:xfrm>
          <a:prstGeom prst="homePlate">
            <a:avLst>
              <a:gd name="adj" fmla="val 24892"/>
            </a:avLst>
          </a:prstGeom>
          <a:solidFill>
            <a:srgbClr val="B01C2E"/>
          </a:solidFill>
          <a:ln>
            <a:solidFill>
              <a:srgbClr val="B01C2E"/>
            </a:solidFill>
          </a:ln>
        </p:spPr>
        <p:txBody>
          <a:bodyPr anchor="ctr"/>
          <a:lstStyle>
            <a:lvl1pPr marL="0" indent="0">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0" name="Text Placeholder 19"/>
          <p:cNvSpPr>
            <a:spLocks noGrp="1"/>
          </p:cNvSpPr>
          <p:nvPr>
            <p:ph type="body" sz="quarter" idx="33"/>
          </p:nvPr>
        </p:nvSpPr>
        <p:spPr>
          <a:xfrm>
            <a:off x="3495040" y="3896360"/>
            <a:ext cx="816864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23" name="Text Placeholder 19"/>
          <p:cNvSpPr>
            <a:spLocks noGrp="1"/>
          </p:cNvSpPr>
          <p:nvPr>
            <p:ph type="body" sz="quarter" idx="34"/>
          </p:nvPr>
        </p:nvSpPr>
        <p:spPr>
          <a:xfrm>
            <a:off x="536355" y="5044440"/>
            <a:ext cx="2438400" cy="1051560"/>
          </a:xfrm>
          <a:prstGeom prst="homePlate">
            <a:avLst>
              <a:gd name="adj" fmla="val 24892"/>
            </a:avLst>
          </a:prstGeom>
          <a:solidFill>
            <a:srgbClr val="B01C2E"/>
          </a:solidFill>
          <a:ln>
            <a:solidFill>
              <a:srgbClr val="B01C2E"/>
            </a:solidFill>
          </a:ln>
        </p:spPr>
        <p:txBody>
          <a:bodyPr anchor="ctr"/>
          <a:lstStyle>
            <a:lvl1pPr marL="0" indent="0">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4" name="Text Placeholder 19"/>
          <p:cNvSpPr>
            <a:spLocks noGrp="1"/>
          </p:cNvSpPr>
          <p:nvPr>
            <p:ph type="body" sz="quarter" idx="35"/>
          </p:nvPr>
        </p:nvSpPr>
        <p:spPr>
          <a:xfrm>
            <a:off x="3503075" y="5044440"/>
            <a:ext cx="816864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2"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3" name="Slide Number Placeholder 9"/>
          <p:cNvSpPr>
            <a:spLocks noGrp="1"/>
          </p:cNvSpPr>
          <p:nvPr>
            <p:ph type="sldNum" sz="quarter" idx="36"/>
          </p:nvPr>
        </p:nvSpPr>
        <p:spPr/>
        <p:txBody>
          <a:bodyPr/>
          <a:lstStyle>
            <a:lvl1pPr>
              <a:defRPr/>
            </a:lvl1pPr>
          </a:lstStyle>
          <a:p>
            <a:fld id="{DDD5FA0E-3EAB-CB47-B428-C2E5915BFD66}" type="slidenum">
              <a:rPr lang="en-US" altLang="en-US"/>
              <a:pPr/>
              <a:t>‹#›</a:t>
            </a:fld>
            <a:endParaRPr lang="en-US" altLang="en-US"/>
          </a:p>
        </p:txBody>
      </p:sp>
      <p:sp>
        <p:nvSpPr>
          <p:cNvPr id="14" name="Footer Placeholder 12"/>
          <p:cNvSpPr>
            <a:spLocks noGrp="1"/>
          </p:cNvSpPr>
          <p:nvPr>
            <p:ph type="ftr" sz="quarter" idx="37"/>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86570538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ext Blocks - Vertical chevrons with text">
    <p:spTree>
      <p:nvGrpSpPr>
        <p:cNvPr id="1" name=""/>
        <p:cNvGrpSpPr/>
        <p:nvPr/>
      </p:nvGrpSpPr>
      <p:grpSpPr>
        <a:xfrm>
          <a:off x="0" y="0"/>
          <a:ext cx="0" cy="0"/>
          <a:chOff x="0" y="0"/>
          <a:chExt cx="0" cy="0"/>
        </a:xfrm>
      </p:grpSpPr>
      <p:sp>
        <p:nvSpPr>
          <p:cNvPr id="20" name="Text Placeholder 13"/>
          <p:cNvSpPr>
            <a:spLocks noGrp="1"/>
          </p:cNvSpPr>
          <p:nvPr>
            <p:ph type="body" sz="quarter" idx="17"/>
          </p:nvPr>
        </p:nvSpPr>
        <p:spPr>
          <a:xfrm rot="5400000">
            <a:off x="1187196" y="794005"/>
            <a:ext cx="1271016" cy="2426208"/>
          </a:xfrm>
          <a:prstGeom prst="chevron">
            <a:avLst>
              <a:gd name="adj" fmla="val 18344"/>
            </a:avLst>
          </a:prstGeom>
          <a:solidFill>
            <a:srgbClr val="B01C2E"/>
          </a:solidFill>
        </p:spPr>
        <p:txBody>
          <a:bodyPr vert="vert270" anchor="ctr"/>
          <a:lstStyle>
            <a:lvl1pPr algn="ctr">
              <a:buNone/>
              <a:defRPr sz="1200" b="1">
                <a:solidFill>
                  <a:srgbClr val="FFFFFF"/>
                </a:solidFill>
              </a:defRPr>
            </a:lvl1pPr>
          </a:lstStyle>
          <a:p>
            <a:pPr lvl="0"/>
            <a:r>
              <a:rPr lang="en-US"/>
              <a:t>Click to edit Master text styles</a:t>
            </a:r>
          </a:p>
        </p:txBody>
      </p:sp>
      <p:sp>
        <p:nvSpPr>
          <p:cNvPr id="14" name="Text Placeholder 19"/>
          <p:cNvSpPr>
            <a:spLocks noGrp="1"/>
          </p:cNvSpPr>
          <p:nvPr>
            <p:ph type="body" sz="quarter" idx="29"/>
          </p:nvPr>
        </p:nvSpPr>
        <p:spPr>
          <a:xfrm>
            <a:off x="3149600" y="1371600"/>
            <a:ext cx="829056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5" name="Text Placeholder 19"/>
          <p:cNvSpPr>
            <a:spLocks noGrp="1"/>
          </p:cNvSpPr>
          <p:nvPr>
            <p:ph type="body" sz="quarter" idx="30"/>
          </p:nvPr>
        </p:nvSpPr>
        <p:spPr>
          <a:xfrm>
            <a:off x="3149600" y="2474977"/>
            <a:ext cx="829056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6" name="Text Placeholder 19"/>
          <p:cNvSpPr>
            <a:spLocks noGrp="1"/>
          </p:cNvSpPr>
          <p:nvPr>
            <p:ph type="body" sz="quarter" idx="31"/>
          </p:nvPr>
        </p:nvSpPr>
        <p:spPr>
          <a:xfrm>
            <a:off x="3149600" y="3578353"/>
            <a:ext cx="829056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7" name="Text Placeholder 19"/>
          <p:cNvSpPr>
            <a:spLocks noGrp="1"/>
          </p:cNvSpPr>
          <p:nvPr>
            <p:ph type="body" sz="quarter" idx="32"/>
          </p:nvPr>
        </p:nvSpPr>
        <p:spPr>
          <a:xfrm>
            <a:off x="3149600" y="4681728"/>
            <a:ext cx="829056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1" name="Text Placeholder 13"/>
          <p:cNvSpPr>
            <a:spLocks noGrp="1"/>
          </p:cNvSpPr>
          <p:nvPr>
            <p:ph type="body" sz="quarter" idx="33"/>
          </p:nvPr>
        </p:nvSpPr>
        <p:spPr>
          <a:xfrm rot="5400000">
            <a:off x="1187196" y="1897381"/>
            <a:ext cx="1271016" cy="2426208"/>
          </a:xfrm>
          <a:prstGeom prst="chevron">
            <a:avLst>
              <a:gd name="adj" fmla="val 18344"/>
            </a:avLst>
          </a:prstGeom>
          <a:solidFill>
            <a:srgbClr val="B01C2E"/>
          </a:solidFill>
        </p:spPr>
        <p:txBody>
          <a:bodyPr vert="vert270" anchor="ctr"/>
          <a:lstStyle>
            <a:lvl1pPr algn="ctr">
              <a:buNone/>
              <a:defRPr sz="1200" b="1">
                <a:solidFill>
                  <a:srgbClr val="FFFFFF"/>
                </a:solidFill>
              </a:defRPr>
            </a:lvl1pPr>
          </a:lstStyle>
          <a:p>
            <a:pPr lvl="0"/>
            <a:r>
              <a:rPr lang="en-US"/>
              <a:t>Click to edit Master text styles</a:t>
            </a:r>
          </a:p>
        </p:txBody>
      </p:sp>
      <p:sp>
        <p:nvSpPr>
          <p:cNvPr id="22" name="Text Placeholder 13"/>
          <p:cNvSpPr>
            <a:spLocks noGrp="1"/>
          </p:cNvSpPr>
          <p:nvPr>
            <p:ph type="body" sz="quarter" idx="34"/>
          </p:nvPr>
        </p:nvSpPr>
        <p:spPr>
          <a:xfrm rot="5400000">
            <a:off x="1187196" y="3000757"/>
            <a:ext cx="1271016" cy="2426208"/>
          </a:xfrm>
          <a:prstGeom prst="chevron">
            <a:avLst>
              <a:gd name="adj" fmla="val 18344"/>
            </a:avLst>
          </a:prstGeom>
          <a:solidFill>
            <a:srgbClr val="B01C2E"/>
          </a:solidFill>
        </p:spPr>
        <p:txBody>
          <a:bodyPr vert="vert270" anchor="ctr"/>
          <a:lstStyle>
            <a:lvl1pPr algn="ctr">
              <a:buNone/>
              <a:defRPr sz="1200" b="1">
                <a:solidFill>
                  <a:srgbClr val="FFFFFF"/>
                </a:solidFill>
              </a:defRPr>
            </a:lvl1pPr>
          </a:lstStyle>
          <a:p>
            <a:pPr lvl="0"/>
            <a:r>
              <a:rPr lang="en-US"/>
              <a:t>Click to edit Master text styles</a:t>
            </a:r>
          </a:p>
        </p:txBody>
      </p:sp>
      <p:sp>
        <p:nvSpPr>
          <p:cNvPr id="23" name="Text Placeholder 13"/>
          <p:cNvSpPr>
            <a:spLocks noGrp="1"/>
          </p:cNvSpPr>
          <p:nvPr>
            <p:ph type="body" sz="quarter" idx="35"/>
          </p:nvPr>
        </p:nvSpPr>
        <p:spPr>
          <a:xfrm rot="5400000">
            <a:off x="1187196" y="4104132"/>
            <a:ext cx="1271016" cy="2426208"/>
          </a:xfrm>
          <a:prstGeom prst="chevron">
            <a:avLst>
              <a:gd name="adj" fmla="val 18344"/>
            </a:avLst>
          </a:prstGeom>
          <a:solidFill>
            <a:srgbClr val="B01C2E"/>
          </a:solidFill>
        </p:spPr>
        <p:txBody>
          <a:bodyPr vert="vert270" anchor="ctr"/>
          <a:lstStyle>
            <a:lvl1pPr algn="ctr">
              <a:buNone/>
              <a:defRPr sz="1200" b="1">
                <a:solidFill>
                  <a:srgbClr val="FFFFFF"/>
                </a:solidFill>
              </a:defRPr>
            </a:lvl1pPr>
          </a:lstStyle>
          <a:p>
            <a:pPr lvl="0"/>
            <a:r>
              <a:rPr lang="en-US"/>
              <a:t>Click to edit Master text styles</a:t>
            </a:r>
          </a:p>
        </p:txBody>
      </p:sp>
      <p:sp>
        <p:nvSpPr>
          <p:cNvPr id="11" name="Slide Number Placeholder 9"/>
          <p:cNvSpPr>
            <a:spLocks noGrp="1"/>
          </p:cNvSpPr>
          <p:nvPr>
            <p:ph type="sldNum" sz="quarter" idx="36"/>
          </p:nvPr>
        </p:nvSpPr>
        <p:spPr/>
        <p:txBody>
          <a:bodyPr/>
          <a:lstStyle>
            <a:lvl1pPr>
              <a:defRPr/>
            </a:lvl1pPr>
          </a:lstStyle>
          <a:p>
            <a:fld id="{4835DA82-056E-9542-8819-BE1B86DFF077}" type="slidenum">
              <a:rPr lang="en-US" altLang="en-US"/>
              <a:pPr/>
              <a:t>‹#›</a:t>
            </a:fld>
            <a:endParaRPr lang="en-US" altLang="en-US"/>
          </a:p>
        </p:txBody>
      </p:sp>
      <p:sp>
        <p:nvSpPr>
          <p:cNvPr id="12" name="Footer Placeholder 12"/>
          <p:cNvSpPr>
            <a:spLocks noGrp="1"/>
          </p:cNvSpPr>
          <p:nvPr>
            <p:ph type="ftr" sz="quarter" idx="37"/>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113127977"/>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Matrix">
    <p:spTree>
      <p:nvGrpSpPr>
        <p:cNvPr id="1" name=""/>
        <p:cNvGrpSpPr/>
        <p:nvPr/>
      </p:nvGrpSpPr>
      <p:grpSpPr>
        <a:xfrm>
          <a:off x="0" y="0"/>
          <a:ext cx="0" cy="0"/>
          <a:chOff x="0" y="0"/>
          <a:chExt cx="0" cy="0"/>
        </a:xfrm>
      </p:grpSpPr>
      <p:sp>
        <p:nvSpPr>
          <p:cNvPr id="11" name="AutoShape 8"/>
          <p:cNvSpPr>
            <a:spLocks noChangeArrowheads="1"/>
          </p:cNvSpPr>
          <p:nvPr userDrawn="1"/>
        </p:nvSpPr>
        <p:spPr bwMode="auto">
          <a:xfrm rot="5400000">
            <a:off x="7797801" y="3117850"/>
            <a:ext cx="4406900" cy="1828800"/>
          </a:xfrm>
          <a:prstGeom prst="homePlate">
            <a:avLst>
              <a:gd name="adj" fmla="val 19772"/>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2" name="AutoShape 4"/>
          <p:cNvSpPr>
            <a:spLocks noChangeArrowheads="1"/>
          </p:cNvSpPr>
          <p:nvPr userDrawn="1"/>
        </p:nvSpPr>
        <p:spPr bwMode="auto">
          <a:xfrm rot="5400000">
            <a:off x="-277813" y="3122613"/>
            <a:ext cx="4416425" cy="18288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3" name="AutoShape 5"/>
          <p:cNvSpPr>
            <a:spLocks noChangeArrowheads="1"/>
          </p:cNvSpPr>
          <p:nvPr userDrawn="1"/>
        </p:nvSpPr>
        <p:spPr bwMode="auto">
          <a:xfrm rot="5400000">
            <a:off x="1741488" y="3122613"/>
            <a:ext cx="4416425" cy="18288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4" name="AutoShape 6"/>
          <p:cNvSpPr>
            <a:spLocks noChangeArrowheads="1"/>
          </p:cNvSpPr>
          <p:nvPr userDrawn="1"/>
        </p:nvSpPr>
        <p:spPr bwMode="auto">
          <a:xfrm rot="5400000">
            <a:off x="3758672" y="3122613"/>
            <a:ext cx="4416425" cy="1828800"/>
          </a:xfrm>
          <a:prstGeom prst="homePlate">
            <a:avLst>
              <a:gd name="adj" fmla="val 19772"/>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5" name="AutoShape 7"/>
          <p:cNvSpPr>
            <a:spLocks noChangeArrowheads="1"/>
          </p:cNvSpPr>
          <p:nvPr userDrawn="1"/>
        </p:nvSpPr>
        <p:spPr bwMode="auto">
          <a:xfrm rot="5400000">
            <a:off x="5777972" y="3122613"/>
            <a:ext cx="4416425" cy="18288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7" name="Text Placeholder 16"/>
          <p:cNvSpPr>
            <a:spLocks noGrp="1"/>
          </p:cNvSpPr>
          <p:nvPr>
            <p:ph type="body" sz="quarter" idx="10"/>
          </p:nvPr>
        </p:nvSpPr>
        <p:spPr>
          <a:xfrm>
            <a:off x="1016000" y="1417320"/>
            <a:ext cx="1828800" cy="457200"/>
          </a:xfrm>
          <a:prstGeom prst="rect">
            <a:avLst/>
          </a:prstGeom>
          <a:solidFill>
            <a:srgbClr val="4D4D4D"/>
          </a:solidFill>
        </p:spPr>
        <p:txBody>
          <a:bodyPr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18" name="Text Placeholder 16"/>
          <p:cNvSpPr>
            <a:spLocks noGrp="1"/>
          </p:cNvSpPr>
          <p:nvPr>
            <p:ph type="body" sz="quarter" idx="11"/>
          </p:nvPr>
        </p:nvSpPr>
        <p:spPr>
          <a:xfrm>
            <a:off x="3035300" y="1417320"/>
            <a:ext cx="1828800" cy="457200"/>
          </a:xfrm>
          <a:prstGeom prst="rect">
            <a:avLst/>
          </a:prstGeom>
          <a:solidFill>
            <a:srgbClr val="4D4D4D"/>
          </a:solidFill>
        </p:spPr>
        <p:txBody>
          <a:bodyPr anchor="ctr"/>
          <a:lstStyle>
            <a:lvl1pPr marL="0" indent="0" algn="ctr">
              <a:spcBef>
                <a:spcPts val="0"/>
              </a:spcBef>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19" name="Text Placeholder 16"/>
          <p:cNvSpPr>
            <a:spLocks noGrp="1"/>
          </p:cNvSpPr>
          <p:nvPr>
            <p:ph type="body" sz="quarter" idx="12"/>
          </p:nvPr>
        </p:nvSpPr>
        <p:spPr>
          <a:xfrm>
            <a:off x="5052484" y="1417320"/>
            <a:ext cx="1828800" cy="457200"/>
          </a:xfrm>
          <a:prstGeom prst="rect">
            <a:avLst/>
          </a:prstGeom>
          <a:solidFill>
            <a:srgbClr val="4D4D4D"/>
          </a:solidFill>
        </p:spPr>
        <p:txBody>
          <a:bodyPr anchor="ctr"/>
          <a:lstStyle>
            <a:lvl1pPr marL="0" indent="0" algn="ctr">
              <a:spcBef>
                <a:spcPts val="0"/>
              </a:spcBef>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0" name="Text Placeholder 16"/>
          <p:cNvSpPr>
            <a:spLocks noGrp="1"/>
          </p:cNvSpPr>
          <p:nvPr>
            <p:ph type="body" sz="quarter" idx="13"/>
          </p:nvPr>
        </p:nvSpPr>
        <p:spPr>
          <a:xfrm>
            <a:off x="7071784" y="1417320"/>
            <a:ext cx="1828800" cy="457200"/>
          </a:xfrm>
          <a:prstGeom prst="rect">
            <a:avLst/>
          </a:prstGeom>
          <a:solidFill>
            <a:srgbClr val="4D4D4D"/>
          </a:solidFill>
        </p:spPr>
        <p:txBody>
          <a:bodyPr anchor="ctr"/>
          <a:lstStyle>
            <a:lvl1pPr marL="0" indent="0" algn="ctr">
              <a:spcBef>
                <a:spcPts val="0"/>
              </a:spcBef>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1" name="Text Placeholder 16"/>
          <p:cNvSpPr>
            <a:spLocks noGrp="1"/>
          </p:cNvSpPr>
          <p:nvPr>
            <p:ph type="body" sz="quarter" idx="14"/>
          </p:nvPr>
        </p:nvSpPr>
        <p:spPr>
          <a:xfrm>
            <a:off x="9086851" y="1417320"/>
            <a:ext cx="1828800" cy="457200"/>
          </a:xfrm>
          <a:prstGeom prst="rect">
            <a:avLst/>
          </a:prstGeom>
          <a:solidFill>
            <a:srgbClr val="4D4D4D"/>
          </a:solidFill>
        </p:spPr>
        <p:txBody>
          <a:bodyPr anchor="ctr"/>
          <a:lstStyle>
            <a:lvl1pPr marL="0" indent="0" algn="ctr">
              <a:spcBef>
                <a:spcPts val="0"/>
              </a:spcBef>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6" name="Text Placeholder 19"/>
          <p:cNvSpPr>
            <a:spLocks noGrp="1"/>
          </p:cNvSpPr>
          <p:nvPr>
            <p:ph type="body" sz="quarter" idx="15"/>
          </p:nvPr>
        </p:nvSpPr>
        <p:spPr>
          <a:xfrm>
            <a:off x="812800" y="2133601"/>
            <a:ext cx="10521696"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vl4pPr marL="685800">
              <a:buClr>
                <a:srgbClr val="B01C2E"/>
              </a:buClr>
              <a:buFont typeface="Arial" pitchFamily="34" charset="0"/>
              <a:buChar char="–"/>
              <a:defRPr sz="1200"/>
            </a:lvl4pPr>
          </a:lstStyle>
          <a:p>
            <a:pPr lvl="0"/>
            <a:r>
              <a:rPr lang="en-US"/>
              <a:t>Click to edit Master text styles</a:t>
            </a:r>
          </a:p>
          <a:p>
            <a:pPr lvl="1"/>
            <a:r>
              <a:rPr lang="en-US"/>
              <a:t>Second level</a:t>
            </a:r>
          </a:p>
          <a:p>
            <a:pPr lvl="2"/>
            <a:r>
              <a:rPr lang="en-US"/>
              <a:t>Third level</a:t>
            </a:r>
          </a:p>
        </p:txBody>
      </p:sp>
      <p:sp>
        <p:nvSpPr>
          <p:cNvPr id="31" name="Text Placeholder 19"/>
          <p:cNvSpPr>
            <a:spLocks noGrp="1"/>
          </p:cNvSpPr>
          <p:nvPr>
            <p:ph type="body" sz="quarter" idx="21"/>
          </p:nvPr>
        </p:nvSpPr>
        <p:spPr>
          <a:xfrm>
            <a:off x="812800" y="3390901"/>
            <a:ext cx="10521696"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vl4pPr>
              <a:defRPr lang="en-US" sz="1200" kern="1200" dirty="0">
                <a:solidFill>
                  <a:schemeClr val="tx1"/>
                </a:solidFill>
                <a:latin typeface="+mn-lt"/>
                <a:ea typeface="+mn-ea"/>
                <a:cs typeface="+mn-cs"/>
              </a:defRPr>
            </a:lvl4pPr>
          </a:lstStyle>
          <a:p>
            <a:pPr lvl="0"/>
            <a:r>
              <a:rPr lang="en-US"/>
              <a:t>Click to edit Master text styles</a:t>
            </a:r>
          </a:p>
          <a:p>
            <a:pPr lvl="1"/>
            <a:r>
              <a:rPr lang="en-US"/>
              <a:t>Second level</a:t>
            </a:r>
          </a:p>
          <a:p>
            <a:pPr lvl="2"/>
            <a:r>
              <a:rPr lang="en-US"/>
              <a:t>Third level</a:t>
            </a:r>
          </a:p>
        </p:txBody>
      </p:sp>
      <p:sp>
        <p:nvSpPr>
          <p:cNvPr id="32" name="Text Placeholder 19"/>
          <p:cNvSpPr>
            <a:spLocks noGrp="1"/>
          </p:cNvSpPr>
          <p:nvPr>
            <p:ph type="body" sz="quarter" idx="22"/>
          </p:nvPr>
        </p:nvSpPr>
        <p:spPr>
          <a:xfrm>
            <a:off x="812800" y="4648200"/>
            <a:ext cx="10521696"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vl4pPr>
              <a:defRPr lang="en-US" sz="1200" kern="1200" dirty="0">
                <a:solidFill>
                  <a:schemeClr val="tx1"/>
                </a:solidFill>
                <a:latin typeface="+mn-lt"/>
                <a:ea typeface="+mn-ea"/>
                <a:cs typeface="+mn-cs"/>
              </a:defRPr>
            </a:lvl4pPr>
          </a:lstStyle>
          <a:p>
            <a:pPr lvl="0"/>
            <a:r>
              <a:rPr lang="en-US"/>
              <a:t>Click to edit Master text styles</a:t>
            </a:r>
          </a:p>
          <a:p>
            <a:pPr lvl="1"/>
            <a:r>
              <a:rPr lang="en-US"/>
              <a:t>Second level</a:t>
            </a:r>
          </a:p>
          <a:p>
            <a:pPr lvl="2"/>
            <a:r>
              <a:rPr lang="en-US"/>
              <a:t>Third level</a:t>
            </a:r>
          </a:p>
        </p:txBody>
      </p:sp>
      <p:sp>
        <p:nvSpPr>
          <p:cNvPr id="2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6" name="Slide Number Placeholder 9"/>
          <p:cNvSpPr>
            <a:spLocks noGrp="1"/>
          </p:cNvSpPr>
          <p:nvPr>
            <p:ph type="sldNum" sz="quarter" idx="23"/>
          </p:nvPr>
        </p:nvSpPr>
        <p:spPr/>
        <p:txBody>
          <a:bodyPr/>
          <a:lstStyle>
            <a:lvl1pPr>
              <a:defRPr/>
            </a:lvl1pPr>
          </a:lstStyle>
          <a:p>
            <a:fld id="{4755A724-3117-D848-90FF-6F79FEC20653}" type="slidenum">
              <a:rPr lang="en-US" altLang="en-US"/>
              <a:pPr/>
              <a:t>‹#›</a:t>
            </a:fld>
            <a:endParaRPr lang="en-US" altLang="en-US"/>
          </a:p>
        </p:txBody>
      </p:sp>
      <p:sp>
        <p:nvSpPr>
          <p:cNvPr id="22" name="Footer Placeholder 21"/>
          <p:cNvSpPr>
            <a:spLocks noGrp="1"/>
          </p:cNvSpPr>
          <p:nvPr>
            <p:ph type="ftr" sz="quarter" idx="24"/>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187194213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ext Blocks - Chevrons resulting From">
    <p:spTree>
      <p:nvGrpSpPr>
        <p:cNvPr id="1" name=""/>
        <p:cNvGrpSpPr/>
        <p:nvPr/>
      </p:nvGrpSpPr>
      <p:grpSpPr>
        <a:xfrm>
          <a:off x="0" y="0"/>
          <a:ext cx="0" cy="0"/>
          <a:chOff x="0" y="0"/>
          <a:chExt cx="0" cy="0"/>
        </a:xfrm>
      </p:grpSpPr>
      <p:sp>
        <p:nvSpPr>
          <p:cNvPr id="21" name="Text Placeholder 12"/>
          <p:cNvSpPr>
            <a:spLocks noGrp="1"/>
          </p:cNvSpPr>
          <p:nvPr>
            <p:ph type="body" sz="quarter" idx="18"/>
          </p:nvPr>
        </p:nvSpPr>
        <p:spPr>
          <a:xfrm>
            <a:off x="4364736" y="1444752"/>
            <a:ext cx="3462528" cy="3968496"/>
          </a:xfrm>
          <a:prstGeom prst="rect">
            <a:avLst/>
          </a:prstGeom>
        </p:spPr>
        <p:txBody>
          <a:bodyPr wrap="square" lIns="640080" rIns="640080" anchor="ctr" anchorCtr="1">
            <a:noAutofit/>
          </a:bodyPr>
          <a:lstStyle>
            <a:lvl1pPr marL="0" indent="0" algn="ctr">
              <a:spcBef>
                <a:spcPts val="0"/>
              </a:spcBef>
              <a:spcAft>
                <a:spcPts val="0"/>
              </a:spcAft>
              <a:buNone/>
              <a:defRPr sz="1200" b="1"/>
            </a:lvl1pPr>
          </a:lstStyle>
          <a:p>
            <a:pPr lvl="0"/>
            <a:r>
              <a:rPr lang="en-US"/>
              <a:t>Click to edit Master text styles</a:t>
            </a:r>
          </a:p>
        </p:txBody>
      </p:sp>
      <p:sp>
        <p:nvSpPr>
          <p:cNvPr id="14" name="Text Placeholder 19"/>
          <p:cNvSpPr>
            <a:spLocks noGrp="1"/>
          </p:cNvSpPr>
          <p:nvPr>
            <p:ph type="body" sz="quarter" idx="15"/>
          </p:nvPr>
        </p:nvSpPr>
        <p:spPr>
          <a:xfrm>
            <a:off x="7160768" y="152400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8" name="Text Placeholder 19"/>
          <p:cNvSpPr>
            <a:spLocks noGrp="1"/>
          </p:cNvSpPr>
          <p:nvPr>
            <p:ph type="body" sz="quarter" idx="31"/>
          </p:nvPr>
        </p:nvSpPr>
        <p:spPr>
          <a:xfrm flipH="1">
            <a:off x="812800" y="152400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9" name="Text Placeholder 19"/>
          <p:cNvSpPr>
            <a:spLocks noGrp="1"/>
          </p:cNvSpPr>
          <p:nvPr>
            <p:ph type="body" sz="quarter" idx="32"/>
          </p:nvPr>
        </p:nvSpPr>
        <p:spPr>
          <a:xfrm>
            <a:off x="7160768" y="255016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20" name="Text Placeholder 19"/>
          <p:cNvSpPr>
            <a:spLocks noGrp="1"/>
          </p:cNvSpPr>
          <p:nvPr>
            <p:ph type="body" sz="quarter" idx="33"/>
          </p:nvPr>
        </p:nvSpPr>
        <p:spPr>
          <a:xfrm flipH="1">
            <a:off x="812800" y="255016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28" name="Text Placeholder 19"/>
          <p:cNvSpPr>
            <a:spLocks noGrp="1"/>
          </p:cNvSpPr>
          <p:nvPr>
            <p:ph type="body" sz="quarter" idx="34"/>
          </p:nvPr>
        </p:nvSpPr>
        <p:spPr>
          <a:xfrm>
            <a:off x="7160768" y="357632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32" name="Text Placeholder 19"/>
          <p:cNvSpPr>
            <a:spLocks noGrp="1"/>
          </p:cNvSpPr>
          <p:nvPr>
            <p:ph type="body" sz="quarter" idx="35"/>
          </p:nvPr>
        </p:nvSpPr>
        <p:spPr>
          <a:xfrm flipH="1">
            <a:off x="812800" y="357632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33" name="Text Placeholder 19"/>
          <p:cNvSpPr>
            <a:spLocks noGrp="1"/>
          </p:cNvSpPr>
          <p:nvPr>
            <p:ph type="body" sz="quarter" idx="36"/>
          </p:nvPr>
        </p:nvSpPr>
        <p:spPr>
          <a:xfrm>
            <a:off x="7160768" y="460248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34" name="Text Placeholder 19"/>
          <p:cNvSpPr>
            <a:spLocks noGrp="1"/>
          </p:cNvSpPr>
          <p:nvPr>
            <p:ph type="body" sz="quarter" idx="37"/>
          </p:nvPr>
        </p:nvSpPr>
        <p:spPr>
          <a:xfrm flipH="1">
            <a:off x="812800" y="460248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2" name="Slide Number Placeholder 9"/>
          <p:cNvSpPr>
            <a:spLocks noGrp="1"/>
          </p:cNvSpPr>
          <p:nvPr>
            <p:ph type="sldNum" sz="quarter" idx="38"/>
          </p:nvPr>
        </p:nvSpPr>
        <p:spPr/>
        <p:txBody>
          <a:bodyPr/>
          <a:lstStyle>
            <a:lvl1pPr>
              <a:defRPr/>
            </a:lvl1pPr>
          </a:lstStyle>
          <a:p>
            <a:fld id="{BA6B416F-5AE6-D74C-AE38-5D34E63DFA9A}" type="slidenum">
              <a:rPr lang="en-US" altLang="en-US"/>
              <a:pPr/>
              <a:t>‹#›</a:t>
            </a:fld>
            <a:endParaRPr lang="en-US" altLang="en-US"/>
          </a:p>
        </p:txBody>
      </p:sp>
      <p:sp>
        <p:nvSpPr>
          <p:cNvPr id="15" name="Footer Placeholder 12"/>
          <p:cNvSpPr>
            <a:spLocks noGrp="1"/>
          </p:cNvSpPr>
          <p:nvPr>
            <p:ph type="ftr" sz="quarter" idx="39"/>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1235410699"/>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ext Blocks - Chevrons leading to">
    <p:spTree>
      <p:nvGrpSpPr>
        <p:cNvPr id="1" name=""/>
        <p:cNvGrpSpPr/>
        <p:nvPr/>
      </p:nvGrpSpPr>
      <p:grpSpPr>
        <a:xfrm>
          <a:off x="0" y="0"/>
          <a:ext cx="0" cy="0"/>
          <a:chOff x="0" y="0"/>
          <a:chExt cx="0" cy="0"/>
        </a:xfrm>
      </p:grpSpPr>
      <p:sp>
        <p:nvSpPr>
          <p:cNvPr id="19" name="Text Placeholder 12"/>
          <p:cNvSpPr>
            <a:spLocks noGrp="1"/>
          </p:cNvSpPr>
          <p:nvPr>
            <p:ph type="body" sz="quarter" idx="18"/>
          </p:nvPr>
        </p:nvSpPr>
        <p:spPr>
          <a:xfrm>
            <a:off x="8331200" y="1420504"/>
            <a:ext cx="3450336" cy="4800600"/>
          </a:xfrm>
          <a:prstGeom prst="rect">
            <a:avLst/>
          </a:prstGeom>
          <a:noFill/>
          <a:ln>
            <a:solidFill>
              <a:srgbClr val="C0C0C0"/>
            </a:solidFill>
          </a:ln>
        </p:spPr>
        <p:txBody>
          <a:bodyPr wrap="square" lIns="91440" anchor="t" anchorCtr="0">
            <a:noAutofit/>
          </a:bodyPr>
          <a:lstStyle>
            <a:lvl1pPr marL="233363" indent="-233363" algn="l">
              <a:spcBef>
                <a:spcPts val="200"/>
              </a:spcBef>
              <a:buClr>
                <a:srgbClr val="B01C2E"/>
              </a:buClr>
              <a:buFont typeface="Wingdings 2" pitchFamily="18" charset="2"/>
              <a:buChar char=""/>
              <a:defRPr sz="1200" baseline="0"/>
            </a:lvl1pPr>
            <a:lvl2pPr marL="338138" indent="-173038">
              <a:spcBef>
                <a:spcPts val="200"/>
              </a:spcBef>
              <a:buClr>
                <a:srgbClr val="B01C2E"/>
              </a:buClr>
              <a:buFont typeface="Arial" pitchFamily="34" charset="0"/>
              <a:buChar char="•"/>
              <a:tabLst/>
              <a:defRPr sz="1200" baseline="0"/>
            </a:lvl2pPr>
            <a:lvl3pPr marL="502920" indent="-173038">
              <a:spcBef>
                <a:spcPts val="200"/>
              </a:spcBef>
              <a:buClr>
                <a:srgbClr val="B01C2E"/>
              </a:buClr>
              <a:buFont typeface="Arial" pitchFamily="34" charset="0"/>
              <a:buChar char="–"/>
              <a:defRPr sz="1200" baseline="0"/>
            </a:lvl3pPr>
            <a:lvl4pPr marL="685800" indent="-173736">
              <a:spcBef>
                <a:spcPts val="200"/>
              </a:spcBef>
              <a:buClr>
                <a:srgbClr val="B01C2E"/>
              </a:buClr>
              <a:buFont typeface="Arial" pitchFamily="34" charset="0"/>
              <a:buChar char="–"/>
              <a:tabLst/>
              <a:defRPr sz="1200"/>
            </a:lvl4pPr>
            <a:lvl5pPr marL="850392" indent="-173736">
              <a:spcBef>
                <a:spcPts val="200"/>
              </a:spcBef>
              <a:buClr>
                <a:srgbClr val="B01C2E"/>
              </a:buClr>
              <a:buFont typeface="Arial" pitchFamily="34" charset="0"/>
              <a:buChar char="–"/>
              <a:defRPr sz="1200"/>
            </a:lvl5pPr>
            <a:lvl6pPr marL="1115568">
              <a:buClr>
                <a:srgbClr val="B01C1A"/>
              </a:buClr>
              <a:buFont typeface="Arial" pitchFamily="34" charset="0"/>
              <a:buChar char="–"/>
              <a:defRPr sz="1200"/>
            </a:lvl6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19"/>
          <p:cNvSpPr>
            <a:spLocks noGrp="1"/>
          </p:cNvSpPr>
          <p:nvPr>
            <p:ph type="body" sz="quarter" idx="15"/>
          </p:nvPr>
        </p:nvSpPr>
        <p:spPr>
          <a:xfrm>
            <a:off x="670560" y="15544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1" name="Text Placeholder 19"/>
          <p:cNvSpPr>
            <a:spLocks noGrp="1"/>
          </p:cNvSpPr>
          <p:nvPr>
            <p:ph type="body" sz="quarter" idx="21"/>
          </p:nvPr>
        </p:nvSpPr>
        <p:spPr>
          <a:xfrm>
            <a:off x="670560" y="27482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2" name="Text Placeholder 19"/>
          <p:cNvSpPr>
            <a:spLocks noGrp="1"/>
          </p:cNvSpPr>
          <p:nvPr>
            <p:ph type="body" sz="quarter" idx="22"/>
          </p:nvPr>
        </p:nvSpPr>
        <p:spPr>
          <a:xfrm>
            <a:off x="670560" y="39420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6" name="Text Placeholder 19"/>
          <p:cNvSpPr>
            <a:spLocks noGrp="1"/>
          </p:cNvSpPr>
          <p:nvPr>
            <p:ph type="body" sz="quarter" idx="23"/>
          </p:nvPr>
        </p:nvSpPr>
        <p:spPr>
          <a:xfrm>
            <a:off x="670560" y="51358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8" name="Slide Number Placeholder 9"/>
          <p:cNvSpPr>
            <a:spLocks noGrp="1"/>
          </p:cNvSpPr>
          <p:nvPr>
            <p:ph type="sldNum" sz="quarter" idx="24"/>
          </p:nvPr>
        </p:nvSpPr>
        <p:spPr/>
        <p:txBody>
          <a:bodyPr/>
          <a:lstStyle>
            <a:lvl1pPr>
              <a:defRPr/>
            </a:lvl1pPr>
          </a:lstStyle>
          <a:p>
            <a:fld id="{12EFD6B5-614C-464C-AC16-8E45A0815BB5}" type="slidenum">
              <a:rPr lang="en-US" altLang="en-US"/>
              <a:pPr/>
              <a:t>‹#›</a:t>
            </a:fld>
            <a:endParaRPr lang="en-US" altLang="en-US"/>
          </a:p>
        </p:txBody>
      </p:sp>
      <p:sp>
        <p:nvSpPr>
          <p:cNvPr id="13" name="Footer Placeholder 12"/>
          <p:cNvSpPr>
            <a:spLocks noGrp="1"/>
          </p:cNvSpPr>
          <p:nvPr>
            <p:ph type="ftr" sz="quarter" idx="25"/>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170695512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Phases and threads with arrows">
    <p:spTree>
      <p:nvGrpSpPr>
        <p:cNvPr id="1" name=""/>
        <p:cNvGrpSpPr/>
        <p:nvPr/>
      </p:nvGrpSpPr>
      <p:grpSpPr>
        <a:xfrm>
          <a:off x="0" y="0"/>
          <a:ext cx="0" cy="0"/>
          <a:chOff x="0" y="0"/>
          <a:chExt cx="0" cy="0"/>
        </a:xfrm>
      </p:grpSpPr>
      <p:sp>
        <p:nvSpPr>
          <p:cNvPr id="32" name="Text Placeholder 19"/>
          <p:cNvSpPr>
            <a:spLocks noGrp="1"/>
          </p:cNvSpPr>
          <p:nvPr>
            <p:ph type="body" sz="quarter" idx="15"/>
          </p:nvPr>
        </p:nvSpPr>
        <p:spPr>
          <a:xfrm>
            <a:off x="406400" y="2362200"/>
            <a:ext cx="8156448"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1000" b="1"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p:txBody>
      </p:sp>
      <p:sp>
        <p:nvSpPr>
          <p:cNvPr id="33" name="Text Placeholder 19"/>
          <p:cNvSpPr>
            <a:spLocks noGrp="1"/>
          </p:cNvSpPr>
          <p:nvPr>
            <p:ph type="body" sz="quarter" idx="33"/>
          </p:nvPr>
        </p:nvSpPr>
        <p:spPr>
          <a:xfrm>
            <a:off x="406400" y="3491484"/>
            <a:ext cx="8128000"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1000" b="1"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p:txBody>
      </p:sp>
      <p:sp>
        <p:nvSpPr>
          <p:cNvPr id="36" name="Text Placeholder 19"/>
          <p:cNvSpPr>
            <a:spLocks noGrp="1"/>
          </p:cNvSpPr>
          <p:nvPr>
            <p:ph type="body" sz="quarter" idx="34"/>
          </p:nvPr>
        </p:nvSpPr>
        <p:spPr>
          <a:xfrm>
            <a:off x="406400" y="4620768"/>
            <a:ext cx="8128000"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1000" b="1"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p:txBody>
      </p:sp>
      <p:sp>
        <p:nvSpPr>
          <p:cNvPr id="26" name="Text Placeholder 25"/>
          <p:cNvSpPr>
            <a:spLocks noGrp="1"/>
          </p:cNvSpPr>
          <p:nvPr>
            <p:ph type="body" sz="quarter" idx="21"/>
          </p:nvPr>
        </p:nvSpPr>
        <p:spPr>
          <a:xfrm>
            <a:off x="8548577" y="1417320"/>
            <a:ext cx="2804160" cy="429768"/>
          </a:xfrm>
          <a:prstGeom prst="rect">
            <a:avLst/>
          </a:prstGeom>
          <a:solidFill>
            <a:srgbClr val="B01C2E"/>
          </a:solidFill>
          <a:ln>
            <a:solidFill>
              <a:srgbClr val="B01C2E"/>
            </a:solidFill>
          </a:ln>
        </p:spPr>
        <p:txBody>
          <a:bodyPr anchor="ctr"/>
          <a:lstStyle>
            <a:lvl1pPr algn="ctr">
              <a:buNone/>
              <a:defRPr sz="1200" b="1">
                <a:solidFill>
                  <a:srgbClr val="FFFFFF"/>
                </a:solidFill>
              </a:defRPr>
            </a:lvl1pPr>
          </a:lstStyle>
          <a:p>
            <a:pPr lvl="0"/>
            <a:r>
              <a:rPr lang="en-US"/>
              <a:t>Click to edit Master text styles</a:t>
            </a:r>
          </a:p>
        </p:txBody>
      </p:sp>
      <p:sp>
        <p:nvSpPr>
          <p:cNvPr id="17" name="Text Placeholder 12"/>
          <p:cNvSpPr>
            <a:spLocks noGrp="1"/>
          </p:cNvSpPr>
          <p:nvPr>
            <p:ph type="body" sz="quarter" idx="27"/>
          </p:nvPr>
        </p:nvSpPr>
        <p:spPr>
          <a:xfrm>
            <a:off x="5854700" y="2136788"/>
            <a:ext cx="1975104" cy="3657600"/>
          </a:xfrm>
          <a:prstGeom prst="rect">
            <a:avLst/>
          </a:prstGeom>
          <a:solidFill>
            <a:srgbClr val="FFFFFF"/>
          </a:solidFill>
          <a:ln>
            <a:solidFill>
              <a:srgbClr val="C0C0C0"/>
            </a:solidFill>
          </a:ln>
        </p:spPr>
        <p:txBody>
          <a:bodyPr wrap="square" lIns="91440" anchor="t" anchorCtr="0">
            <a:noAutofit/>
          </a:bodyPr>
          <a:lstStyle>
            <a:lvl1pPr marL="233363" indent="-233363" algn="l">
              <a:spcBef>
                <a:spcPts val="200"/>
              </a:spcBef>
              <a:buClr>
                <a:srgbClr val="B01C2E"/>
              </a:buClr>
              <a:buFont typeface="Wingdings 2" pitchFamily="18" charset="2"/>
              <a:buChar char=""/>
              <a:defRPr sz="1000" baseline="0"/>
            </a:lvl1pPr>
            <a:lvl2pPr marL="338138" indent="-173038">
              <a:spcBef>
                <a:spcPts val="200"/>
              </a:spcBef>
              <a:buClr>
                <a:srgbClr val="B01C2E"/>
              </a:buClr>
              <a:buFont typeface="Arial" pitchFamily="34" charset="0"/>
              <a:buChar char="•"/>
              <a:tabLst/>
              <a:defRPr sz="1000" baseline="0"/>
            </a:lvl2pPr>
            <a:lvl3pPr marL="502920" indent="-173038">
              <a:spcBef>
                <a:spcPts val="200"/>
              </a:spcBef>
              <a:buClr>
                <a:srgbClr val="B01C2E"/>
              </a:buClr>
              <a:buFont typeface="Arial" pitchFamily="34" charset="0"/>
              <a:buChar char="–"/>
              <a:defRPr sz="1000" baseline="0"/>
            </a:lvl3pPr>
            <a:lvl4pPr marL="685800" indent="-173736">
              <a:spcBef>
                <a:spcPts val="200"/>
              </a:spcBef>
              <a:buClr>
                <a:srgbClr val="B01C2E"/>
              </a:buClr>
              <a:buFont typeface="Arial" pitchFamily="34" charset="0"/>
              <a:buChar char="–"/>
              <a:tabLst/>
              <a:defRPr sz="1000"/>
            </a:lvl4pPr>
            <a:lvl5pPr marL="850392" indent="-173736">
              <a:spcBef>
                <a:spcPts val="200"/>
              </a:spcBef>
              <a:buClr>
                <a:srgbClr val="B01C2E"/>
              </a:buClr>
              <a:buFont typeface="Arial" pitchFamily="34" charset="0"/>
              <a:buChar cha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12"/>
          <p:cNvSpPr>
            <a:spLocks noGrp="1"/>
          </p:cNvSpPr>
          <p:nvPr>
            <p:ph type="body" sz="quarter" idx="28"/>
          </p:nvPr>
        </p:nvSpPr>
        <p:spPr>
          <a:xfrm>
            <a:off x="3698748" y="2136788"/>
            <a:ext cx="1975104" cy="3657600"/>
          </a:xfrm>
          <a:prstGeom prst="rect">
            <a:avLst/>
          </a:prstGeom>
          <a:solidFill>
            <a:srgbClr val="FFFFFF"/>
          </a:solidFill>
          <a:ln>
            <a:solidFill>
              <a:srgbClr val="C0C0C0"/>
            </a:solidFill>
          </a:ln>
        </p:spPr>
        <p:txBody>
          <a:bodyPr wrap="square" lIns="91440" anchor="t" anchorCtr="0">
            <a:noAutofit/>
          </a:bodyPr>
          <a:lstStyle>
            <a:lvl1pPr marL="233363" indent="-233363" algn="l">
              <a:spcBef>
                <a:spcPts val="200"/>
              </a:spcBef>
              <a:buClr>
                <a:srgbClr val="B01C2E"/>
              </a:buClr>
              <a:buFont typeface="Wingdings 2" pitchFamily="18" charset="2"/>
              <a:buChar char=""/>
              <a:defRPr sz="1000" baseline="0"/>
            </a:lvl1pPr>
            <a:lvl2pPr marL="338138" indent="-173038">
              <a:spcBef>
                <a:spcPts val="200"/>
              </a:spcBef>
              <a:buClr>
                <a:srgbClr val="B01C2E"/>
              </a:buClr>
              <a:buFont typeface="Arial" pitchFamily="34" charset="0"/>
              <a:buChar char="•"/>
              <a:tabLst/>
              <a:defRPr sz="1000" baseline="0"/>
            </a:lvl2pPr>
            <a:lvl3pPr marL="502920" indent="-173038">
              <a:spcBef>
                <a:spcPts val="200"/>
              </a:spcBef>
              <a:buClr>
                <a:srgbClr val="B01C2E"/>
              </a:buClr>
              <a:buFont typeface="Arial" pitchFamily="34" charset="0"/>
              <a:buChar char="–"/>
              <a:defRPr sz="1000" baseline="0"/>
            </a:lvl3pPr>
            <a:lvl4pPr marL="685800" indent="-173736">
              <a:spcBef>
                <a:spcPts val="200"/>
              </a:spcBef>
              <a:buClr>
                <a:srgbClr val="B01C2E"/>
              </a:buClr>
              <a:buFont typeface="Arial" pitchFamily="34" charset="0"/>
              <a:buChar char="–"/>
              <a:tabLst/>
              <a:defRPr sz="1000"/>
            </a:lvl4pPr>
            <a:lvl5pPr marL="850392" indent="-173736">
              <a:spcBef>
                <a:spcPts val="200"/>
              </a:spcBef>
              <a:buClr>
                <a:srgbClr val="B01C2E"/>
              </a:buClr>
              <a:buFont typeface="Arial" pitchFamily="34" charset="0"/>
              <a:buChar cha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12"/>
          <p:cNvSpPr>
            <a:spLocks noGrp="1"/>
          </p:cNvSpPr>
          <p:nvPr>
            <p:ph type="body" sz="quarter" idx="29"/>
          </p:nvPr>
        </p:nvSpPr>
        <p:spPr>
          <a:xfrm>
            <a:off x="1542796" y="2136788"/>
            <a:ext cx="1975104" cy="3657600"/>
          </a:xfrm>
          <a:prstGeom prst="rect">
            <a:avLst/>
          </a:prstGeom>
          <a:solidFill>
            <a:srgbClr val="FFFFFF"/>
          </a:solidFill>
          <a:ln>
            <a:solidFill>
              <a:srgbClr val="C0C0C0"/>
            </a:solidFill>
          </a:ln>
        </p:spPr>
        <p:txBody>
          <a:bodyPr wrap="square" lIns="91440" anchor="t" anchorCtr="0">
            <a:noAutofit/>
          </a:bodyPr>
          <a:lstStyle>
            <a:lvl1pPr marL="233363" indent="-233363" algn="l">
              <a:spcBef>
                <a:spcPts val="200"/>
              </a:spcBef>
              <a:buClr>
                <a:srgbClr val="B01C2E"/>
              </a:buClr>
              <a:buFont typeface="Wingdings 2" pitchFamily="18" charset="2"/>
              <a:buChar char=""/>
              <a:defRPr sz="1000" baseline="0"/>
            </a:lvl1pPr>
            <a:lvl2pPr marL="338138" indent="-173038">
              <a:spcBef>
                <a:spcPts val="200"/>
              </a:spcBef>
              <a:buClr>
                <a:srgbClr val="B01C2E"/>
              </a:buClr>
              <a:buFont typeface="Arial" pitchFamily="34" charset="0"/>
              <a:buChar char="•"/>
              <a:tabLst/>
              <a:defRPr sz="1000" baseline="0"/>
            </a:lvl2pPr>
            <a:lvl3pPr marL="502920" indent="-173038">
              <a:spcBef>
                <a:spcPts val="200"/>
              </a:spcBef>
              <a:buClr>
                <a:srgbClr val="B01C2E"/>
              </a:buClr>
              <a:buFont typeface="Arial" pitchFamily="34" charset="0"/>
              <a:buChar char="–"/>
              <a:defRPr sz="1000" baseline="0"/>
            </a:lvl3pPr>
            <a:lvl4pPr marL="685800" indent="-173736">
              <a:spcBef>
                <a:spcPts val="200"/>
              </a:spcBef>
              <a:buClr>
                <a:srgbClr val="B01C2E"/>
              </a:buClr>
              <a:buFont typeface="Arial" pitchFamily="34" charset="0"/>
              <a:buChar char="–"/>
              <a:tabLst/>
              <a:defRPr sz="1000"/>
            </a:lvl4pPr>
            <a:lvl5pPr marL="850392" indent="-173736">
              <a:spcBef>
                <a:spcPts val="200"/>
              </a:spcBef>
              <a:buClr>
                <a:srgbClr val="B01C2E"/>
              </a:buClr>
              <a:buFont typeface="Arial" pitchFamily="34" charset="0"/>
              <a:buChar cha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5"/>
          <p:cNvSpPr>
            <a:spLocks noGrp="1"/>
          </p:cNvSpPr>
          <p:nvPr>
            <p:ph type="body" sz="quarter" idx="30"/>
          </p:nvPr>
        </p:nvSpPr>
        <p:spPr>
          <a:xfrm>
            <a:off x="1542796" y="1738919"/>
            <a:ext cx="1975104" cy="384048"/>
          </a:xfrm>
          <a:prstGeom prst="rect">
            <a:avLst/>
          </a:prstGeom>
          <a:solidFill>
            <a:srgbClr val="4D4D4D"/>
          </a:solidFill>
          <a:ln>
            <a:solidFill>
              <a:srgbClr val="4D4D4D"/>
            </a:solidFill>
          </a:ln>
        </p:spPr>
        <p:txBody>
          <a:bodyPr anchor="ctr"/>
          <a:lstStyle>
            <a:lvl1pPr algn="ctr">
              <a:buNone/>
              <a:defRPr sz="1000" b="1">
                <a:solidFill>
                  <a:srgbClr val="FFFFFF"/>
                </a:solidFill>
              </a:defRPr>
            </a:lvl1pPr>
          </a:lstStyle>
          <a:p>
            <a:pPr lvl="0"/>
            <a:r>
              <a:rPr lang="en-US"/>
              <a:t>Click to edit Master text styles</a:t>
            </a:r>
          </a:p>
        </p:txBody>
      </p:sp>
      <p:sp>
        <p:nvSpPr>
          <p:cNvPr id="21" name="Text Placeholder 25"/>
          <p:cNvSpPr>
            <a:spLocks noGrp="1"/>
          </p:cNvSpPr>
          <p:nvPr>
            <p:ph type="body" sz="quarter" idx="31"/>
          </p:nvPr>
        </p:nvSpPr>
        <p:spPr>
          <a:xfrm>
            <a:off x="3698748" y="1738919"/>
            <a:ext cx="1975104" cy="384048"/>
          </a:xfrm>
          <a:prstGeom prst="rect">
            <a:avLst/>
          </a:prstGeom>
          <a:solidFill>
            <a:srgbClr val="4D4D4D"/>
          </a:solidFill>
          <a:ln>
            <a:solidFill>
              <a:srgbClr val="4D4D4D"/>
            </a:solidFill>
          </a:ln>
        </p:spPr>
        <p:txBody>
          <a:bodyPr anchor="ctr"/>
          <a:lstStyle>
            <a:lvl1pPr algn="ctr">
              <a:buNone/>
              <a:defRPr sz="1000" b="1">
                <a:solidFill>
                  <a:srgbClr val="FFFFFF"/>
                </a:solidFill>
              </a:defRPr>
            </a:lvl1pPr>
          </a:lstStyle>
          <a:p>
            <a:pPr lvl="0"/>
            <a:r>
              <a:rPr lang="en-US"/>
              <a:t>Click to edit Master text styles</a:t>
            </a:r>
          </a:p>
        </p:txBody>
      </p:sp>
      <p:sp>
        <p:nvSpPr>
          <p:cNvPr id="25" name="Text Placeholder 25"/>
          <p:cNvSpPr>
            <a:spLocks noGrp="1"/>
          </p:cNvSpPr>
          <p:nvPr>
            <p:ph type="body" sz="quarter" idx="32"/>
          </p:nvPr>
        </p:nvSpPr>
        <p:spPr>
          <a:xfrm>
            <a:off x="5854700" y="1738919"/>
            <a:ext cx="1975104" cy="384048"/>
          </a:xfrm>
          <a:prstGeom prst="rect">
            <a:avLst/>
          </a:prstGeom>
          <a:solidFill>
            <a:srgbClr val="4D4D4D"/>
          </a:solidFill>
          <a:ln>
            <a:solidFill>
              <a:srgbClr val="4D4D4D"/>
            </a:solidFill>
          </a:ln>
        </p:spPr>
        <p:txBody>
          <a:bodyPr anchor="ctr"/>
          <a:lstStyle>
            <a:lvl1pPr algn="ctr">
              <a:buNone/>
              <a:defRPr sz="1000" b="1">
                <a:solidFill>
                  <a:srgbClr val="FFFFFF"/>
                </a:solidFill>
              </a:defRPr>
            </a:lvl1pPr>
          </a:lstStyle>
          <a:p>
            <a:pPr lvl="0"/>
            <a:r>
              <a:rPr lang="en-US"/>
              <a:t>Click to edit Master text styles</a:t>
            </a:r>
          </a:p>
        </p:txBody>
      </p:sp>
      <p:sp>
        <p:nvSpPr>
          <p:cNvPr id="1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6" name="Content Placeholder 10"/>
          <p:cNvSpPr>
            <a:spLocks noGrp="1"/>
          </p:cNvSpPr>
          <p:nvPr>
            <p:ph sz="quarter" idx="20"/>
          </p:nvPr>
        </p:nvSpPr>
        <p:spPr>
          <a:xfrm>
            <a:off x="8548577" y="1861185"/>
            <a:ext cx="2804160" cy="4206240"/>
          </a:xfrm>
          <a:prstGeom prst="rect">
            <a:avLst/>
          </a:prstGeom>
          <a:solidFill>
            <a:srgbClr val="FFFFFF"/>
          </a:solidFill>
          <a:ln>
            <a:solidFill>
              <a:srgbClr val="C0C0C0"/>
            </a:solidFill>
          </a:ln>
        </p:spPr>
        <p:txBody>
          <a:bodyPr rIns="457200"/>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p:txBody>
      </p:sp>
      <p:sp>
        <p:nvSpPr>
          <p:cNvPr id="14" name="Slide Number Placeholder 9"/>
          <p:cNvSpPr>
            <a:spLocks noGrp="1"/>
          </p:cNvSpPr>
          <p:nvPr>
            <p:ph type="sldNum" sz="quarter" idx="35"/>
          </p:nvPr>
        </p:nvSpPr>
        <p:spPr/>
        <p:txBody>
          <a:bodyPr/>
          <a:lstStyle>
            <a:lvl1pPr>
              <a:defRPr/>
            </a:lvl1pPr>
          </a:lstStyle>
          <a:p>
            <a:fld id="{08AE5534-AA48-F74E-87DE-645A72BA9DD1}" type="slidenum">
              <a:rPr lang="en-US" altLang="en-US"/>
              <a:pPr/>
              <a:t>‹#›</a:t>
            </a:fld>
            <a:endParaRPr lang="en-US" altLang="en-US"/>
          </a:p>
        </p:txBody>
      </p:sp>
      <p:sp>
        <p:nvSpPr>
          <p:cNvPr id="22" name="Footer Placeholder 12"/>
          <p:cNvSpPr>
            <a:spLocks noGrp="1"/>
          </p:cNvSpPr>
          <p:nvPr>
            <p:ph type="ftr" sz="quarter" idx="36"/>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163188782"/>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Project Phases">
    <p:spTree>
      <p:nvGrpSpPr>
        <p:cNvPr id="1" name=""/>
        <p:cNvGrpSpPr/>
        <p:nvPr/>
      </p:nvGrpSpPr>
      <p:grpSpPr>
        <a:xfrm>
          <a:off x="0" y="0"/>
          <a:ext cx="0" cy="0"/>
          <a:chOff x="0" y="0"/>
          <a:chExt cx="0" cy="0"/>
        </a:xfrm>
      </p:grpSpPr>
      <p:sp>
        <p:nvSpPr>
          <p:cNvPr id="15" name="Freeform 11"/>
          <p:cNvSpPr>
            <a:spLocks/>
          </p:cNvSpPr>
          <p:nvPr userDrawn="1"/>
        </p:nvSpPr>
        <p:spPr bwMode="auto">
          <a:xfrm>
            <a:off x="4091518" y="1981201"/>
            <a:ext cx="3382433" cy="339725"/>
          </a:xfrm>
          <a:custGeom>
            <a:avLst/>
            <a:gdLst>
              <a:gd name="T0" fmla="*/ 0 w 2536891"/>
              <a:gd name="T1" fmla="*/ 0 h 488372"/>
              <a:gd name="T2" fmla="*/ 1942613 w 2536891"/>
              <a:gd name="T3" fmla="*/ 0 h 488372"/>
              <a:gd name="T4" fmla="*/ 2455867 w 2536891"/>
              <a:gd name="T5" fmla="*/ 200 h 488372"/>
              <a:gd name="T6" fmla="*/ 2536627 w 2536891"/>
              <a:gd name="T7" fmla="*/ 114356 h 488372"/>
              <a:gd name="T8" fmla="*/ 131751 w 2536891"/>
              <a:gd name="T9" fmla="*/ 114356 h 488372"/>
              <a:gd name="T10" fmla="*/ 81090 w 2536891"/>
              <a:gd name="T11" fmla="*/ 113442 h 488372"/>
              <a:gd name="T12" fmla="*/ 0 w 2536891"/>
              <a:gd name="T13" fmla="*/ 0 h 48837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536891" h="488372">
                <a:moveTo>
                  <a:pt x="0" y="0"/>
                </a:moveTo>
                <a:lnTo>
                  <a:pt x="1942817" y="0"/>
                </a:lnTo>
                <a:lnTo>
                  <a:pt x="2456123" y="856"/>
                </a:lnTo>
                <a:lnTo>
                  <a:pt x="2536891" y="488372"/>
                </a:lnTo>
                <a:lnTo>
                  <a:pt x="131763" y="488372"/>
                </a:lnTo>
                <a:lnTo>
                  <a:pt x="81098" y="484467"/>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800"/>
          </a:p>
        </p:txBody>
      </p:sp>
      <p:sp>
        <p:nvSpPr>
          <p:cNvPr id="17" name="Freeform 13"/>
          <p:cNvSpPr>
            <a:spLocks/>
          </p:cNvSpPr>
          <p:nvPr userDrawn="1"/>
        </p:nvSpPr>
        <p:spPr bwMode="auto">
          <a:xfrm>
            <a:off x="609601" y="1982789"/>
            <a:ext cx="3373967" cy="339725"/>
          </a:xfrm>
          <a:custGeom>
            <a:avLst/>
            <a:gdLst>
              <a:gd name="T0" fmla="*/ 0 w 2529680"/>
              <a:gd name="T1" fmla="*/ 0 h 488372"/>
              <a:gd name="T2" fmla="*/ 1945261 w 2529680"/>
              <a:gd name="T3" fmla="*/ 0 h 488372"/>
              <a:gd name="T4" fmla="*/ 2463980 w 2529680"/>
              <a:gd name="T5" fmla="*/ 200 h 488372"/>
              <a:gd name="T6" fmla="*/ 2532861 w 2529680"/>
              <a:gd name="T7" fmla="*/ 113442 h 488372"/>
              <a:gd name="T8" fmla="*/ 0 w 2529680"/>
              <a:gd name="T9" fmla="*/ 114356 h 488372"/>
              <a:gd name="T10" fmla="*/ 0 w 2529680"/>
              <a:gd name="T11" fmla="*/ 0 h 48837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529680" h="488372">
                <a:moveTo>
                  <a:pt x="0" y="0"/>
                </a:moveTo>
                <a:lnTo>
                  <a:pt x="1942817" y="0"/>
                </a:lnTo>
                <a:lnTo>
                  <a:pt x="2460885" y="856"/>
                </a:lnTo>
                <a:lnTo>
                  <a:pt x="2529680" y="484467"/>
                </a:lnTo>
                <a:lnTo>
                  <a:pt x="0" y="488372"/>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800"/>
          </a:p>
        </p:txBody>
      </p:sp>
      <p:sp>
        <p:nvSpPr>
          <p:cNvPr id="21" name="Freeform 14"/>
          <p:cNvSpPr>
            <a:spLocks/>
          </p:cNvSpPr>
          <p:nvPr userDrawn="1"/>
        </p:nvSpPr>
        <p:spPr bwMode="auto">
          <a:xfrm>
            <a:off x="7579785" y="1981201"/>
            <a:ext cx="3829049" cy="339725"/>
          </a:xfrm>
          <a:custGeom>
            <a:avLst/>
            <a:gdLst>
              <a:gd name="T0" fmla="*/ 0 w 2996886"/>
              <a:gd name="T1" fmla="*/ 0 h 488372"/>
              <a:gd name="T2" fmla="*/ 1638173 w 2996886"/>
              <a:gd name="T3" fmla="*/ 0 h 488372"/>
              <a:gd name="T4" fmla="*/ 2526959 w 2996886"/>
              <a:gd name="T5" fmla="*/ 200 h 488372"/>
              <a:gd name="T6" fmla="*/ 2525539 w 2996886"/>
              <a:gd name="T7" fmla="*/ 114356 h 488372"/>
              <a:gd name="T8" fmla="*/ 60236 w 2996886"/>
              <a:gd name="T9" fmla="*/ 114356 h 488372"/>
              <a:gd name="T10" fmla="*/ 0 w 2996886"/>
              <a:gd name="T11" fmla="*/ 0 h 48837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996886" h="488372">
                <a:moveTo>
                  <a:pt x="0" y="0"/>
                </a:moveTo>
                <a:lnTo>
                  <a:pt x="1942817" y="0"/>
                </a:lnTo>
                <a:lnTo>
                  <a:pt x="2996886" y="855"/>
                </a:lnTo>
                <a:cubicBezTo>
                  <a:pt x="2996325" y="163361"/>
                  <a:pt x="2995763" y="325866"/>
                  <a:pt x="2995202" y="488372"/>
                </a:cubicBezTo>
                <a:lnTo>
                  <a:pt x="71438" y="488372"/>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800"/>
          </a:p>
        </p:txBody>
      </p:sp>
      <p:sp>
        <p:nvSpPr>
          <p:cNvPr id="28" name="Text Placeholder 12"/>
          <p:cNvSpPr>
            <a:spLocks noGrp="1"/>
          </p:cNvSpPr>
          <p:nvPr>
            <p:ph type="body" sz="quarter" idx="16"/>
          </p:nvPr>
        </p:nvSpPr>
        <p:spPr bwMode="gray">
          <a:xfrm>
            <a:off x="7574514" y="1983087"/>
            <a:ext cx="3834321" cy="1903112"/>
          </a:xfrm>
          <a:custGeom>
            <a:avLst/>
            <a:gdLst>
              <a:gd name="connsiteX0" fmla="*/ 0 w 2674468"/>
              <a:gd name="connsiteY0" fmla="*/ 0 h 1724992"/>
              <a:gd name="connsiteX1" fmla="*/ 2472747 w 2674468"/>
              <a:gd name="connsiteY1" fmla="*/ 0 h 1724992"/>
              <a:gd name="connsiteX2" fmla="*/ 2674468 w 2674468"/>
              <a:gd name="connsiteY2" fmla="*/ 862496 h 1724992"/>
              <a:gd name="connsiteX3" fmla="*/ 2472747 w 2674468"/>
              <a:gd name="connsiteY3" fmla="*/ 1724992 h 1724992"/>
              <a:gd name="connsiteX4" fmla="*/ 0 w 2674468"/>
              <a:gd name="connsiteY4" fmla="*/ 1724992 h 1724992"/>
              <a:gd name="connsiteX5" fmla="*/ 201721 w 2674468"/>
              <a:gd name="connsiteY5" fmla="*/ 862496 h 1724992"/>
              <a:gd name="connsiteX6" fmla="*/ 0 w 2674468"/>
              <a:gd name="connsiteY6"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201721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472747" h="1724992">
                <a:moveTo>
                  <a:pt x="0" y="0"/>
                </a:moveTo>
                <a:lnTo>
                  <a:pt x="2472747" y="0"/>
                </a:lnTo>
                <a:lnTo>
                  <a:pt x="2472747" y="1724992"/>
                </a:lnTo>
                <a:lnTo>
                  <a:pt x="0" y="1724992"/>
                </a:lnTo>
                <a:lnTo>
                  <a:pt x="169327" y="862496"/>
                </a:lnTo>
                <a:lnTo>
                  <a:pt x="0" y="0"/>
                </a:lnTo>
                <a:close/>
              </a:path>
            </a:pathLst>
          </a:custGeom>
          <a:noFill/>
          <a:ln w="6350">
            <a:solidFill>
              <a:srgbClr val="A9A9A9"/>
            </a:solidFill>
            <a:miter lim="800000"/>
            <a:headEnd/>
            <a:tailEnd/>
          </a:ln>
        </p:spPr>
        <p:txBody>
          <a:bodyPr lIns="411480" tIns="457200" rIns="137160" bIns="137160"/>
          <a:lstStyle>
            <a:lvl1pPr marL="171450" indent="-171450">
              <a:buClr>
                <a:srgbClr val="B01C2E"/>
              </a:buClr>
              <a:buFont typeface="Wingdings 2" pitchFamily="18" charset="2"/>
              <a:buChar char=""/>
              <a:defRPr sz="1200"/>
            </a:lvl1pPr>
            <a:lvl2pPr marL="341313" indent="-169863">
              <a:buClr>
                <a:srgbClr val="B01C2E"/>
              </a:buClr>
              <a:buFont typeface="Arial" pitchFamily="34" charset="0"/>
              <a:buChar char="•"/>
              <a:defRPr sz="1200"/>
            </a:lvl2pPr>
            <a:lvl3pPr marL="512763" indent="-171450">
              <a:buClr>
                <a:srgbClr val="B01C2E"/>
              </a:buClr>
              <a:buFont typeface="Arial" pitchFamily="34" charset="0"/>
              <a:buChar char="–"/>
              <a:defRPr sz="1200"/>
            </a:lvl3pPr>
            <a:lvl4pPr marL="682625" indent="-169863">
              <a:buClr>
                <a:srgbClr val="B01C2E"/>
              </a:buClr>
              <a:defRPr sz="1200"/>
            </a:lvl4pPr>
            <a:lvl5pPr marL="854075" indent="-171450">
              <a:buClr>
                <a:srgbClr val="B01C2E"/>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2" name="Text Placeholder 12"/>
          <p:cNvSpPr>
            <a:spLocks noGrp="1"/>
          </p:cNvSpPr>
          <p:nvPr>
            <p:ph type="body" sz="quarter" idx="33"/>
          </p:nvPr>
        </p:nvSpPr>
        <p:spPr>
          <a:xfrm>
            <a:off x="4091412" y="1983087"/>
            <a:ext cx="3565957" cy="1903112"/>
          </a:xfrm>
          <a:prstGeom prst="chevron">
            <a:avLst>
              <a:gd name="adj" fmla="val 10431"/>
            </a:avLst>
          </a:prstGeom>
          <a:ln w="6350">
            <a:solidFill>
              <a:srgbClr val="A9A9A9"/>
            </a:solidFill>
          </a:ln>
        </p:spPr>
        <p:txBody>
          <a:bodyPr lIns="137160" tIns="457200" rIns="137160" bIns="137160"/>
          <a:lstStyle>
            <a:lvl1pPr marL="171450" indent="-171450">
              <a:buClr>
                <a:srgbClr val="B01C2E"/>
              </a:buClr>
              <a:buFont typeface="Wingdings 2" pitchFamily="18" charset="2"/>
              <a:buChar char=""/>
              <a:defRPr sz="1200" baseline="0"/>
            </a:lvl1pPr>
            <a:lvl2pPr marL="341313" indent="-169863">
              <a:buClr>
                <a:srgbClr val="B01C2E"/>
              </a:buClr>
              <a:buFont typeface="Arial" pitchFamily="34" charset="0"/>
              <a:buChar char="•"/>
              <a:defRPr sz="1200"/>
            </a:lvl2pPr>
            <a:lvl3pPr marL="512763" indent="-171450">
              <a:buClr>
                <a:srgbClr val="B01C2E"/>
              </a:buClr>
              <a:buFont typeface="Arial" pitchFamily="34" charset="0"/>
              <a:buChar char="–"/>
              <a:defRPr sz="1200"/>
            </a:lvl3pPr>
            <a:lvl4pPr marL="682625" indent="-169863">
              <a:buClr>
                <a:srgbClr val="B01C2E"/>
              </a:buClr>
              <a:defRPr sz="1200"/>
            </a:lvl4pPr>
            <a:lvl5pPr marL="854075" indent="-171450">
              <a:buClr>
                <a:srgbClr val="B01C2E"/>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15"/>
          <p:cNvSpPr>
            <a:spLocks noGrp="1"/>
          </p:cNvSpPr>
          <p:nvPr>
            <p:ph type="body" sz="quarter" idx="21"/>
          </p:nvPr>
        </p:nvSpPr>
        <p:spPr>
          <a:xfrm>
            <a:off x="609600" y="4038600"/>
            <a:ext cx="10769600" cy="310896"/>
          </a:xfrm>
          <a:prstGeom prst="rect">
            <a:avLst/>
          </a:prstGeom>
          <a:solidFill>
            <a:srgbClr val="4D4D4D"/>
          </a:solidFill>
          <a:ln>
            <a:noFill/>
          </a:ln>
        </p:spPr>
        <p:txBody>
          <a:bodyPr anchor="ctr" anchorCtr="1"/>
          <a:lstStyle>
            <a:lvl1pPr marL="0" indent="0" algn="ctr">
              <a:buNone/>
              <a:defRPr sz="1200" b="1">
                <a:solidFill>
                  <a:srgbClr val="FFFFFF"/>
                </a:solidFill>
              </a:defRPr>
            </a:lvl1pPr>
          </a:lstStyle>
          <a:p>
            <a:pPr lvl="0"/>
            <a:r>
              <a:rPr lang="en-US"/>
              <a:t>Click to edit Master text styles</a:t>
            </a:r>
          </a:p>
        </p:txBody>
      </p:sp>
      <p:sp>
        <p:nvSpPr>
          <p:cNvPr id="18" name="Text Placeholder 15"/>
          <p:cNvSpPr>
            <a:spLocks noGrp="1"/>
          </p:cNvSpPr>
          <p:nvPr>
            <p:ph type="body" sz="quarter" idx="23"/>
          </p:nvPr>
        </p:nvSpPr>
        <p:spPr>
          <a:xfrm>
            <a:off x="609600" y="5937504"/>
            <a:ext cx="5266944" cy="310896"/>
          </a:xfrm>
          <a:prstGeom prst="rect">
            <a:avLst/>
          </a:prstGeom>
          <a:solidFill>
            <a:srgbClr val="4D4D4D"/>
          </a:solidFill>
          <a:ln>
            <a:noFill/>
          </a:ln>
        </p:spPr>
        <p:txBody>
          <a:bodyPr anchor="ctr" anchorCtr="1"/>
          <a:lstStyle>
            <a:lvl1pPr marL="0" indent="173736" algn="l">
              <a:buClr>
                <a:schemeClr val="accent1"/>
              </a:buClr>
              <a:buFont typeface="Wingdings" pitchFamily="2" charset="2"/>
              <a:buNone/>
              <a:defRPr sz="1200" b="1">
                <a:solidFill>
                  <a:srgbClr val="FFFFFF"/>
                </a:solidFill>
              </a:defRPr>
            </a:lvl1pPr>
          </a:lstStyle>
          <a:p>
            <a:pPr lvl="0"/>
            <a:r>
              <a:rPr lang="en-US"/>
              <a:t>Click to edit Master text styles</a:t>
            </a:r>
          </a:p>
        </p:txBody>
      </p:sp>
      <p:sp>
        <p:nvSpPr>
          <p:cNvPr id="19" name="Text Placeholder 15"/>
          <p:cNvSpPr>
            <a:spLocks noGrp="1"/>
          </p:cNvSpPr>
          <p:nvPr>
            <p:ph type="body" sz="quarter" idx="24"/>
          </p:nvPr>
        </p:nvSpPr>
        <p:spPr>
          <a:xfrm>
            <a:off x="6114371" y="5937504"/>
            <a:ext cx="5266944" cy="310896"/>
          </a:xfrm>
          <a:prstGeom prst="rect">
            <a:avLst/>
          </a:prstGeom>
          <a:solidFill>
            <a:srgbClr val="4D4D4D"/>
          </a:solidFill>
          <a:ln>
            <a:noFill/>
          </a:ln>
        </p:spPr>
        <p:txBody>
          <a:bodyPr anchor="ctr" anchorCtr="1"/>
          <a:lstStyle>
            <a:lvl1pPr marL="0" indent="173736" algn="l">
              <a:buClr>
                <a:schemeClr val="accent1"/>
              </a:buClr>
              <a:buFont typeface="Wingdings" pitchFamily="2" charset="2"/>
              <a:buNone/>
              <a:defRPr sz="1200" b="1">
                <a:solidFill>
                  <a:srgbClr val="FFFFFF"/>
                </a:solidFill>
              </a:defRPr>
            </a:lvl1pPr>
          </a:lstStyle>
          <a:p>
            <a:pPr lvl="0"/>
            <a:r>
              <a:rPr lang="en-US"/>
              <a:t>Click to edit Master text styles</a:t>
            </a:r>
          </a:p>
        </p:txBody>
      </p:sp>
      <p:sp>
        <p:nvSpPr>
          <p:cNvPr id="26" name="Text Placeholder 12"/>
          <p:cNvSpPr>
            <a:spLocks noGrp="1"/>
          </p:cNvSpPr>
          <p:nvPr>
            <p:ph type="body" sz="quarter" idx="12"/>
          </p:nvPr>
        </p:nvSpPr>
        <p:spPr>
          <a:xfrm>
            <a:off x="609600" y="1417320"/>
            <a:ext cx="6925056" cy="457200"/>
          </a:xfrm>
          <a:prstGeom prst="homePlate">
            <a:avLst>
              <a:gd name="adj" fmla="val 33316"/>
            </a:avLst>
          </a:prstGeom>
          <a:solidFill>
            <a:srgbClr val="B01C2E"/>
          </a:solidFill>
          <a:ln w="6350">
            <a:solidFill>
              <a:srgbClr val="A9A9A9"/>
            </a:solidFill>
          </a:ln>
        </p:spPr>
        <p:txBody>
          <a:bodyPr lIns="137160" tIns="137160" rIns="274320" bIns="137160" anchor="ctr"/>
          <a:lstStyle>
            <a:lvl1pPr marL="0" indent="0" algn="ctr">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27" name="Text Placeholder 13"/>
          <p:cNvSpPr>
            <a:spLocks noGrp="1"/>
          </p:cNvSpPr>
          <p:nvPr>
            <p:ph type="body" sz="quarter" idx="17"/>
          </p:nvPr>
        </p:nvSpPr>
        <p:spPr>
          <a:xfrm>
            <a:off x="7541684" y="1417325"/>
            <a:ext cx="4047744" cy="461963"/>
          </a:xfrm>
          <a:prstGeom prst="chevron">
            <a:avLst>
              <a:gd name="adj" fmla="val 34831"/>
            </a:avLst>
          </a:prstGeom>
          <a:solidFill>
            <a:srgbClr val="B01C2E"/>
          </a:solidFill>
        </p:spPr>
        <p:txBody>
          <a:bodyPr anchor="ctr"/>
          <a:lstStyle>
            <a:lvl1pPr marL="342900" marR="0" indent="-342900" algn="ctr" defTabSz="914400" rtl="0" eaLnBrk="1" fontAlgn="auto" latinLnBrk="0" hangingPunct="1">
              <a:lnSpc>
                <a:spcPct val="100000"/>
              </a:lnSpc>
              <a:spcBef>
                <a:spcPct val="20000"/>
              </a:spcBef>
              <a:spcAft>
                <a:spcPts val="0"/>
              </a:spcAft>
              <a:buClrTx/>
              <a:buSzTx/>
              <a:buFont typeface="Arial" pitchFamily="34" charset="0"/>
              <a:buNone/>
              <a:tabLst/>
              <a:defRPr sz="1200" b="1">
                <a:solidFill>
                  <a:srgbClr val="FFFFFF"/>
                </a:solidFill>
              </a:defRPr>
            </a:lvl1pPr>
          </a:lstStyle>
          <a:p>
            <a:pPr lvl="0"/>
            <a:r>
              <a:rPr lang="en-US"/>
              <a:t>Click to edit Master text styles</a:t>
            </a:r>
          </a:p>
        </p:txBody>
      </p:sp>
      <p:sp>
        <p:nvSpPr>
          <p:cNvPr id="40" name="Text Placeholder 12"/>
          <p:cNvSpPr>
            <a:spLocks noGrp="1"/>
          </p:cNvSpPr>
          <p:nvPr>
            <p:ph type="body" sz="quarter" idx="11"/>
          </p:nvPr>
        </p:nvSpPr>
        <p:spPr>
          <a:xfrm>
            <a:off x="609600" y="1983087"/>
            <a:ext cx="3565957" cy="1903112"/>
          </a:xfrm>
          <a:prstGeom prst="homePlate">
            <a:avLst>
              <a:gd name="adj" fmla="val 11448"/>
            </a:avLst>
          </a:prstGeom>
          <a:ln w="6350">
            <a:solidFill>
              <a:srgbClr val="A9A9A9"/>
            </a:solidFill>
          </a:ln>
        </p:spPr>
        <p:txBody>
          <a:bodyPr lIns="137160" tIns="457200" rIns="137160" bIns="137160"/>
          <a:lstStyle>
            <a:lvl1pPr marL="171450" indent="-171450">
              <a:buClr>
                <a:srgbClr val="B01C2E"/>
              </a:buClr>
              <a:buFont typeface="Wingdings 2" pitchFamily="18" charset="2"/>
              <a:buChar char=""/>
              <a:defRPr sz="1200" baseline="0"/>
            </a:lvl1pPr>
            <a:lvl2pPr marL="341313" indent="-169863">
              <a:buClr>
                <a:srgbClr val="B01C2E"/>
              </a:buClr>
              <a:buFont typeface="Arial" pitchFamily="34" charset="0"/>
              <a:buChar char="•"/>
              <a:defRPr sz="1200"/>
            </a:lvl2pPr>
            <a:lvl3pPr marL="512763" indent="-171450">
              <a:buClr>
                <a:srgbClr val="B01C2E"/>
              </a:buClr>
              <a:buFont typeface="Arial" pitchFamily="34" charset="0"/>
              <a:buChar char="–"/>
              <a:defRPr sz="1200"/>
            </a:lvl3pPr>
            <a:lvl4pPr marL="682625" indent="-169863">
              <a:buClr>
                <a:srgbClr val="B01C2E"/>
              </a:buClr>
              <a:defRPr sz="1200"/>
            </a:lvl4pPr>
            <a:lvl5pPr marL="854075" indent="-171450">
              <a:buClr>
                <a:srgbClr val="B01C2E"/>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29"/>
          <p:cNvSpPr>
            <a:spLocks noGrp="1"/>
          </p:cNvSpPr>
          <p:nvPr>
            <p:ph type="body" sz="quarter" idx="13"/>
          </p:nvPr>
        </p:nvSpPr>
        <p:spPr>
          <a:xfrm>
            <a:off x="609600" y="1981200"/>
            <a:ext cx="3297573" cy="320988"/>
          </a:xfrm>
          <a:prstGeom prst="rect">
            <a:avLst/>
          </a:prstGeom>
        </p:spPr>
        <p:txBody>
          <a:bodyPr lIns="91440" rIns="91440" anchor="ctr"/>
          <a:lstStyle>
            <a:lvl1pPr marL="0" indent="0" algn="ctr">
              <a:buNone/>
              <a:defRPr sz="1200" b="1">
                <a:solidFill>
                  <a:schemeClr val="bg1"/>
                </a:solidFill>
              </a:defRPr>
            </a:lvl1pPr>
          </a:lstStyle>
          <a:p>
            <a:pPr lvl="0"/>
            <a:r>
              <a:rPr lang="en-US"/>
              <a:t>Click to edit Master text styles</a:t>
            </a:r>
          </a:p>
        </p:txBody>
      </p:sp>
      <p:sp>
        <p:nvSpPr>
          <p:cNvPr id="43" name="Text Placeholder 29"/>
          <p:cNvSpPr>
            <a:spLocks noGrp="1"/>
          </p:cNvSpPr>
          <p:nvPr>
            <p:ph type="body" sz="quarter" idx="15"/>
          </p:nvPr>
        </p:nvSpPr>
        <p:spPr>
          <a:xfrm>
            <a:off x="4192430" y="1988239"/>
            <a:ext cx="3183381" cy="320988"/>
          </a:xfrm>
          <a:prstGeom prst="rect">
            <a:avLst/>
          </a:prstGeom>
        </p:spPr>
        <p:txBody>
          <a:bodyPr lIns="91440" rIns="91440" anchor="ctr"/>
          <a:lstStyle>
            <a:lvl1pPr marL="0" indent="0" algn="ctr">
              <a:buNone/>
              <a:defRPr sz="1200" b="1">
                <a:solidFill>
                  <a:schemeClr val="bg1"/>
                </a:solidFill>
              </a:defRPr>
            </a:lvl1pPr>
          </a:lstStyle>
          <a:p>
            <a:pPr lvl="0"/>
            <a:r>
              <a:rPr lang="en-US"/>
              <a:t>Click to edit Master text styles</a:t>
            </a:r>
          </a:p>
        </p:txBody>
      </p:sp>
      <p:sp>
        <p:nvSpPr>
          <p:cNvPr id="49" name="Content Placeholder 10"/>
          <p:cNvSpPr>
            <a:spLocks noGrp="1"/>
          </p:cNvSpPr>
          <p:nvPr>
            <p:ph sz="quarter" idx="18"/>
          </p:nvPr>
        </p:nvSpPr>
        <p:spPr>
          <a:xfrm>
            <a:off x="609600" y="4343400"/>
            <a:ext cx="10769600" cy="1481328"/>
          </a:xfrm>
          <a:prstGeom prst="rect">
            <a:avLst/>
          </a:prstGeom>
          <a:solidFill>
            <a:srgbClr val="FFFFFF"/>
          </a:solidFill>
          <a:ln>
            <a:solidFill>
              <a:srgbClr val="C0C0C0"/>
            </a:solidFill>
          </a:ln>
        </p:spPr>
        <p:txBody>
          <a:bodyPr/>
          <a:lstStyle>
            <a:lvl1pPr marL="173736" indent="-173736">
              <a:lnSpc>
                <a:spcPct val="95000"/>
              </a:lnSpc>
              <a:spcBef>
                <a:spcPts val="720"/>
              </a:spcBef>
              <a:buClr>
                <a:schemeClr val="accent1"/>
              </a:buClr>
              <a:buFont typeface="Wingdings 2" pitchFamily="18" charset="2"/>
              <a:buChar char=""/>
              <a:defRPr sz="1200"/>
            </a:lvl1pPr>
            <a:lvl2pPr marL="347472" indent="-173736">
              <a:lnSpc>
                <a:spcPct val="95000"/>
              </a:lnSpc>
              <a:spcBef>
                <a:spcPts val="300"/>
              </a:spcBef>
              <a:buClr>
                <a:schemeClr val="accent1"/>
              </a:buClr>
              <a:buFont typeface="Arial" pitchFamily="34" charset="0"/>
              <a:buChar char="•"/>
              <a:defRPr sz="1200"/>
            </a:lvl2pPr>
            <a:lvl3pPr marL="521208" indent="-173736">
              <a:lnSpc>
                <a:spcPct val="95000"/>
              </a:lnSpc>
              <a:spcBef>
                <a:spcPts val="300"/>
              </a:spcBef>
              <a:buClr>
                <a:schemeClr val="accent1"/>
              </a:buClr>
              <a:buFont typeface="Arial" pitchFamily="34" charset="0"/>
              <a:buChar char="–"/>
              <a:defRPr sz="1200"/>
            </a:lvl3pPr>
            <a:lvl4pPr marL="685800" indent="-173736">
              <a:lnSpc>
                <a:spcPct val="95000"/>
              </a:lnSpc>
              <a:spcBef>
                <a:spcPts val="300"/>
              </a:spcBef>
              <a:buClr>
                <a:schemeClr val="accent1"/>
              </a:buClr>
              <a:buFont typeface="Arial" pitchFamily="34" charset="0"/>
              <a:buChar char="–"/>
              <a:defRPr sz="1200"/>
            </a:lvl4pPr>
            <a:lvl5pPr marL="914400" indent="-173736">
              <a:lnSpc>
                <a:spcPct val="95000"/>
              </a:lnSpc>
              <a:spcBef>
                <a:spcPts val="300"/>
              </a:spcBef>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9" name="Text Placeholder 29"/>
          <p:cNvSpPr>
            <a:spLocks noGrp="1"/>
          </p:cNvSpPr>
          <p:nvPr>
            <p:ph type="body" sz="quarter" idx="34"/>
          </p:nvPr>
        </p:nvSpPr>
        <p:spPr>
          <a:xfrm>
            <a:off x="7683241" y="1987175"/>
            <a:ext cx="3725596" cy="320988"/>
          </a:xfrm>
          <a:prstGeom prst="rect">
            <a:avLst/>
          </a:prstGeom>
        </p:spPr>
        <p:txBody>
          <a:bodyPr lIns="91440" rIns="91440" anchor="ctr"/>
          <a:lstStyle>
            <a:lvl1pPr marL="0" indent="0" algn="ctr">
              <a:buNone/>
              <a:defRPr sz="1200" b="1">
                <a:solidFill>
                  <a:schemeClr val="bg1"/>
                </a:solidFill>
              </a:defRPr>
            </a:lvl1pPr>
          </a:lstStyle>
          <a:p>
            <a:pPr lvl="0"/>
            <a:r>
              <a:rPr lang="en-US"/>
              <a:t>Click to edit Master text styles</a:t>
            </a:r>
          </a:p>
        </p:txBody>
      </p:sp>
      <p:sp>
        <p:nvSpPr>
          <p:cNvPr id="2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3" name="Slide Number Placeholder 9"/>
          <p:cNvSpPr>
            <a:spLocks noGrp="1"/>
          </p:cNvSpPr>
          <p:nvPr>
            <p:ph type="sldNum" sz="quarter" idx="35"/>
          </p:nvPr>
        </p:nvSpPr>
        <p:spPr/>
        <p:txBody>
          <a:bodyPr/>
          <a:lstStyle>
            <a:lvl1pPr>
              <a:defRPr/>
            </a:lvl1pPr>
          </a:lstStyle>
          <a:p>
            <a:fld id="{E70D8206-912D-3041-8A60-C5747B4B98EB}" type="slidenum">
              <a:rPr lang="en-US" altLang="en-US"/>
              <a:pPr/>
              <a:t>‹#›</a:t>
            </a:fld>
            <a:endParaRPr lang="en-US" altLang="en-US"/>
          </a:p>
        </p:txBody>
      </p:sp>
      <p:sp>
        <p:nvSpPr>
          <p:cNvPr id="24" name="Footer Placeholder 23"/>
          <p:cNvSpPr>
            <a:spLocks noGrp="1"/>
          </p:cNvSpPr>
          <p:nvPr>
            <p:ph type="ftr" sz="quarter" idx="36"/>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932131041"/>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ext Blocks - Workstreams and outcomes">
    <p:spTree>
      <p:nvGrpSpPr>
        <p:cNvPr id="1" name=""/>
        <p:cNvGrpSpPr/>
        <p:nvPr/>
      </p:nvGrpSpPr>
      <p:grpSpPr>
        <a:xfrm>
          <a:off x="0" y="0"/>
          <a:ext cx="0" cy="0"/>
          <a:chOff x="0" y="0"/>
          <a:chExt cx="0" cy="0"/>
        </a:xfrm>
      </p:grpSpPr>
      <p:sp>
        <p:nvSpPr>
          <p:cNvPr id="33" name="Pentagon 32"/>
          <p:cNvSpPr/>
          <p:nvPr userDrawn="1"/>
        </p:nvSpPr>
        <p:spPr bwMode="auto">
          <a:xfrm>
            <a:off x="7342718" y="1755775"/>
            <a:ext cx="905933" cy="4343400"/>
          </a:xfrm>
          <a:prstGeom prst="homePlate">
            <a:avLst>
              <a:gd name="adj" fmla="val 98835"/>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nchor="ctr"/>
          <a:lstStyle/>
          <a:p>
            <a:pPr indent="-117475" eaLnBrk="0" hangingPunct="0">
              <a:lnSpc>
                <a:spcPct val="95000"/>
              </a:lnSpc>
              <a:defRPr/>
            </a:pPr>
            <a:endParaRPr lang="en-US" sz="1800">
              <a:latin typeface="Arial" charset="0"/>
              <a:ea typeface="+mn-ea"/>
            </a:endParaRPr>
          </a:p>
        </p:txBody>
      </p:sp>
      <p:sp>
        <p:nvSpPr>
          <p:cNvPr id="6" name="Text Placeholder 2"/>
          <p:cNvSpPr>
            <a:spLocks noGrp="1"/>
          </p:cNvSpPr>
          <p:nvPr>
            <p:ph type="body" idx="38"/>
          </p:nvPr>
        </p:nvSpPr>
        <p:spPr>
          <a:xfrm>
            <a:off x="3991647" y="1290639"/>
            <a:ext cx="3169920" cy="4808536"/>
          </a:xfrm>
          <a:prstGeom prst="rect">
            <a:avLst/>
          </a:prstGeom>
          <a:solidFill>
            <a:schemeClr val="bg1">
              <a:lumMod val="95000"/>
            </a:schemeClr>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7" name="Text Placeholder 2"/>
          <p:cNvSpPr>
            <a:spLocks noGrp="1"/>
          </p:cNvSpPr>
          <p:nvPr>
            <p:ph type="body" idx="39"/>
          </p:nvPr>
        </p:nvSpPr>
        <p:spPr>
          <a:xfrm>
            <a:off x="637117" y="1290639"/>
            <a:ext cx="3169920" cy="4808536"/>
          </a:xfrm>
          <a:prstGeom prst="rect">
            <a:avLst/>
          </a:prstGeom>
          <a:solidFill>
            <a:schemeClr val="bg1">
              <a:lumMod val="95000"/>
            </a:schemeClr>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5"/>
          </p:nvPr>
        </p:nvSpPr>
        <p:spPr>
          <a:xfrm>
            <a:off x="3991647" y="1290638"/>
            <a:ext cx="3169920" cy="380392"/>
          </a:xfrm>
          <a:prstGeom prst="rect">
            <a:avLst/>
          </a:prstGeom>
          <a:solidFill>
            <a:schemeClr val="tx1">
              <a:lumMod val="50000"/>
              <a:lumOff val="50000"/>
            </a:schemeClr>
          </a:solidFill>
          <a:ln w="6350" cmpd="sng">
            <a:solidFill>
              <a:srgbClr val="C0C0C0"/>
            </a:solidFill>
            <a:prstDash val="solid"/>
          </a:ln>
        </p:spPr>
        <p:txBody>
          <a:bodyPr lIns="91440" rIns="91440" anchor="ctr"/>
          <a:lstStyle>
            <a:lvl1pPr marL="0" indent="0" algn="ctr">
              <a:buNone/>
              <a:defRPr sz="11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9" name="Text Placeholder 2"/>
          <p:cNvSpPr>
            <a:spLocks noGrp="1"/>
          </p:cNvSpPr>
          <p:nvPr>
            <p:ph type="body" idx="22"/>
          </p:nvPr>
        </p:nvSpPr>
        <p:spPr>
          <a:xfrm>
            <a:off x="8400511" y="1290638"/>
            <a:ext cx="316992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1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2"/>
          <p:cNvSpPr>
            <a:spLocks noGrp="1"/>
          </p:cNvSpPr>
          <p:nvPr>
            <p:ph type="body" idx="30"/>
          </p:nvPr>
        </p:nvSpPr>
        <p:spPr>
          <a:xfrm>
            <a:off x="637117" y="1290638"/>
            <a:ext cx="3169920" cy="380392"/>
          </a:xfrm>
          <a:prstGeom prst="rect">
            <a:avLst/>
          </a:prstGeom>
          <a:solidFill>
            <a:srgbClr val="4D4D4D"/>
          </a:solidFill>
          <a:ln w="6350" cmpd="sng">
            <a:solidFill>
              <a:srgbClr val="C0C0C0"/>
            </a:solidFill>
            <a:prstDash val="solid"/>
          </a:ln>
        </p:spPr>
        <p:txBody>
          <a:bodyPr lIns="91440" rIns="91440" anchor="ctr"/>
          <a:lstStyle>
            <a:lvl1pPr marL="0" indent="0" algn="ctr">
              <a:buNone/>
              <a:defRPr sz="11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1" name="Text Placeholder 19"/>
          <p:cNvSpPr>
            <a:spLocks noGrp="1"/>
          </p:cNvSpPr>
          <p:nvPr>
            <p:ph type="body" sz="quarter" idx="40"/>
          </p:nvPr>
        </p:nvSpPr>
        <p:spPr>
          <a:xfrm>
            <a:off x="759037" y="1731264"/>
            <a:ext cx="2926080" cy="521208"/>
          </a:xfrm>
          <a:prstGeom prst="flowChartAlternateProcess">
            <a:avLst/>
          </a:prstGeom>
          <a:solidFill>
            <a:srgbClr val="FFFFFF"/>
          </a:solidFill>
          <a:ln>
            <a:solidFill>
              <a:srgbClr val="C0C0C0"/>
            </a:solidFill>
          </a:ln>
        </p:spPr>
        <p:txBody>
          <a:bodyPr lIns="45720" tIns="0" rIns="45720" bIns="0" anchor="ctr" anchorCtr="0"/>
          <a:lstStyle>
            <a:lvl1pPr marL="0" indent="-118872">
              <a:lnSpc>
                <a:spcPct val="95000"/>
              </a:lnSpc>
              <a:spcBef>
                <a:spcPts val="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2" name="Text Placeholder 19"/>
          <p:cNvSpPr>
            <a:spLocks noGrp="1"/>
          </p:cNvSpPr>
          <p:nvPr>
            <p:ph type="body" sz="quarter" idx="41"/>
          </p:nvPr>
        </p:nvSpPr>
        <p:spPr>
          <a:xfrm>
            <a:off x="759037" y="2357120"/>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3" name="Text Placeholder 19"/>
          <p:cNvSpPr>
            <a:spLocks noGrp="1"/>
          </p:cNvSpPr>
          <p:nvPr>
            <p:ph type="body" sz="quarter" idx="42"/>
          </p:nvPr>
        </p:nvSpPr>
        <p:spPr>
          <a:xfrm>
            <a:off x="759037" y="2982976"/>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4" name="Text Placeholder 19"/>
          <p:cNvSpPr>
            <a:spLocks noGrp="1"/>
          </p:cNvSpPr>
          <p:nvPr>
            <p:ph type="body" sz="quarter" idx="43"/>
          </p:nvPr>
        </p:nvSpPr>
        <p:spPr>
          <a:xfrm>
            <a:off x="759037" y="3608832"/>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5" name="Text Placeholder 19"/>
          <p:cNvSpPr>
            <a:spLocks noGrp="1"/>
          </p:cNvSpPr>
          <p:nvPr>
            <p:ph type="body" sz="quarter" idx="44"/>
          </p:nvPr>
        </p:nvSpPr>
        <p:spPr>
          <a:xfrm>
            <a:off x="759037" y="4234688"/>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6" name="Text Placeholder 19"/>
          <p:cNvSpPr>
            <a:spLocks noGrp="1"/>
          </p:cNvSpPr>
          <p:nvPr>
            <p:ph type="body" sz="quarter" idx="45"/>
          </p:nvPr>
        </p:nvSpPr>
        <p:spPr>
          <a:xfrm>
            <a:off x="759037" y="5486400"/>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7" name="Text Placeholder 19"/>
          <p:cNvSpPr>
            <a:spLocks noGrp="1"/>
          </p:cNvSpPr>
          <p:nvPr>
            <p:ph type="body" sz="quarter" idx="46"/>
          </p:nvPr>
        </p:nvSpPr>
        <p:spPr>
          <a:xfrm>
            <a:off x="759037" y="4860544"/>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8" name="Text Placeholder 19"/>
          <p:cNvSpPr>
            <a:spLocks noGrp="1"/>
          </p:cNvSpPr>
          <p:nvPr>
            <p:ph type="body" sz="quarter" idx="47"/>
          </p:nvPr>
        </p:nvSpPr>
        <p:spPr>
          <a:xfrm>
            <a:off x="4113567" y="1743456"/>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9" name="Text Placeholder 19"/>
          <p:cNvSpPr>
            <a:spLocks noGrp="1"/>
          </p:cNvSpPr>
          <p:nvPr>
            <p:ph type="body" sz="quarter" idx="48"/>
          </p:nvPr>
        </p:nvSpPr>
        <p:spPr>
          <a:xfrm>
            <a:off x="4113567" y="2369312"/>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0" name="Text Placeholder 19"/>
          <p:cNvSpPr>
            <a:spLocks noGrp="1"/>
          </p:cNvSpPr>
          <p:nvPr>
            <p:ph type="body" sz="quarter" idx="49"/>
          </p:nvPr>
        </p:nvSpPr>
        <p:spPr>
          <a:xfrm>
            <a:off x="4113567" y="2995168"/>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1" name="Text Placeholder 19"/>
          <p:cNvSpPr>
            <a:spLocks noGrp="1"/>
          </p:cNvSpPr>
          <p:nvPr>
            <p:ph type="body" sz="quarter" idx="50"/>
          </p:nvPr>
        </p:nvSpPr>
        <p:spPr>
          <a:xfrm>
            <a:off x="4113567" y="3621024"/>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2" name="Text Placeholder 19"/>
          <p:cNvSpPr>
            <a:spLocks noGrp="1"/>
          </p:cNvSpPr>
          <p:nvPr>
            <p:ph type="body" sz="quarter" idx="51"/>
          </p:nvPr>
        </p:nvSpPr>
        <p:spPr>
          <a:xfrm>
            <a:off x="4113567" y="4246880"/>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3" name="Text Placeholder 19"/>
          <p:cNvSpPr>
            <a:spLocks noGrp="1"/>
          </p:cNvSpPr>
          <p:nvPr>
            <p:ph type="body" sz="quarter" idx="52"/>
          </p:nvPr>
        </p:nvSpPr>
        <p:spPr>
          <a:xfrm>
            <a:off x="4113567" y="5498592"/>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4" name="Text Placeholder 19"/>
          <p:cNvSpPr>
            <a:spLocks noGrp="1"/>
          </p:cNvSpPr>
          <p:nvPr>
            <p:ph type="body" sz="quarter" idx="53"/>
          </p:nvPr>
        </p:nvSpPr>
        <p:spPr>
          <a:xfrm>
            <a:off x="4113567" y="4872736"/>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5" name="Text Placeholder 19"/>
          <p:cNvSpPr>
            <a:spLocks noGrp="1"/>
          </p:cNvSpPr>
          <p:nvPr>
            <p:ph type="body" sz="quarter" idx="54"/>
          </p:nvPr>
        </p:nvSpPr>
        <p:spPr>
          <a:xfrm>
            <a:off x="8400511" y="1743456"/>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6" name="Text Placeholder 19"/>
          <p:cNvSpPr>
            <a:spLocks noGrp="1"/>
          </p:cNvSpPr>
          <p:nvPr>
            <p:ph type="body" sz="quarter" idx="55"/>
          </p:nvPr>
        </p:nvSpPr>
        <p:spPr>
          <a:xfrm>
            <a:off x="8400511" y="2369312"/>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7" name="Text Placeholder 19"/>
          <p:cNvSpPr>
            <a:spLocks noGrp="1"/>
          </p:cNvSpPr>
          <p:nvPr>
            <p:ph type="body" sz="quarter" idx="56"/>
          </p:nvPr>
        </p:nvSpPr>
        <p:spPr>
          <a:xfrm>
            <a:off x="8400511" y="2995168"/>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8" name="Text Placeholder 19"/>
          <p:cNvSpPr>
            <a:spLocks noGrp="1"/>
          </p:cNvSpPr>
          <p:nvPr>
            <p:ph type="body" sz="quarter" idx="57"/>
          </p:nvPr>
        </p:nvSpPr>
        <p:spPr>
          <a:xfrm>
            <a:off x="8400511" y="3621024"/>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9" name="Text Placeholder 19"/>
          <p:cNvSpPr>
            <a:spLocks noGrp="1"/>
          </p:cNvSpPr>
          <p:nvPr>
            <p:ph type="body" sz="quarter" idx="58"/>
          </p:nvPr>
        </p:nvSpPr>
        <p:spPr>
          <a:xfrm>
            <a:off x="8400511" y="4246880"/>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30" name="Text Placeholder 19"/>
          <p:cNvSpPr>
            <a:spLocks noGrp="1"/>
          </p:cNvSpPr>
          <p:nvPr>
            <p:ph type="body" sz="quarter" idx="59"/>
          </p:nvPr>
        </p:nvSpPr>
        <p:spPr>
          <a:xfrm>
            <a:off x="8400511" y="5498592"/>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31" name="Text Placeholder 19"/>
          <p:cNvSpPr>
            <a:spLocks noGrp="1"/>
          </p:cNvSpPr>
          <p:nvPr>
            <p:ph type="body" sz="quarter" idx="60"/>
          </p:nvPr>
        </p:nvSpPr>
        <p:spPr>
          <a:xfrm>
            <a:off x="8400511" y="4872736"/>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32"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4" name="Slide Number Placeholder 9"/>
          <p:cNvSpPr>
            <a:spLocks noGrp="1"/>
          </p:cNvSpPr>
          <p:nvPr>
            <p:ph type="sldNum" sz="quarter" idx="61"/>
          </p:nvPr>
        </p:nvSpPr>
        <p:spPr/>
        <p:txBody>
          <a:bodyPr/>
          <a:lstStyle>
            <a:lvl1pPr>
              <a:defRPr/>
            </a:lvl1pPr>
          </a:lstStyle>
          <a:p>
            <a:fld id="{250D9D91-D592-1043-AF8D-0FC015913F1E}" type="slidenum">
              <a:rPr lang="en-US" altLang="en-US"/>
              <a:pPr/>
              <a:t>‹#›</a:t>
            </a:fld>
            <a:endParaRPr lang="en-US" altLang="en-US"/>
          </a:p>
        </p:txBody>
      </p:sp>
      <p:sp>
        <p:nvSpPr>
          <p:cNvPr id="35" name="Footer Placeholder 33"/>
          <p:cNvSpPr>
            <a:spLocks noGrp="1"/>
          </p:cNvSpPr>
          <p:nvPr>
            <p:ph type="ftr" sz="quarter" idx="62"/>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843374824"/>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ext Blocks - Elements Leading To">
    <p:spTree>
      <p:nvGrpSpPr>
        <p:cNvPr id="1" name=""/>
        <p:cNvGrpSpPr/>
        <p:nvPr/>
      </p:nvGrpSpPr>
      <p:grpSpPr>
        <a:xfrm>
          <a:off x="0" y="0"/>
          <a:ext cx="0" cy="0"/>
          <a:chOff x="0" y="0"/>
          <a:chExt cx="0" cy="0"/>
        </a:xfrm>
      </p:grpSpPr>
      <p:sp>
        <p:nvSpPr>
          <p:cNvPr id="15" name="Pentagon 14"/>
          <p:cNvSpPr/>
          <p:nvPr userDrawn="1"/>
        </p:nvSpPr>
        <p:spPr bwMode="auto">
          <a:xfrm>
            <a:off x="7133167" y="1497014"/>
            <a:ext cx="905933" cy="4352925"/>
          </a:xfrm>
          <a:prstGeom prst="homePlate">
            <a:avLst>
              <a:gd name="adj" fmla="val 98835"/>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7" name="Text Placeholder 8"/>
          <p:cNvSpPr>
            <a:spLocks noGrp="1"/>
          </p:cNvSpPr>
          <p:nvPr>
            <p:ph type="body" sz="quarter" idx="21"/>
          </p:nvPr>
        </p:nvSpPr>
        <p:spPr>
          <a:xfrm rot="5400000">
            <a:off x="9549384" y="-97536"/>
            <a:ext cx="640080" cy="3425952"/>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8" name="Text Placeholder 12"/>
          <p:cNvSpPr>
            <a:spLocks noGrp="1"/>
          </p:cNvSpPr>
          <p:nvPr>
            <p:ph type="body" sz="quarter" idx="18"/>
          </p:nvPr>
        </p:nvSpPr>
        <p:spPr>
          <a:xfrm>
            <a:off x="8156448" y="1981200"/>
            <a:ext cx="3425952" cy="4114800"/>
          </a:xfrm>
          <a:prstGeom prst="rect">
            <a:avLst/>
          </a:prstGeom>
          <a:noFill/>
          <a:ln>
            <a:solidFill>
              <a:srgbClr val="C0C0C0"/>
            </a:solidFill>
          </a:ln>
        </p:spPr>
        <p:txBody>
          <a:bodyPr wrap="square" lIns="91440" anchor="t" anchorCtr="0">
            <a:noAutofit/>
          </a:bodyPr>
          <a:lstStyle>
            <a:lvl1pPr marL="233363" indent="-233363" algn="l">
              <a:spcBef>
                <a:spcPts val="200"/>
              </a:spcBef>
              <a:buClr>
                <a:srgbClr val="B01C2E"/>
              </a:buClr>
              <a:buFont typeface="Wingdings" pitchFamily="2" charset="2"/>
              <a:buChar char="§"/>
              <a:defRPr sz="1200" b="1" baseline="0"/>
            </a:lvl1pPr>
            <a:lvl2pPr marL="338138" indent="-173038">
              <a:spcBef>
                <a:spcPts val="200"/>
              </a:spcBef>
              <a:buClr>
                <a:srgbClr val="B01C2E"/>
              </a:buClr>
              <a:buFont typeface="Arial" pitchFamily="34" charset="0"/>
              <a:buChar char="•"/>
              <a:tabLst/>
              <a:defRPr sz="1200" b="1" baseline="0"/>
            </a:lvl2pPr>
            <a:lvl3pPr marL="502920" indent="-173038">
              <a:spcBef>
                <a:spcPts val="200"/>
              </a:spcBef>
              <a:buClr>
                <a:srgbClr val="B01C2E"/>
              </a:buClr>
              <a:buFont typeface="Arial" pitchFamily="34" charset="0"/>
              <a:buChar char="–"/>
              <a:defRPr sz="1200" b="1" baseline="0"/>
            </a:lvl3pPr>
            <a:lvl4pPr marL="685800" indent="-173736">
              <a:spcBef>
                <a:spcPts val="200"/>
              </a:spcBef>
              <a:buClr>
                <a:srgbClr val="B01C2E"/>
              </a:buClr>
              <a:buFont typeface="Arial" pitchFamily="34" charset="0"/>
              <a:buChar char="–"/>
              <a:tabLst/>
              <a:defRPr sz="1200" b="1"/>
            </a:lvl4pPr>
            <a:lvl5pPr marL="850392" indent="-173736">
              <a:spcBef>
                <a:spcPts val="200"/>
              </a:spcBef>
              <a:buClr>
                <a:srgbClr val="B01C2E"/>
              </a:buClr>
              <a:buFont typeface="Arial" pitchFamily="34" charset="0"/>
              <a:buChar char="–"/>
              <a:defRPr sz="1200" b="1"/>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Content Placeholder 3"/>
          <p:cNvSpPr>
            <a:spLocks noGrp="1"/>
          </p:cNvSpPr>
          <p:nvPr>
            <p:ph sz="half" idx="12"/>
          </p:nvPr>
        </p:nvSpPr>
        <p:spPr>
          <a:xfrm>
            <a:off x="508004" y="1497016"/>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0" name="Content Placeholder 3"/>
          <p:cNvSpPr>
            <a:spLocks noGrp="1"/>
          </p:cNvSpPr>
          <p:nvPr>
            <p:ph sz="half" idx="22"/>
          </p:nvPr>
        </p:nvSpPr>
        <p:spPr>
          <a:xfrm>
            <a:off x="508004" y="298543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Content Placeholder 3"/>
          <p:cNvSpPr>
            <a:spLocks noGrp="1"/>
          </p:cNvSpPr>
          <p:nvPr>
            <p:ph sz="half" idx="23"/>
          </p:nvPr>
        </p:nvSpPr>
        <p:spPr>
          <a:xfrm>
            <a:off x="508004" y="447385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2" name="Content Placeholder 3"/>
          <p:cNvSpPr>
            <a:spLocks noGrp="1"/>
          </p:cNvSpPr>
          <p:nvPr>
            <p:ph sz="half" idx="24"/>
          </p:nvPr>
        </p:nvSpPr>
        <p:spPr>
          <a:xfrm>
            <a:off x="2743204" y="1497016"/>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3" name="Content Placeholder 3"/>
          <p:cNvSpPr>
            <a:spLocks noGrp="1"/>
          </p:cNvSpPr>
          <p:nvPr>
            <p:ph sz="half" idx="25"/>
          </p:nvPr>
        </p:nvSpPr>
        <p:spPr>
          <a:xfrm>
            <a:off x="2743204" y="298543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4" name="Content Placeholder 3"/>
          <p:cNvSpPr>
            <a:spLocks noGrp="1"/>
          </p:cNvSpPr>
          <p:nvPr>
            <p:ph sz="half" idx="26"/>
          </p:nvPr>
        </p:nvSpPr>
        <p:spPr>
          <a:xfrm>
            <a:off x="2743204" y="447385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8" name="Content Placeholder 3"/>
          <p:cNvSpPr>
            <a:spLocks noGrp="1"/>
          </p:cNvSpPr>
          <p:nvPr>
            <p:ph sz="half" idx="27"/>
          </p:nvPr>
        </p:nvSpPr>
        <p:spPr>
          <a:xfrm>
            <a:off x="4978404" y="1497016"/>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9" name="Content Placeholder 3"/>
          <p:cNvSpPr>
            <a:spLocks noGrp="1"/>
          </p:cNvSpPr>
          <p:nvPr>
            <p:ph sz="half" idx="28"/>
          </p:nvPr>
        </p:nvSpPr>
        <p:spPr>
          <a:xfrm>
            <a:off x="4978404" y="298543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20" name="Content Placeholder 3"/>
          <p:cNvSpPr>
            <a:spLocks noGrp="1"/>
          </p:cNvSpPr>
          <p:nvPr>
            <p:ph sz="half" idx="29"/>
          </p:nvPr>
        </p:nvSpPr>
        <p:spPr>
          <a:xfrm>
            <a:off x="4978404" y="447385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6"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7" name="Slide Number Placeholder 9"/>
          <p:cNvSpPr>
            <a:spLocks noGrp="1"/>
          </p:cNvSpPr>
          <p:nvPr>
            <p:ph type="sldNum" sz="quarter" idx="30"/>
          </p:nvPr>
        </p:nvSpPr>
        <p:spPr/>
        <p:txBody>
          <a:bodyPr/>
          <a:lstStyle>
            <a:lvl1pPr>
              <a:defRPr/>
            </a:lvl1pPr>
          </a:lstStyle>
          <a:p>
            <a:fld id="{09CF501B-85A3-0748-9525-578425C49286}" type="slidenum">
              <a:rPr lang="en-US" altLang="en-US"/>
              <a:pPr/>
              <a:t>‹#›</a:t>
            </a:fld>
            <a:endParaRPr lang="en-US" altLang="en-US"/>
          </a:p>
        </p:txBody>
      </p:sp>
      <p:sp>
        <p:nvSpPr>
          <p:cNvPr id="21" name="Footer Placeholder 20"/>
          <p:cNvSpPr>
            <a:spLocks noGrp="1"/>
          </p:cNvSpPr>
          <p:nvPr>
            <p:ph type="ftr" sz="quarter" idx="31"/>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1985546450"/>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Related Text Blocks - Sequence">
    <p:spTree>
      <p:nvGrpSpPr>
        <p:cNvPr id="1" name=""/>
        <p:cNvGrpSpPr/>
        <p:nvPr/>
      </p:nvGrpSpPr>
      <p:grpSpPr>
        <a:xfrm>
          <a:off x="0" y="0"/>
          <a:ext cx="0" cy="0"/>
          <a:chOff x="0" y="0"/>
          <a:chExt cx="0" cy="0"/>
        </a:xfrm>
      </p:grpSpPr>
      <p:cxnSp>
        <p:nvCxnSpPr>
          <p:cNvPr id="7" name="Elbow Connector 24"/>
          <p:cNvCxnSpPr>
            <a:cxnSpLocks noChangeShapeType="1"/>
          </p:cNvCxnSpPr>
          <p:nvPr userDrawn="1"/>
        </p:nvCxnSpPr>
        <p:spPr bwMode="auto">
          <a:xfrm rot="16200000" flipH="1">
            <a:off x="1340909" y="2289175"/>
            <a:ext cx="768350" cy="850900"/>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cxnSp>
        <p:nvCxnSpPr>
          <p:cNvPr id="13" name="Elbow Connector 28"/>
          <p:cNvCxnSpPr>
            <a:cxnSpLocks noChangeShapeType="1"/>
          </p:cNvCxnSpPr>
          <p:nvPr userDrawn="1"/>
        </p:nvCxnSpPr>
        <p:spPr bwMode="auto">
          <a:xfrm rot="16200000" flipH="1">
            <a:off x="2881313" y="3486680"/>
            <a:ext cx="752475" cy="833967"/>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cxnSp>
        <p:nvCxnSpPr>
          <p:cNvPr id="14" name="Elbow Connector 39"/>
          <p:cNvCxnSpPr>
            <a:cxnSpLocks noChangeShapeType="1"/>
          </p:cNvCxnSpPr>
          <p:nvPr userDrawn="1"/>
        </p:nvCxnSpPr>
        <p:spPr bwMode="auto">
          <a:xfrm rot="16200000" flipH="1">
            <a:off x="4429126" y="4714875"/>
            <a:ext cx="698500" cy="793751"/>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sp>
        <p:nvSpPr>
          <p:cNvPr id="8" name="Content Placeholder 3"/>
          <p:cNvSpPr>
            <a:spLocks noGrp="1"/>
          </p:cNvSpPr>
          <p:nvPr>
            <p:ph sz="half" idx="17"/>
          </p:nvPr>
        </p:nvSpPr>
        <p:spPr>
          <a:xfrm>
            <a:off x="5175608" y="4986243"/>
            <a:ext cx="6413145" cy="950976"/>
          </a:xfrm>
          <a:prstGeom prst="rect">
            <a:avLst/>
          </a:prstGeom>
          <a:solidFill>
            <a:schemeClr val="bg1"/>
          </a:solidFill>
          <a:ln w="12700">
            <a:solidFill>
              <a:schemeClr val="accent1"/>
            </a:solidFill>
          </a:ln>
        </p:spPr>
        <p:txBody>
          <a:bodyPr lIns="137160" tIns="137160" rIns="137160" bIns="137160" anchor="ctr"/>
          <a:lstStyle>
            <a:lvl1pPr marL="176213" marR="0" indent="-176213" algn="l" defTabSz="914400" rtl="0" eaLnBrk="1" fontAlgn="auto" latinLnBrk="0" hangingPunct="1">
              <a:lnSpc>
                <a:spcPct val="100000"/>
              </a:lnSpc>
              <a:spcBef>
                <a:spcPct val="20000"/>
              </a:spcBef>
              <a:spcAft>
                <a:spcPts val="0"/>
              </a:spcAft>
              <a:buClr>
                <a:srgbClr val="B01C2E"/>
              </a:buClr>
              <a:buSzTx/>
              <a:buFont typeface="Wingdings 2" pitchFamily="18" charset="2"/>
              <a:buChar char=""/>
              <a:tabLst/>
              <a:defRPr sz="1200"/>
            </a:lvl1pPr>
            <a:lvl2pPr marL="342900" indent="-166688">
              <a:buClr>
                <a:srgbClr val="B01C2E"/>
              </a:buClr>
              <a:buSzPct val="125000"/>
              <a:defRPr sz="1200"/>
            </a:lvl2pPr>
            <a:lvl3pPr marL="519113" indent="-176213">
              <a:buClr>
                <a:srgbClr val="B01C2E"/>
              </a:buClr>
              <a:buFont typeface="Arial" pitchFamily="34" charset="0"/>
              <a:buChar char="–"/>
              <a:defRPr sz="12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p:txBody>
      </p:sp>
      <p:sp>
        <p:nvSpPr>
          <p:cNvPr id="9" name="Content Placeholder 3"/>
          <p:cNvSpPr>
            <a:spLocks noGrp="1"/>
          </p:cNvSpPr>
          <p:nvPr>
            <p:ph sz="half" idx="14"/>
          </p:nvPr>
        </p:nvSpPr>
        <p:spPr>
          <a:xfrm>
            <a:off x="638822" y="1441358"/>
            <a:ext cx="6413145" cy="950976"/>
          </a:xfrm>
          <a:prstGeom prst="rect">
            <a:avLst/>
          </a:prstGeom>
          <a:solidFill>
            <a:schemeClr val="bg1"/>
          </a:solidFill>
          <a:ln w="12700">
            <a:solidFill>
              <a:schemeClr val="accent1"/>
            </a:solidFill>
          </a:ln>
        </p:spPr>
        <p:txBody>
          <a:bodyPr lIns="137160" tIns="137160" rIns="137160" bIns="137160" anchor="ctr"/>
          <a:lstStyle>
            <a:lvl1pPr marL="176213" marR="0" indent="-176213" algn="l" defTabSz="914400" rtl="0" eaLnBrk="1" fontAlgn="auto" latinLnBrk="0" hangingPunct="1">
              <a:lnSpc>
                <a:spcPct val="100000"/>
              </a:lnSpc>
              <a:spcBef>
                <a:spcPct val="20000"/>
              </a:spcBef>
              <a:spcAft>
                <a:spcPts val="0"/>
              </a:spcAft>
              <a:buClr>
                <a:srgbClr val="B01C2E"/>
              </a:buClr>
              <a:buSzTx/>
              <a:buFont typeface="Wingdings 2" pitchFamily="18" charset="2"/>
              <a:buChar char=""/>
              <a:tabLst/>
              <a:defRPr sz="1200"/>
            </a:lvl1pPr>
            <a:lvl2pPr marL="342900" indent="-166688">
              <a:buClr>
                <a:srgbClr val="B01C2E"/>
              </a:buClr>
              <a:buSzPct val="125000"/>
              <a:defRPr sz="1200"/>
            </a:lvl2pPr>
            <a:lvl3pPr marL="519113" indent="-176213">
              <a:buClr>
                <a:srgbClr val="B01C2E"/>
              </a:buClr>
              <a:buFont typeface="Arial" pitchFamily="34" charset="0"/>
              <a:buChar char="–"/>
              <a:defRPr sz="12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p:txBody>
      </p:sp>
      <p:sp>
        <p:nvSpPr>
          <p:cNvPr id="10" name="Content Placeholder 3"/>
          <p:cNvSpPr>
            <a:spLocks noGrp="1"/>
          </p:cNvSpPr>
          <p:nvPr>
            <p:ph sz="half" idx="15"/>
          </p:nvPr>
        </p:nvSpPr>
        <p:spPr>
          <a:xfrm>
            <a:off x="2150310" y="2622986"/>
            <a:ext cx="6413145" cy="950976"/>
          </a:xfrm>
          <a:prstGeom prst="rect">
            <a:avLst/>
          </a:prstGeom>
          <a:solidFill>
            <a:schemeClr val="bg1"/>
          </a:solidFill>
          <a:ln w="12700">
            <a:solidFill>
              <a:schemeClr val="accent1"/>
            </a:solidFill>
          </a:ln>
        </p:spPr>
        <p:txBody>
          <a:bodyPr lIns="137160" tIns="137160" rIns="137160" bIns="137160" anchor="ctr"/>
          <a:lstStyle>
            <a:lvl1pPr marL="176213" marR="0" indent="-176213" algn="l" defTabSz="914400" rtl="0" eaLnBrk="1" fontAlgn="auto" latinLnBrk="0" hangingPunct="1">
              <a:lnSpc>
                <a:spcPct val="100000"/>
              </a:lnSpc>
              <a:spcBef>
                <a:spcPct val="20000"/>
              </a:spcBef>
              <a:spcAft>
                <a:spcPts val="0"/>
              </a:spcAft>
              <a:buClr>
                <a:srgbClr val="B01C2E"/>
              </a:buClr>
              <a:buSzTx/>
              <a:buFont typeface="Wingdings 2" pitchFamily="18" charset="2"/>
              <a:buChar char=""/>
              <a:tabLst/>
              <a:defRPr sz="1200"/>
            </a:lvl1pPr>
            <a:lvl2pPr marL="342900" indent="-166688">
              <a:buClr>
                <a:srgbClr val="B01C2E"/>
              </a:buClr>
              <a:buSzPct val="125000"/>
              <a:defRPr sz="1200"/>
            </a:lvl2pPr>
            <a:lvl3pPr marL="519113" indent="-176213">
              <a:buClr>
                <a:srgbClr val="B01C2E"/>
              </a:buClr>
              <a:buFont typeface="Arial" pitchFamily="34" charset="0"/>
              <a:buChar char="–"/>
              <a:defRPr sz="12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p:txBody>
      </p:sp>
      <p:sp>
        <p:nvSpPr>
          <p:cNvPr id="11" name="Content Placeholder 3"/>
          <p:cNvSpPr>
            <a:spLocks noGrp="1"/>
          </p:cNvSpPr>
          <p:nvPr>
            <p:ph sz="half" idx="16"/>
          </p:nvPr>
        </p:nvSpPr>
        <p:spPr>
          <a:xfrm>
            <a:off x="3674314" y="3804614"/>
            <a:ext cx="6413145" cy="950976"/>
          </a:xfrm>
          <a:prstGeom prst="rect">
            <a:avLst/>
          </a:prstGeom>
          <a:solidFill>
            <a:schemeClr val="bg1"/>
          </a:solidFill>
          <a:ln w="12700">
            <a:solidFill>
              <a:schemeClr val="accent1"/>
            </a:solidFill>
          </a:ln>
        </p:spPr>
        <p:txBody>
          <a:bodyPr lIns="137160" tIns="137160" rIns="137160" bIns="137160" anchor="ctr"/>
          <a:lstStyle>
            <a:lvl1pPr marL="176213" marR="0" indent="-176213" algn="l" defTabSz="914400" rtl="0" eaLnBrk="1" fontAlgn="auto" latinLnBrk="0" hangingPunct="1">
              <a:lnSpc>
                <a:spcPct val="100000"/>
              </a:lnSpc>
              <a:spcBef>
                <a:spcPct val="20000"/>
              </a:spcBef>
              <a:spcAft>
                <a:spcPts val="0"/>
              </a:spcAft>
              <a:buClr>
                <a:srgbClr val="B01C2E"/>
              </a:buClr>
              <a:buSzTx/>
              <a:buFont typeface="Wingdings 2" pitchFamily="18" charset="2"/>
              <a:buChar char=""/>
              <a:tabLst/>
              <a:defRPr sz="1200"/>
            </a:lvl1pPr>
            <a:lvl2pPr marL="342900" indent="-166688">
              <a:buClr>
                <a:srgbClr val="B01C2E"/>
              </a:buClr>
              <a:buSzPct val="125000"/>
              <a:defRPr sz="1200"/>
            </a:lvl2pPr>
            <a:lvl3pPr marL="519113" indent="-176213">
              <a:buClr>
                <a:srgbClr val="B01C2E"/>
              </a:buClr>
              <a:buFont typeface="Arial" pitchFamily="34" charset="0"/>
              <a:buChar char="–"/>
              <a:defRPr sz="12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p:txBody>
      </p:sp>
      <p:sp>
        <p:nvSpPr>
          <p:cNvPr id="12"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Slide Number Placeholder 9"/>
          <p:cNvSpPr>
            <a:spLocks noGrp="1"/>
          </p:cNvSpPr>
          <p:nvPr>
            <p:ph type="sldNum" sz="quarter" idx="18"/>
          </p:nvPr>
        </p:nvSpPr>
        <p:spPr/>
        <p:txBody>
          <a:bodyPr/>
          <a:lstStyle>
            <a:lvl1pPr>
              <a:defRPr/>
            </a:lvl1pPr>
          </a:lstStyle>
          <a:p>
            <a:fld id="{0C10D6D8-3B97-854D-B9A2-DD1E2B17F6F0}" type="slidenum">
              <a:rPr lang="en-US" altLang="en-US"/>
              <a:pPr/>
              <a:t>‹#›</a:t>
            </a:fld>
            <a:endParaRPr lang="en-US" altLang="en-US"/>
          </a:p>
        </p:txBody>
      </p:sp>
      <p:sp>
        <p:nvSpPr>
          <p:cNvPr id="16" name="Footer Placeholder 13"/>
          <p:cNvSpPr>
            <a:spLocks noGrp="1"/>
          </p:cNvSpPr>
          <p:nvPr>
            <p:ph type="ftr" sz="quarter" idx="19"/>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619583014"/>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Guidelines">
    <p:spTree>
      <p:nvGrpSpPr>
        <p:cNvPr id="1" name=""/>
        <p:cNvGrpSpPr/>
        <p:nvPr/>
      </p:nvGrpSpPr>
      <p:grpSpPr>
        <a:xfrm>
          <a:off x="0" y="0"/>
          <a:ext cx="0" cy="0"/>
          <a:chOff x="0" y="0"/>
          <a:chExt cx="0" cy="0"/>
        </a:xfrm>
      </p:grpSpPr>
      <p:sp>
        <p:nvSpPr>
          <p:cNvPr id="7" name="Parallelogram 6"/>
          <p:cNvSpPr/>
          <p:nvPr userDrawn="1"/>
        </p:nvSpPr>
        <p:spPr bwMode="auto">
          <a:xfrm>
            <a:off x="950384" y="1782764"/>
            <a:ext cx="10625667" cy="528637"/>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8" name="Parallelogram 7"/>
          <p:cNvSpPr/>
          <p:nvPr userDrawn="1"/>
        </p:nvSpPr>
        <p:spPr bwMode="auto">
          <a:xfrm>
            <a:off x="950384" y="5300664"/>
            <a:ext cx="10625667" cy="530225"/>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14" name="Parallelogram 13"/>
          <p:cNvSpPr/>
          <p:nvPr userDrawn="1"/>
        </p:nvSpPr>
        <p:spPr bwMode="auto">
          <a:xfrm>
            <a:off x="950384" y="4129089"/>
            <a:ext cx="10625667" cy="528637"/>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15" name="Parallelogram 14"/>
          <p:cNvSpPr/>
          <p:nvPr userDrawn="1"/>
        </p:nvSpPr>
        <p:spPr bwMode="auto">
          <a:xfrm>
            <a:off x="950384" y="2955925"/>
            <a:ext cx="10625667" cy="528638"/>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9" name="Content Placeholder 3"/>
          <p:cNvSpPr>
            <a:spLocks noGrp="1"/>
          </p:cNvSpPr>
          <p:nvPr>
            <p:ph sz="half" idx="12"/>
          </p:nvPr>
        </p:nvSpPr>
        <p:spPr>
          <a:xfrm>
            <a:off x="944921" y="1501649"/>
            <a:ext cx="9934099" cy="789371"/>
          </a:xfrm>
          <a:prstGeom prst="parallelogram">
            <a:avLst/>
          </a:prstGeom>
          <a:solidFill>
            <a:schemeClr val="accent1"/>
          </a:solidFill>
          <a:ln w="6350">
            <a:noFill/>
          </a:ln>
        </p:spPr>
        <p:txBody>
          <a:bodyPr lIns="137160" tIns="137160" rIns="137160" bIns="137160" anchor="ctr"/>
          <a:lstStyle>
            <a:lvl1pPr marL="176213" indent="-176213" algn="ctr">
              <a:buNone/>
              <a:defRPr sz="1200" b="1">
                <a:solidFill>
                  <a:schemeClr val="bg1"/>
                </a:solidFill>
              </a:defRPr>
            </a:lvl1pPr>
            <a:lvl2pPr marL="342900" indent="-166688">
              <a:buSzPct val="125000"/>
              <a:defRPr sz="1400"/>
            </a:lvl2pPr>
            <a:lvl3pPr marL="519113" indent="-176213">
              <a:defRPr sz="14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p:txBody>
      </p:sp>
      <p:sp>
        <p:nvSpPr>
          <p:cNvPr id="10" name="Content Placeholder 3"/>
          <p:cNvSpPr>
            <a:spLocks noGrp="1"/>
          </p:cNvSpPr>
          <p:nvPr>
            <p:ph sz="half" idx="13"/>
          </p:nvPr>
        </p:nvSpPr>
        <p:spPr>
          <a:xfrm>
            <a:off x="944921" y="5019703"/>
            <a:ext cx="9934099" cy="789371"/>
          </a:xfrm>
          <a:prstGeom prst="parallelogram">
            <a:avLst/>
          </a:prstGeom>
          <a:solidFill>
            <a:schemeClr val="accent1"/>
          </a:solidFill>
          <a:ln w="6350">
            <a:noFill/>
          </a:ln>
        </p:spPr>
        <p:txBody>
          <a:bodyPr lIns="137160" tIns="137160" rIns="137160" bIns="137160" anchor="ctr"/>
          <a:lstStyle>
            <a:lvl1pPr marL="176213" marR="0" indent="-176213" algn="ctr" defTabSz="914400" rtl="0" eaLnBrk="1" fontAlgn="auto" latinLnBrk="0" hangingPunct="1">
              <a:lnSpc>
                <a:spcPct val="100000"/>
              </a:lnSpc>
              <a:spcBef>
                <a:spcPct val="20000"/>
              </a:spcBef>
              <a:spcAft>
                <a:spcPts val="0"/>
              </a:spcAft>
              <a:buClrTx/>
              <a:buSzTx/>
              <a:buFont typeface="Arial" pitchFamily="34" charset="0"/>
              <a:buNone/>
              <a:tabLst/>
              <a:defRPr sz="1200" b="1">
                <a:solidFill>
                  <a:schemeClr val="bg1"/>
                </a:solidFill>
              </a:defRPr>
            </a:lvl1pPr>
            <a:lvl2pPr marL="342900" indent="-166688">
              <a:buSzPct val="125000"/>
              <a:defRPr sz="1400"/>
            </a:lvl2pPr>
            <a:lvl3pPr marL="519113" indent="-176213">
              <a:defRPr sz="14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p:txBody>
      </p:sp>
      <p:sp>
        <p:nvSpPr>
          <p:cNvPr id="11" name="Content Placeholder 3"/>
          <p:cNvSpPr>
            <a:spLocks noGrp="1"/>
          </p:cNvSpPr>
          <p:nvPr>
            <p:ph sz="half" idx="14"/>
          </p:nvPr>
        </p:nvSpPr>
        <p:spPr>
          <a:xfrm>
            <a:off x="944921" y="3847016"/>
            <a:ext cx="9934099" cy="789371"/>
          </a:xfrm>
          <a:prstGeom prst="parallelogram">
            <a:avLst/>
          </a:prstGeom>
          <a:solidFill>
            <a:schemeClr val="accent1"/>
          </a:solidFill>
          <a:ln w="6350">
            <a:noFill/>
          </a:ln>
        </p:spPr>
        <p:txBody>
          <a:bodyPr lIns="137160" tIns="137160" rIns="137160" bIns="137160" anchor="ctr"/>
          <a:lstStyle>
            <a:lvl1pPr marL="176213" indent="-176213" algn="ctr">
              <a:buNone/>
              <a:defRPr sz="1200" b="1">
                <a:solidFill>
                  <a:schemeClr val="bg1"/>
                </a:solidFill>
              </a:defRPr>
            </a:lvl1pPr>
            <a:lvl2pPr marL="342900" indent="-166688">
              <a:buSzPct val="125000"/>
              <a:defRPr sz="1400"/>
            </a:lvl2pPr>
            <a:lvl3pPr marL="519113" indent="-176213">
              <a:defRPr sz="14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p:txBody>
      </p:sp>
      <p:sp>
        <p:nvSpPr>
          <p:cNvPr id="12" name="Content Placeholder 3"/>
          <p:cNvSpPr>
            <a:spLocks noGrp="1"/>
          </p:cNvSpPr>
          <p:nvPr>
            <p:ph sz="half" idx="15"/>
          </p:nvPr>
        </p:nvSpPr>
        <p:spPr>
          <a:xfrm>
            <a:off x="944921" y="2674335"/>
            <a:ext cx="9934099" cy="789371"/>
          </a:xfrm>
          <a:prstGeom prst="parallelogram">
            <a:avLst/>
          </a:prstGeom>
          <a:solidFill>
            <a:schemeClr val="accent1"/>
          </a:solidFill>
          <a:ln w="6350">
            <a:noFill/>
          </a:ln>
        </p:spPr>
        <p:txBody>
          <a:bodyPr lIns="137160" tIns="137160" rIns="137160" bIns="137160" anchor="ctr"/>
          <a:lstStyle>
            <a:lvl1pPr marL="176213" indent="-176213" algn="ctr">
              <a:buNone/>
              <a:defRPr sz="1200" b="1">
                <a:solidFill>
                  <a:schemeClr val="bg1"/>
                </a:solidFill>
              </a:defRPr>
            </a:lvl1pPr>
            <a:lvl2pPr marL="342900" indent="-166688">
              <a:buSzPct val="125000"/>
              <a:defRPr sz="1400"/>
            </a:lvl2pPr>
            <a:lvl3pPr marL="519113" indent="-176213">
              <a:defRPr sz="14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p:txBody>
      </p:sp>
      <p:sp>
        <p:nvSpPr>
          <p:cNvPr id="1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6" name="Slide Number Placeholder 9"/>
          <p:cNvSpPr>
            <a:spLocks noGrp="1"/>
          </p:cNvSpPr>
          <p:nvPr>
            <p:ph type="sldNum" sz="quarter" idx="16"/>
          </p:nvPr>
        </p:nvSpPr>
        <p:spPr/>
        <p:txBody>
          <a:bodyPr/>
          <a:lstStyle>
            <a:lvl1pPr>
              <a:defRPr/>
            </a:lvl1pPr>
          </a:lstStyle>
          <a:p>
            <a:fld id="{97E92AD8-7AD1-8240-8596-9839AB315E2F}" type="slidenum">
              <a:rPr lang="en-US" altLang="en-US"/>
              <a:pPr/>
              <a:t>‹#›</a:t>
            </a:fld>
            <a:endParaRPr lang="en-US" altLang="en-US"/>
          </a:p>
        </p:txBody>
      </p:sp>
      <p:sp>
        <p:nvSpPr>
          <p:cNvPr id="17" name="Footer Placeholder 14"/>
          <p:cNvSpPr>
            <a:spLocks noGrp="1"/>
          </p:cNvSpPr>
          <p:nvPr>
            <p:ph type="ftr" sz="quarter" idx="17"/>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499582873"/>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Phases and threads with chevrons">
    <p:spTree>
      <p:nvGrpSpPr>
        <p:cNvPr id="1" name=""/>
        <p:cNvGrpSpPr/>
        <p:nvPr/>
      </p:nvGrpSpPr>
      <p:grpSpPr>
        <a:xfrm>
          <a:off x="0" y="0"/>
          <a:ext cx="0" cy="0"/>
          <a:chOff x="0" y="0"/>
          <a:chExt cx="0" cy="0"/>
        </a:xfrm>
      </p:grpSpPr>
      <p:cxnSp>
        <p:nvCxnSpPr>
          <p:cNvPr id="22" name="Straight Connector 8"/>
          <p:cNvCxnSpPr>
            <a:cxnSpLocks noChangeShapeType="1"/>
          </p:cNvCxnSpPr>
          <p:nvPr userDrawn="1"/>
        </p:nvCxnSpPr>
        <p:spPr bwMode="auto">
          <a:xfrm>
            <a:off x="637117" y="3294064"/>
            <a:ext cx="10651067" cy="1587"/>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cxnSp>
        <p:nvCxnSpPr>
          <p:cNvPr id="23" name="Straight Connector 9"/>
          <p:cNvCxnSpPr>
            <a:cxnSpLocks noChangeShapeType="1"/>
          </p:cNvCxnSpPr>
          <p:nvPr userDrawn="1"/>
        </p:nvCxnSpPr>
        <p:spPr bwMode="auto">
          <a:xfrm>
            <a:off x="637117" y="4670425"/>
            <a:ext cx="10651067" cy="1588"/>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cxnSp>
        <p:nvCxnSpPr>
          <p:cNvPr id="24" name="Straight Connector 10"/>
          <p:cNvCxnSpPr>
            <a:cxnSpLocks noChangeShapeType="1"/>
          </p:cNvCxnSpPr>
          <p:nvPr userDrawn="1"/>
        </p:nvCxnSpPr>
        <p:spPr bwMode="auto">
          <a:xfrm>
            <a:off x="637117" y="6046789"/>
            <a:ext cx="10651067" cy="1587"/>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sp>
        <p:nvSpPr>
          <p:cNvPr id="5" name="Text Placeholder 12"/>
          <p:cNvSpPr>
            <a:spLocks noGrp="1"/>
          </p:cNvSpPr>
          <p:nvPr>
            <p:ph type="body" sz="quarter" idx="12"/>
          </p:nvPr>
        </p:nvSpPr>
        <p:spPr>
          <a:xfrm>
            <a:off x="2110661" y="1290643"/>
            <a:ext cx="2494291" cy="600507"/>
          </a:xfrm>
          <a:prstGeom prst="homePlate">
            <a:avLst>
              <a:gd name="adj" fmla="val 31973"/>
            </a:avLst>
          </a:prstGeom>
          <a:solidFill>
            <a:schemeClr val="accent1"/>
          </a:solidFill>
          <a:ln w="6350">
            <a:solidFill>
              <a:srgbClr val="A9A9A9"/>
            </a:solidFill>
          </a:ln>
        </p:spPr>
        <p:txBody>
          <a:bodyPr lIns="91440" tIns="137160" rIns="91440" bIns="137160" anchor="ctr"/>
          <a:lstStyle>
            <a:lvl1pPr marL="0" indent="0" algn="ctr">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6" name="Text Placeholder 12"/>
          <p:cNvSpPr>
            <a:spLocks noGrp="1"/>
          </p:cNvSpPr>
          <p:nvPr>
            <p:ph type="body" sz="quarter" idx="15"/>
          </p:nvPr>
        </p:nvSpPr>
        <p:spPr>
          <a:xfrm>
            <a:off x="9195340" y="1290643"/>
            <a:ext cx="2538493"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indent="0" algn="ctr">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7" name="Text Placeholder 12"/>
          <p:cNvSpPr>
            <a:spLocks noGrp="1"/>
          </p:cNvSpPr>
          <p:nvPr>
            <p:ph type="body" sz="quarter" idx="30"/>
          </p:nvPr>
        </p:nvSpPr>
        <p:spPr>
          <a:xfrm>
            <a:off x="6819046" y="1290643"/>
            <a:ext cx="2538493"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8" name="Text Placeholder 12"/>
          <p:cNvSpPr>
            <a:spLocks noGrp="1"/>
          </p:cNvSpPr>
          <p:nvPr>
            <p:ph type="body" sz="quarter" idx="31"/>
          </p:nvPr>
        </p:nvSpPr>
        <p:spPr>
          <a:xfrm>
            <a:off x="4442752" y="1290643"/>
            <a:ext cx="2538493"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indent="0" algn="ctr">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9" name="Text Placeholder 12"/>
          <p:cNvSpPr>
            <a:spLocks noGrp="1"/>
          </p:cNvSpPr>
          <p:nvPr>
            <p:ph type="body" sz="quarter" idx="11"/>
          </p:nvPr>
        </p:nvSpPr>
        <p:spPr>
          <a:xfrm>
            <a:off x="609600" y="2068960"/>
            <a:ext cx="1341120"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200"/>
            </a:lvl5pPr>
          </a:lstStyle>
          <a:p>
            <a:pPr lvl="0"/>
            <a:r>
              <a:rPr lang="en-US"/>
              <a:t>Click to edit Master text styles</a:t>
            </a:r>
          </a:p>
        </p:txBody>
      </p:sp>
      <p:sp>
        <p:nvSpPr>
          <p:cNvPr id="10" name="Text Placeholder 12"/>
          <p:cNvSpPr>
            <a:spLocks noGrp="1"/>
          </p:cNvSpPr>
          <p:nvPr>
            <p:ph type="body" sz="quarter" idx="32"/>
          </p:nvPr>
        </p:nvSpPr>
        <p:spPr>
          <a:xfrm>
            <a:off x="609600" y="3436667"/>
            <a:ext cx="1341120"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11" name="Text Placeholder 12"/>
          <p:cNvSpPr>
            <a:spLocks noGrp="1"/>
          </p:cNvSpPr>
          <p:nvPr>
            <p:ph type="body" sz="quarter" idx="33"/>
          </p:nvPr>
        </p:nvSpPr>
        <p:spPr>
          <a:xfrm>
            <a:off x="609600" y="4802487"/>
            <a:ext cx="1341120"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12" name="Text Placeholder 12"/>
          <p:cNvSpPr>
            <a:spLocks noGrp="1"/>
          </p:cNvSpPr>
          <p:nvPr>
            <p:ph type="body" sz="quarter" idx="34"/>
          </p:nvPr>
        </p:nvSpPr>
        <p:spPr>
          <a:xfrm>
            <a:off x="2110661" y="2068960"/>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13" name="Text Placeholder 12"/>
          <p:cNvSpPr>
            <a:spLocks noGrp="1"/>
          </p:cNvSpPr>
          <p:nvPr>
            <p:ph type="body" sz="quarter" idx="35"/>
          </p:nvPr>
        </p:nvSpPr>
        <p:spPr>
          <a:xfrm>
            <a:off x="2110661" y="3441508"/>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14" name="Text Placeholder 12"/>
          <p:cNvSpPr>
            <a:spLocks noGrp="1"/>
          </p:cNvSpPr>
          <p:nvPr>
            <p:ph type="body" sz="quarter" idx="36"/>
          </p:nvPr>
        </p:nvSpPr>
        <p:spPr>
          <a:xfrm>
            <a:off x="2110661" y="4807328"/>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2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8" name="Text Placeholder 12"/>
          <p:cNvSpPr>
            <a:spLocks noGrp="1"/>
          </p:cNvSpPr>
          <p:nvPr>
            <p:ph type="body" sz="quarter" idx="37"/>
          </p:nvPr>
        </p:nvSpPr>
        <p:spPr>
          <a:xfrm>
            <a:off x="4442752" y="2066925"/>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29" name="Text Placeholder 12"/>
          <p:cNvSpPr>
            <a:spLocks noGrp="1"/>
          </p:cNvSpPr>
          <p:nvPr>
            <p:ph type="body" sz="quarter" idx="38"/>
          </p:nvPr>
        </p:nvSpPr>
        <p:spPr>
          <a:xfrm>
            <a:off x="4442752" y="343947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0" name="Text Placeholder 12"/>
          <p:cNvSpPr>
            <a:spLocks noGrp="1"/>
          </p:cNvSpPr>
          <p:nvPr>
            <p:ph type="body" sz="quarter" idx="39"/>
          </p:nvPr>
        </p:nvSpPr>
        <p:spPr>
          <a:xfrm>
            <a:off x="4442752" y="480529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1" name="Text Placeholder 12"/>
          <p:cNvSpPr>
            <a:spLocks noGrp="1"/>
          </p:cNvSpPr>
          <p:nvPr>
            <p:ph type="body" sz="quarter" idx="40"/>
          </p:nvPr>
        </p:nvSpPr>
        <p:spPr>
          <a:xfrm>
            <a:off x="6819045" y="2066925"/>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2" name="Text Placeholder 12"/>
          <p:cNvSpPr>
            <a:spLocks noGrp="1"/>
          </p:cNvSpPr>
          <p:nvPr>
            <p:ph type="body" sz="quarter" idx="41"/>
          </p:nvPr>
        </p:nvSpPr>
        <p:spPr>
          <a:xfrm>
            <a:off x="6819045" y="343947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3" name="Text Placeholder 12"/>
          <p:cNvSpPr>
            <a:spLocks noGrp="1"/>
          </p:cNvSpPr>
          <p:nvPr>
            <p:ph type="body" sz="quarter" idx="42"/>
          </p:nvPr>
        </p:nvSpPr>
        <p:spPr>
          <a:xfrm>
            <a:off x="6819045" y="480529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4" name="Text Placeholder 12"/>
          <p:cNvSpPr>
            <a:spLocks noGrp="1"/>
          </p:cNvSpPr>
          <p:nvPr>
            <p:ph type="body" sz="quarter" idx="43"/>
          </p:nvPr>
        </p:nvSpPr>
        <p:spPr>
          <a:xfrm>
            <a:off x="9195340" y="2066925"/>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5" name="Text Placeholder 12"/>
          <p:cNvSpPr>
            <a:spLocks noGrp="1"/>
          </p:cNvSpPr>
          <p:nvPr>
            <p:ph type="body" sz="quarter" idx="44"/>
          </p:nvPr>
        </p:nvSpPr>
        <p:spPr>
          <a:xfrm>
            <a:off x="9195340" y="343947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6" name="Text Placeholder 12"/>
          <p:cNvSpPr>
            <a:spLocks noGrp="1"/>
          </p:cNvSpPr>
          <p:nvPr>
            <p:ph type="body" sz="quarter" idx="45"/>
          </p:nvPr>
        </p:nvSpPr>
        <p:spPr>
          <a:xfrm>
            <a:off x="9195340" y="480529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25" name="Slide Number Placeholder 9"/>
          <p:cNvSpPr>
            <a:spLocks noGrp="1"/>
          </p:cNvSpPr>
          <p:nvPr>
            <p:ph type="sldNum" sz="quarter" idx="46"/>
          </p:nvPr>
        </p:nvSpPr>
        <p:spPr/>
        <p:txBody>
          <a:bodyPr/>
          <a:lstStyle>
            <a:lvl1pPr>
              <a:defRPr/>
            </a:lvl1pPr>
          </a:lstStyle>
          <a:p>
            <a:fld id="{BC9105C1-E9DE-DA45-BFF7-4F496C07EBDE}" type="slidenum">
              <a:rPr lang="en-US" altLang="en-US"/>
              <a:pPr/>
              <a:t>‹#›</a:t>
            </a:fld>
            <a:endParaRPr lang="en-US" altLang="en-US"/>
          </a:p>
        </p:txBody>
      </p:sp>
      <p:sp>
        <p:nvSpPr>
          <p:cNvPr id="26" name="Footer Placeholder 37"/>
          <p:cNvSpPr>
            <a:spLocks noGrp="1"/>
          </p:cNvSpPr>
          <p:nvPr>
            <p:ph type="ftr" sz="quarter" idx="47"/>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233277555"/>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imetable">
    <p:spTree>
      <p:nvGrpSpPr>
        <p:cNvPr id="1" name=""/>
        <p:cNvGrpSpPr/>
        <p:nvPr/>
      </p:nvGrpSpPr>
      <p:grpSpPr>
        <a:xfrm>
          <a:off x="0" y="0"/>
          <a:ext cx="0" cy="0"/>
          <a:chOff x="0" y="0"/>
          <a:chExt cx="0" cy="0"/>
        </a:xfrm>
      </p:grpSpPr>
      <p:sp>
        <p:nvSpPr>
          <p:cNvPr id="22" name="Pentagon 11"/>
          <p:cNvSpPr>
            <a:spLocks noChangeArrowheads="1"/>
          </p:cNvSpPr>
          <p:nvPr userDrawn="1"/>
        </p:nvSpPr>
        <p:spPr bwMode="auto">
          <a:xfrm>
            <a:off x="2868085" y="1277938"/>
            <a:ext cx="8824383" cy="582612"/>
          </a:xfrm>
          <a:prstGeom prst="homePlate">
            <a:avLst>
              <a:gd name="adj" fmla="val 39286"/>
            </a:avLst>
          </a:prstGeom>
          <a:solidFill>
            <a:schemeClr val="accent1"/>
          </a:solidFill>
          <a:ln w="12700">
            <a:solidFill>
              <a:srgbClr val="A9A9A9"/>
            </a:solidFill>
            <a:miter lim="800000"/>
            <a:headEnd/>
            <a:tailEnd/>
          </a:ln>
        </p:spPr>
        <p:txBody>
          <a:bodyPr lIns="137160" tIns="137160" rIns="228600" bIns="13716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800" b="1">
              <a:solidFill>
                <a:schemeClr val="bg1"/>
              </a:solidFill>
              <a:latin typeface="Arial" charset="0"/>
            </a:endParaRPr>
          </a:p>
        </p:txBody>
      </p:sp>
      <p:cxnSp>
        <p:nvCxnSpPr>
          <p:cNvPr id="23" name="Straight Connector 9"/>
          <p:cNvCxnSpPr>
            <a:cxnSpLocks noChangeShapeType="1"/>
          </p:cNvCxnSpPr>
          <p:nvPr userDrawn="1"/>
        </p:nvCxnSpPr>
        <p:spPr bwMode="auto">
          <a:xfrm>
            <a:off x="2880784" y="1568450"/>
            <a:ext cx="8811683" cy="0"/>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cxnSp>
        <p:nvCxnSpPr>
          <p:cNvPr id="24" name="Straight Connector 10"/>
          <p:cNvCxnSpPr>
            <a:cxnSpLocks noChangeShapeType="1"/>
          </p:cNvCxnSpPr>
          <p:nvPr userDrawn="1"/>
        </p:nvCxnSpPr>
        <p:spPr bwMode="auto">
          <a:xfrm rot="16200000" flipH="1">
            <a:off x="554302" y="3602303"/>
            <a:ext cx="4665662" cy="16933"/>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grpSp>
        <p:nvGrpSpPr>
          <p:cNvPr id="25" name="Group 115"/>
          <p:cNvGrpSpPr>
            <a:grpSpLocks/>
          </p:cNvGrpSpPr>
          <p:nvPr userDrawn="1"/>
        </p:nvGrpSpPr>
        <p:grpSpPr bwMode="auto">
          <a:xfrm>
            <a:off x="3445933" y="1576388"/>
            <a:ext cx="7374467" cy="4367212"/>
            <a:chOff x="2585007" y="1576462"/>
            <a:chExt cx="5530617" cy="4041195"/>
          </a:xfrm>
        </p:grpSpPr>
        <p:cxnSp>
          <p:nvCxnSpPr>
            <p:cNvPr id="42" name="Straight Connector 12"/>
            <p:cNvCxnSpPr>
              <a:cxnSpLocks noChangeShapeType="1"/>
            </p:cNvCxnSpPr>
            <p:nvPr userDrawn="1"/>
          </p:nvCxnSpPr>
          <p:spPr bwMode="auto">
            <a:xfrm rot="5400000">
              <a:off x="564416" y="3597053"/>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6" name="Straight Connector 13"/>
            <p:cNvCxnSpPr>
              <a:cxnSpLocks noChangeShapeType="1"/>
            </p:cNvCxnSpPr>
            <p:nvPr userDrawn="1"/>
          </p:nvCxnSpPr>
          <p:spPr bwMode="auto">
            <a:xfrm rot="5400000">
              <a:off x="1415280" y="3597055"/>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8" name="Straight Connector 14"/>
            <p:cNvCxnSpPr>
              <a:cxnSpLocks noChangeShapeType="1"/>
            </p:cNvCxnSpPr>
            <p:nvPr userDrawn="1"/>
          </p:nvCxnSpPr>
          <p:spPr bwMode="auto">
            <a:xfrm rot="5400000">
              <a:off x="989848" y="3597056"/>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9" name="Straight Connector 15"/>
            <p:cNvCxnSpPr>
              <a:cxnSpLocks noChangeShapeType="1"/>
            </p:cNvCxnSpPr>
            <p:nvPr userDrawn="1"/>
          </p:nvCxnSpPr>
          <p:spPr bwMode="auto">
            <a:xfrm rot="5400000">
              <a:off x="2266144" y="3597056"/>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0" name="Straight Connector 16"/>
            <p:cNvCxnSpPr>
              <a:cxnSpLocks noChangeShapeType="1"/>
            </p:cNvCxnSpPr>
            <p:nvPr userDrawn="1"/>
          </p:nvCxnSpPr>
          <p:spPr bwMode="auto">
            <a:xfrm rot="5400000">
              <a:off x="1840712" y="3597058"/>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1" name="Straight Connector 17"/>
            <p:cNvCxnSpPr>
              <a:cxnSpLocks noChangeShapeType="1"/>
            </p:cNvCxnSpPr>
            <p:nvPr userDrawn="1"/>
          </p:nvCxnSpPr>
          <p:spPr bwMode="auto">
            <a:xfrm rot="5400000">
              <a:off x="3117008" y="3597058"/>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2" name="Straight Connector 18"/>
            <p:cNvCxnSpPr>
              <a:cxnSpLocks noChangeShapeType="1"/>
            </p:cNvCxnSpPr>
            <p:nvPr userDrawn="1"/>
          </p:nvCxnSpPr>
          <p:spPr bwMode="auto">
            <a:xfrm rot="5400000">
              <a:off x="2691576" y="3597059"/>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3" name="Straight Connector 19"/>
            <p:cNvCxnSpPr>
              <a:cxnSpLocks noChangeShapeType="1"/>
            </p:cNvCxnSpPr>
            <p:nvPr userDrawn="1"/>
          </p:nvCxnSpPr>
          <p:spPr bwMode="auto">
            <a:xfrm rot="5400000">
              <a:off x="3967872" y="3597059"/>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4" name="Straight Connector 20"/>
            <p:cNvCxnSpPr>
              <a:cxnSpLocks noChangeShapeType="1"/>
            </p:cNvCxnSpPr>
            <p:nvPr userDrawn="1"/>
          </p:nvCxnSpPr>
          <p:spPr bwMode="auto">
            <a:xfrm rot="5400000">
              <a:off x="3542440" y="3597061"/>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5" name="Straight Connector 21"/>
            <p:cNvCxnSpPr>
              <a:cxnSpLocks noChangeShapeType="1"/>
            </p:cNvCxnSpPr>
            <p:nvPr userDrawn="1"/>
          </p:nvCxnSpPr>
          <p:spPr bwMode="auto">
            <a:xfrm rot="5400000">
              <a:off x="4818736" y="3597061"/>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6" name="Straight Connector 22"/>
            <p:cNvCxnSpPr>
              <a:cxnSpLocks noChangeShapeType="1"/>
            </p:cNvCxnSpPr>
            <p:nvPr userDrawn="1"/>
          </p:nvCxnSpPr>
          <p:spPr bwMode="auto">
            <a:xfrm rot="5400000">
              <a:off x="4393304" y="3597062"/>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7" name="Straight Connector 23"/>
            <p:cNvCxnSpPr>
              <a:cxnSpLocks noChangeShapeType="1"/>
            </p:cNvCxnSpPr>
            <p:nvPr userDrawn="1"/>
          </p:nvCxnSpPr>
          <p:spPr bwMode="auto">
            <a:xfrm rot="5400000">
              <a:off x="5669600" y="3597062"/>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8" name="Straight Connector 24"/>
            <p:cNvCxnSpPr>
              <a:cxnSpLocks noChangeShapeType="1"/>
            </p:cNvCxnSpPr>
            <p:nvPr userDrawn="1"/>
          </p:nvCxnSpPr>
          <p:spPr bwMode="auto">
            <a:xfrm rot="5400000">
              <a:off x="5244168" y="3597064"/>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9" name="Straight Connector 25"/>
            <p:cNvCxnSpPr>
              <a:cxnSpLocks noChangeShapeType="1"/>
            </p:cNvCxnSpPr>
            <p:nvPr userDrawn="1"/>
          </p:nvCxnSpPr>
          <p:spPr bwMode="auto">
            <a:xfrm rot="5400000">
              <a:off x="6095032" y="3597065"/>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grpSp>
      <p:sp>
        <p:nvSpPr>
          <p:cNvPr id="60" name="Rectangle 30"/>
          <p:cNvSpPr>
            <a:spLocks noChangeArrowheads="1"/>
          </p:cNvSpPr>
          <p:nvPr userDrawn="1"/>
        </p:nvSpPr>
        <p:spPr bwMode="auto">
          <a:xfrm>
            <a:off x="624417" y="1860550"/>
            <a:ext cx="10759016" cy="4083050"/>
          </a:xfrm>
          <a:prstGeom prst="rect">
            <a:avLst/>
          </a:prstGeom>
          <a:noFill/>
          <a:ln w="12700">
            <a:solidFill>
              <a:srgbClr val="A9A9A9"/>
            </a:solidFill>
            <a:miter lim="800000"/>
            <a:headEnd/>
            <a:tailEnd/>
          </a:ln>
          <a:extLst>
            <a:ext uri="{909E8E84-426E-40DD-AFC4-6F175D3DCCD1}">
              <a14:hiddenFill xmlns:a14="http://schemas.microsoft.com/office/drawing/2010/main">
                <a:solidFill>
                  <a:srgbClr val="FFFFFF"/>
                </a:solidFill>
              </a14:hiddenFill>
            </a:ext>
          </a:extLst>
        </p:spPr>
        <p:txBody>
          <a:bodyPr lIns="137160" tIns="137160" rIns="228600" bIns="13716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800" b="1">
              <a:solidFill>
                <a:schemeClr val="bg1"/>
              </a:solidFill>
              <a:latin typeface="Arial" charset="0"/>
            </a:endParaRPr>
          </a:p>
        </p:txBody>
      </p:sp>
      <p:sp>
        <p:nvSpPr>
          <p:cNvPr id="61" name="Rectangle 31"/>
          <p:cNvSpPr>
            <a:spLocks noChangeArrowheads="1"/>
          </p:cNvSpPr>
          <p:nvPr userDrawn="1"/>
        </p:nvSpPr>
        <p:spPr bwMode="auto">
          <a:xfrm>
            <a:off x="624418" y="1277938"/>
            <a:ext cx="2256367" cy="582612"/>
          </a:xfrm>
          <a:prstGeom prst="rect">
            <a:avLst/>
          </a:prstGeom>
          <a:solidFill>
            <a:srgbClr val="4D4D4D"/>
          </a:solidFill>
          <a:ln w="12700">
            <a:solidFill>
              <a:srgbClr val="A9A9A9"/>
            </a:solidFill>
            <a:miter lim="800000"/>
            <a:headEnd/>
            <a:tailEnd/>
          </a:ln>
        </p:spPr>
        <p:txBody>
          <a:bodyPr lIns="137160" tIns="137160" rIns="228600" bIns="13716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800" b="1">
              <a:solidFill>
                <a:schemeClr val="bg1"/>
              </a:solidFill>
              <a:latin typeface="Arial" charset="0"/>
            </a:endParaRPr>
          </a:p>
        </p:txBody>
      </p:sp>
      <p:cxnSp>
        <p:nvCxnSpPr>
          <p:cNvPr id="62" name="Straight Connector 28"/>
          <p:cNvCxnSpPr>
            <a:cxnSpLocks noChangeShapeType="1"/>
          </p:cNvCxnSpPr>
          <p:nvPr userDrawn="1"/>
        </p:nvCxnSpPr>
        <p:spPr bwMode="auto">
          <a:xfrm>
            <a:off x="630767" y="1277938"/>
            <a:ext cx="2235200" cy="582612"/>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sp>
        <p:nvSpPr>
          <p:cNvPr id="26" name="Text Placeholder 12"/>
          <p:cNvSpPr>
            <a:spLocks noGrp="1"/>
          </p:cNvSpPr>
          <p:nvPr>
            <p:ph type="body" sz="quarter" idx="28"/>
          </p:nvPr>
        </p:nvSpPr>
        <p:spPr>
          <a:xfrm>
            <a:off x="2879952" y="1282930"/>
            <a:ext cx="8496387" cy="294737"/>
          </a:xfrm>
          <a:prstGeom prst="rect">
            <a:avLst/>
          </a:prstGeom>
          <a:ln w="6350">
            <a:noFill/>
          </a:ln>
        </p:spPr>
        <p:txBody>
          <a:bodyPr anchor="ctr"/>
          <a:lstStyle>
            <a:lvl1pPr marL="0" indent="0">
              <a:lnSpc>
                <a:spcPct val="100000"/>
              </a:lnSpc>
              <a:spcBef>
                <a:spcPts val="0"/>
              </a:spcBef>
              <a:buFontTx/>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27" name="Text Placeholder 12"/>
          <p:cNvSpPr>
            <a:spLocks noGrp="1"/>
          </p:cNvSpPr>
          <p:nvPr>
            <p:ph type="body" sz="quarter" idx="31"/>
          </p:nvPr>
        </p:nvSpPr>
        <p:spPr>
          <a:xfrm>
            <a:off x="4021495"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28" name="Text Placeholder 12"/>
          <p:cNvSpPr>
            <a:spLocks noGrp="1"/>
          </p:cNvSpPr>
          <p:nvPr>
            <p:ph type="body" sz="quarter" idx="32"/>
          </p:nvPr>
        </p:nvSpPr>
        <p:spPr>
          <a:xfrm>
            <a:off x="4588796"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29" name="Text Placeholder 12"/>
          <p:cNvSpPr>
            <a:spLocks noGrp="1"/>
          </p:cNvSpPr>
          <p:nvPr>
            <p:ph type="body" sz="quarter" idx="33"/>
          </p:nvPr>
        </p:nvSpPr>
        <p:spPr>
          <a:xfrm>
            <a:off x="2886892"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0" name="Text Placeholder 12"/>
          <p:cNvSpPr>
            <a:spLocks noGrp="1"/>
          </p:cNvSpPr>
          <p:nvPr>
            <p:ph type="body" sz="quarter" idx="34"/>
          </p:nvPr>
        </p:nvSpPr>
        <p:spPr>
          <a:xfrm>
            <a:off x="3454193"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1" name="Text Placeholder 12"/>
          <p:cNvSpPr>
            <a:spLocks noGrp="1"/>
          </p:cNvSpPr>
          <p:nvPr>
            <p:ph type="body" sz="quarter" idx="35"/>
          </p:nvPr>
        </p:nvSpPr>
        <p:spPr>
          <a:xfrm>
            <a:off x="6290700"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2" name="Text Placeholder 12"/>
          <p:cNvSpPr>
            <a:spLocks noGrp="1"/>
          </p:cNvSpPr>
          <p:nvPr>
            <p:ph type="body" sz="quarter" idx="36"/>
          </p:nvPr>
        </p:nvSpPr>
        <p:spPr>
          <a:xfrm>
            <a:off x="6858001"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3" name="Text Placeholder 12"/>
          <p:cNvSpPr>
            <a:spLocks noGrp="1"/>
          </p:cNvSpPr>
          <p:nvPr>
            <p:ph type="body" sz="quarter" idx="37"/>
          </p:nvPr>
        </p:nvSpPr>
        <p:spPr>
          <a:xfrm>
            <a:off x="5156097"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4" name="Text Placeholder 12"/>
          <p:cNvSpPr>
            <a:spLocks noGrp="1"/>
          </p:cNvSpPr>
          <p:nvPr>
            <p:ph type="body" sz="quarter" idx="38"/>
          </p:nvPr>
        </p:nvSpPr>
        <p:spPr>
          <a:xfrm>
            <a:off x="5723399"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5" name="Text Placeholder 12"/>
          <p:cNvSpPr>
            <a:spLocks noGrp="1"/>
          </p:cNvSpPr>
          <p:nvPr>
            <p:ph type="body" sz="quarter" idx="39"/>
          </p:nvPr>
        </p:nvSpPr>
        <p:spPr>
          <a:xfrm>
            <a:off x="8559905"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6" name="Text Placeholder 12"/>
          <p:cNvSpPr>
            <a:spLocks noGrp="1"/>
          </p:cNvSpPr>
          <p:nvPr>
            <p:ph type="body" sz="quarter" idx="40"/>
          </p:nvPr>
        </p:nvSpPr>
        <p:spPr>
          <a:xfrm>
            <a:off x="9127207"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7" name="Text Placeholder 12"/>
          <p:cNvSpPr>
            <a:spLocks noGrp="1"/>
          </p:cNvSpPr>
          <p:nvPr>
            <p:ph type="body" sz="quarter" idx="41"/>
          </p:nvPr>
        </p:nvSpPr>
        <p:spPr>
          <a:xfrm>
            <a:off x="7425303"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8" name="Text Placeholder 12"/>
          <p:cNvSpPr>
            <a:spLocks noGrp="1"/>
          </p:cNvSpPr>
          <p:nvPr>
            <p:ph type="body" sz="quarter" idx="42"/>
          </p:nvPr>
        </p:nvSpPr>
        <p:spPr>
          <a:xfrm>
            <a:off x="7992604"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9" name="Text Placeholder 12"/>
          <p:cNvSpPr>
            <a:spLocks noGrp="1"/>
          </p:cNvSpPr>
          <p:nvPr>
            <p:ph type="body" sz="quarter" idx="43"/>
          </p:nvPr>
        </p:nvSpPr>
        <p:spPr>
          <a:xfrm>
            <a:off x="9694508"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0" name="Text Placeholder 12"/>
          <p:cNvSpPr>
            <a:spLocks noGrp="1"/>
          </p:cNvSpPr>
          <p:nvPr>
            <p:ph type="body" sz="quarter" idx="44"/>
          </p:nvPr>
        </p:nvSpPr>
        <p:spPr>
          <a:xfrm>
            <a:off x="10261809"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1" name="Text Placeholder 12"/>
          <p:cNvSpPr>
            <a:spLocks noGrp="1"/>
          </p:cNvSpPr>
          <p:nvPr>
            <p:ph type="body" sz="quarter" idx="45"/>
          </p:nvPr>
        </p:nvSpPr>
        <p:spPr>
          <a:xfrm>
            <a:off x="10829111"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3" name="Text Placeholder 12"/>
          <p:cNvSpPr>
            <a:spLocks noGrp="1"/>
          </p:cNvSpPr>
          <p:nvPr>
            <p:ph type="body" sz="quarter" idx="46"/>
          </p:nvPr>
        </p:nvSpPr>
        <p:spPr>
          <a:xfrm>
            <a:off x="730741" y="1548247"/>
            <a:ext cx="860776" cy="280554"/>
          </a:xfrm>
          <a:prstGeom prst="rect">
            <a:avLst/>
          </a:prstGeom>
          <a:ln w="6350">
            <a:noFill/>
          </a:ln>
        </p:spPr>
        <p:txBody>
          <a:bodyPr lIns="0" tIns="0" rIns="0" bIns="0" anchor="ctr"/>
          <a:lstStyle>
            <a:lvl1pPr marL="0" indent="0">
              <a:lnSpc>
                <a:spcPct val="100000"/>
              </a:lnSpc>
              <a:spcBef>
                <a:spcPts val="0"/>
              </a:spcBef>
              <a:buNone/>
              <a:defRPr sz="12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4" name="Text Placeholder 12"/>
          <p:cNvSpPr>
            <a:spLocks noGrp="1"/>
          </p:cNvSpPr>
          <p:nvPr>
            <p:ph type="body" sz="quarter" idx="47"/>
          </p:nvPr>
        </p:nvSpPr>
        <p:spPr>
          <a:xfrm>
            <a:off x="1868569" y="1278088"/>
            <a:ext cx="860776" cy="561107"/>
          </a:xfrm>
          <a:prstGeom prst="rect">
            <a:avLst/>
          </a:prstGeom>
          <a:ln w="6350">
            <a:noFill/>
          </a:ln>
        </p:spPr>
        <p:txBody>
          <a:bodyPr lIns="0" tIns="0" rIns="0" bIns="0" anchor="ctr"/>
          <a:lstStyle>
            <a:lvl1pPr marL="0" marR="0" indent="0" algn="r" defTabSz="914400" rtl="0" eaLnBrk="1" fontAlgn="auto" latinLnBrk="0" hangingPunct="1">
              <a:lnSpc>
                <a:spcPts val="1700"/>
              </a:lnSpc>
              <a:spcBef>
                <a:spcPts val="0"/>
              </a:spcBef>
              <a:spcAft>
                <a:spcPts val="0"/>
              </a:spcAft>
              <a:buClrTx/>
              <a:buSzTx/>
              <a:buFont typeface="Arial" pitchFamily="34" charset="0"/>
              <a:buNone/>
              <a:tabLst/>
              <a:defRPr sz="12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a:p>
            <a:pPr lvl="1"/>
            <a:r>
              <a:rPr lang="en-US"/>
              <a:t>Second level</a:t>
            </a:r>
          </a:p>
        </p:txBody>
      </p:sp>
      <p:sp>
        <p:nvSpPr>
          <p:cNvPr id="47" name="Text Placeholder 12"/>
          <p:cNvSpPr>
            <a:spLocks noGrp="1"/>
          </p:cNvSpPr>
          <p:nvPr>
            <p:ph type="body" sz="quarter" idx="18"/>
          </p:nvPr>
        </p:nvSpPr>
        <p:spPr>
          <a:xfrm>
            <a:off x="711200" y="1905000"/>
            <a:ext cx="2072640" cy="3977640"/>
          </a:xfrm>
          <a:prstGeom prst="rect">
            <a:avLst/>
          </a:prstGeom>
          <a:noFill/>
          <a:ln>
            <a:noFill/>
          </a:ln>
        </p:spPr>
        <p:txBody>
          <a:bodyPr wrap="square" lIns="91440" anchor="t" anchorCtr="0">
            <a:noAutofit/>
          </a:bodyPr>
          <a:lstStyle>
            <a:lvl1pPr marL="173736" indent="-173736" algn="l">
              <a:spcBef>
                <a:spcPts val="200"/>
              </a:spcBef>
              <a:buClr>
                <a:srgbClr val="B01C2E"/>
              </a:buClr>
              <a:buFont typeface="Wingdings" pitchFamily="2" charset="2"/>
              <a:buChar char="§"/>
              <a:defRPr sz="1200" baseline="0"/>
            </a:lvl1pPr>
            <a:lvl2pPr marL="338138" indent="-173038">
              <a:spcBef>
                <a:spcPts val="200"/>
              </a:spcBef>
              <a:buClr>
                <a:srgbClr val="B01C2E"/>
              </a:buClr>
              <a:buFont typeface="Arial" pitchFamily="34" charset="0"/>
              <a:buChar char="•"/>
              <a:tabLst/>
              <a:defRPr sz="1200" baseline="0"/>
            </a:lvl2pPr>
            <a:lvl3pPr marL="502920" indent="-173038">
              <a:spcBef>
                <a:spcPts val="200"/>
              </a:spcBef>
              <a:buClr>
                <a:srgbClr val="B01C2E"/>
              </a:buClr>
              <a:buFont typeface="Arial" pitchFamily="34" charset="0"/>
              <a:buChar char="–"/>
              <a:defRPr sz="1200" baseline="0"/>
            </a:lvl3pPr>
            <a:lvl4pPr marL="685800" indent="-173736">
              <a:spcBef>
                <a:spcPts val="200"/>
              </a:spcBef>
              <a:buClr>
                <a:srgbClr val="B01C2E"/>
              </a:buClr>
              <a:buFont typeface="Arial" pitchFamily="34" charset="0"/>
              <a:buChar char="–"/>
              <a:tabLst/>
              <a:defRPr sz="1200"/>
            </a:lvl4pPr>
            <a:lvl5pPr marL="850392" indent="-173736">
              <a:spcBef>
                <a:spcPts val="200"/>
              </a:spcBef>
              <a:buClr>
                <a:srgbClr val="B01C2E"/>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63" name="Slide Number Placeholder 9"/>
          <p:cNvSpPr>
            <a:spLocks noGrp="1"/>
          </p:cNvSpPr>
          <p:nvPr>
            <p:ph type="sldNum" sz="quarter" idx="48"/>
          </p:nvPr>
        </p:nvSpPr>
        <p:spPr/>
        <p:txBody>
          <a:bodyPr/>
          <a:lstStyle>
            <a:lvl1pPr>
              <a:defRPr/>
            </a:lvl1pPr>
          </a:lstStyle>
          <a:p>
            <a:fld id="{A2AEA599-6C77-BA4A-9F89-7B2425581CA4}" type="slidenum">
              <a:rPr lang="en-US" altLang="en-US"/>
              <a:pPr/>
              <a:t>‹#›</a:t>
            </a:fld>
            <a:endParaRPr lang="en-US" altLang="en-US"/>
          </a:p>
        </p:txBody>
      </p:sp>
      <p:sp>
        <p:nvSpPr>
          <p:cNvPr id="64" name="Footer Placeholder 47"/>
          <p:cNvSpPr>
            <a:spLocks noGrp="1"/>
          </p:cNvSpPr>
          <p:nvPr>
            <p:ph type="ftr" sz="quarter" idx="49"/>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1305983184"/>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Gant chart or Timeline chart">
    <p:spTree>
      <p:nvGrpSpPr>
        <p:cNvPr id="1" name=""/>
        <p:cNvGrpSpPr/>
        <p:nvPr/>
      </p:nvGrpSpPr>
      <p:grpSpPr>
        <a:xfrm>
          <a:off x="0" y="0"/>
          <a:ext cx="0" cy="0"/>
          <a:chOff x="0" y="0"/>
          <a:chExt cx="0" cy="0"/>
        </a:xfrm>
      </p:grpSpPr>
      <p:sp>
        <p:nvSpPr>
          <p:cNvPr id="70" name="Rectangle 11"/>
          <p:cNvSpPr>
            <a:spLocks noChangeArrowheads="1"/>
          </p:cNvSpPr>
          <p:nvPr userDrawn="1"/>
        </p:nvSpPr>
        <p:spPr bwMode="auto">
          <a:xfrm>
            <a:off x="2074333" y="1828801"/>
            <a:ext cx="9508067" cy="379413"/>
          </a:xfrm>
          <a:prstGeom prst="rect">
            <a:avLst/>
          </a:prstGeom>
          <a:solidFill>
            <a:srgbClr val="D9D9D9"/>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endParaRPr lang="en-US" altLang="en-US" sz="1800">
              <a:latin typeface="Arial" charset="0"/>
            </a:endParaRPr>
          </a:p>
        </p:txBody>
      </p:sp>
      <p:sp>
        <p:nvSpPr>
          <p:cNvPr id="71" name="Rectangle 13"/>
          <p:cNvSpPr>
            <a:spLocks noChangeArrowheads="1"/>
          </p:cNvSpPr>
          <p:nvPr userDrawn="1"/>
        </p:nvSpPr>
        <p:spPr bwMode="auto">
          <a:xfrm>
            <a:off x="596900" y="2189163"/>
            <a:ext cx="1464733" cy="3287712"/>
          </a:xfrm>
          <a:prstGeom prst="rect">
            <a:avLst/>
          </a:prstGeom>
          <a:solidFill>
            <a:srgbClr val="D9D9D9"/>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endParaRPr lang="en-US" altLang="en-US" sz="1800">
              <a:latin typeface="Arial" charset="0"/>
            </a:endParaRPr>
          </a:p>
        </p:txBody>
      </p:sp>
      <p:grpSp>
        <p:nvGrpSpPr>
          <p:cNvPr id="72" name="Group 84"/>
          <p:cNvGrpSpPr>
            <a:grpSpLocks/>
          </p:cNvGrpSpPr>
          <p:nvPr userDrawn="1"/>
        </p:nvGrpSpPr>
        <p:grpSpPr bwMode="auto">
          <a:xfrm>
            <a:off x="590551" y="1819275"/>
            <a:ext cx="10979149" cy="3657600"/>
            <a:chOff x="443344" y="1819866"/>
            <a:chExt cx="8234523" cy="3657600"/>
          </a:xfrm>
        </p:grpSpPr>
        <p:grpSp>
          <p:nvGrpSpPr>
            <p:cNvPr id="73" name="Group 83"/>
            <p:cNvGrpSpPr>
              <a:grpSpLocks/>
            </p:cNvGrpSpPr>
            <p:nvPr userDrawn="1"/>
          </p:nvGrpSpPr>
          <p:grpSpPr bwMode="auto">
            <a:xfrm>
              <a:off x="443344" y="2565862"/>
              <a:ext cx="8229600" cy="2556366"/>
              <a:chOff x="443344" y="2565862"/>
              <a:chExt cx="8229600" cy="2556366"/>
            </a:xfrm>
          </p:grpSpPr>
          <p:cxnSp>
            <p:nvCxnSpPr>
              <p:cNvPr id="87" name="Straight Connector 27"/>
              <p:cNvCxnSpPr>
                <a:cxnSpLocks noChangeShapeType="1"/>
              </p:cNvCxnSpPr>
              <p:nvPr userDrawn="1"/>
            </p:nvCxnSpPr>
            <p:spPr bwMode="auto">
              <a:xfrm>
                <a:off x="443344" y="512064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88" name="Straight Connector 28"/>
              <p:cNvCxnSpPr>
                <a:cxnSpLocks noChangeShapeType="1"/>
              </p:cNvCxnSpPr>
              <p:nvPr userDrawn="1"/>
            </p:nvCxnSpPr>
            <p:spPr bwMode="auto">
              <a:xfrm>
                <a:off x="443344" y="475488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89" name="Straight Connector 29"/>
              <p:cNvCxnSpPr>
                <a:cxnSpLocks noChangeShapeType="1"/>
              </p:cNvCxnSpPr>
              <p:nvPr userDrawn="1"/>
            </p:nvCxnSpPr>
            <p:spPr bwMode="auto">
              <a:xfrm>
                <a:off x="443344" y="438912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0" name="Straight Connector 30"/>
              <p:cNvCxnSpPr>
                <a:cxnSpLocks noChangeShapeType="1"/>
              </p:cNvCxnSpPr>
              <p:nvPr userDrawn="1"/>
            </p:nvCxnSpPr>
            <p:spPr bwMode="auto">
              <a:xfrm>
                <a:off x="443344" y="402890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1" name="Straight Connector 31"/>
              <p:cNvCxnSpPr>
                <a:cxnSpLocks noChangeShapeType="1"/>
              </p:cNvCxnSpPr>
              <p:nvPr userDrawn="1"/>
            </p:nvCxnSpPr>
            <p:spPr bwMode="auto">
              <a:xfrm>
                <a:off x="443344" y="366314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2" name="Straight Connector 32"/>
              <p:cNvCxnSpPr>
                <a:cxnSpLocks noChangeShapeType="1"/>
              </p:cNvCxnSpPr>
              <p:nvPr userDrawn="1"/>
            </p:nvCxnSpPr>
            <p:spPr bwMode="auto">
              <a:xfrm>
                <a:off x="443344" y="3302924"/>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3" name="Straight Connector 33"/>
              <p:cNvCxnSpPr>
                <a:cxnSpLocks noChangeShapeType="1"/>
              </p:cNvCxnSpPr>
              <p:nvPr userDrawn="1"/>
            </p:nvCxnSpPr>
            <p:spPr bwMode="auto">
              <a:xfrm>
                <a:off x="443344" y="292608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4" name="Straight Connector 34"/>
              <p:cNvCxnSpPr>
                <a:cxnSpLocks noChangeShapeType="1"/>
              </p:cNvCxnSpPr>
              <p:nvPr userDrawn="1"/>
            </p:nvCxnSpPr>
            <p:spPr bwMode="auto">
              <a:xfrm>
                <a:off x="443344" y="256586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grpSp>
        <p:grpSp>
          <p:nvGrpSpPr>
            <p:cNvPr id="74" name="Group 82"/>
            <p:cNvGrpSpPr>
              <a:grpSpLocks/>
            </p:cNvGrpSpPr>
            <p:nvPr userDrawn="1"/>
          </p:nvGrpSpPr>
          <p:grpSpPr bwMode="auto">
            <a:xfrm>
              <a:off x="2202964" y="1819866"/>
              <a:ext cx="6474903" cy="3657600"/>
              <a:chOff x="2202964" y="1819866"/>
              <a:chExt cx="6474903" cy="3657600"/>
            </a:xfrm>
          </p:grpSpPr>
          <p:cxnSp>
            <p:nvCxnSpPr>
              <p:cNvPr id="75" name="Straight Connector 16"/>
              <p:cNvCxnSpPr>
                <a:cxnSpLocks noChangeShapeType="1"/>
              </p:cNvCxnSpPr>
              <p:nvPr userDrawn="1"/>
            </p:nvCxnSpPr>
            <p:spPr bwMode="auto">
              <a:xfrm rot="5400000">
                <a:off x="374958"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6" name="Straight Connector 17"/>
              <p:cNvCxnSpPr>
                <a:cxnSpLocks noChangeShapeType="1"/>
              </p:cNvCxnSpPr>
              <p:nvPr userDrawn="1"/>
            </p:nvCxnSpPr>
            <p:spPr bwMode="auto">
              <a:xfrm rot="5400000">
                <a:off x="1022290"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7" name="Straight Connector 18"/>
              <p:cNvCxnSpPr>
                <a:cxnSpLocks noChangeShapeType="1"/>
              </p:cNvCxnSpPr>
              <p:nvPr userDrawn="1"/>
            </p:nvCxnSpPr>
            <p:spPr bwMode="auto">
              <a:xfrm rot="5400000">
                <a:off x="1669622"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9" name="Straight Connector 19"/>
              <p:cNvCxnSpPr>
                <a:cxnSpLocks noChangeShapeType="1"/>
              </p:cNvCxnSpPr>
              <p:nvPr userDrawn="1"/>
            </p:nvCxnSpPr>
            <p:spPr bwMode="auto">
              <a:xfrm rot="5400000">
                <a:off x="2316954"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0" name="Straight Connector 20"/>
              <p:cNvCxnSpPr>
                <a:cxnSpLocks noChangeShapeType="1"/>
              </p:cNvCxnSpPr>
              <p:nvPr userDrawn="1"/>
            </p:nvCxnSpPr>
            <p:spPr bwMode="auto">
              <a:xfrm rot="5400000">
                <a:off x="2964286"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1" name="Straight Connector 21"/>
              <p:cNvCxnSpPr>
                <a:cxnSpLocks noChangeShapeType="1"/>
              </p:cNvCxnSpPr>
              <p:nvPr userDrawn="1"/>
            </p:nvCxnSpPr>
            <p:spPr bwMode="auto">
              <a:xfrm rot="5400000">
                <a:off x="3611618"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2" name="Straight Connector 22"/>
              <p:cNvCxnSpPr>
                <a:cxnSpLocks noChangeShapeType="1"/>
              </p:cNvCxnSpPr>
              <p:nvPr userDrawn="1"/>
            </p:nvCxnSpPr>
            <p:spPr bwMode="auto">
              <a:xfrm rot="5400000">
                <a:off x="4258950"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3" name="Straight Connector 23"/>
              <p:cNvCxnSpPr>
                <a:cxnSpLocks noChangeShapeType="1"/>
              </p:cNvCxnSpPr>
              <p:nvPr userDrawn="1"/>
            </p:nvCxnSpPr>
            <p:spPr bwMode="auto">
              <a:xfrm rot="5400000">
                <a:off x="4906282"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4" name="Straight Connector 24"/>
              <p:cNvCxnSpPr>
                <a:cxnSpLocks noChangeShapeType="1"/>
              </p:cNvCxnSpPr>
              <p:nvPr userDrawn="1"/>
            </p:nvCxnSpPr>
            <p:spPr bwMode="auto">
              <a:xfrm rot="5400000">
                <a:off x="5553614"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5" name="Straight Connector 25"/>
              <p:cNvCxnSpPr>
                <a:cxnSpLocks noChangeShapeType="1"/>
              </p:cNvCxnSpPr>
              <p:nvPr userDrawn="1"/>
            </p:nvCxnSpPr>
            <p:spPr bwMode="auto">
              <a:xfrm rot="5400000">
                <a:off x="6200946"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6" name="Straight Connector 26"/>
              <p:cNvCxnSpPr>
                <a:cxnSpLocks noChangeShapeType="1"/>
              </p:cNvCxnSpPr>
              <p:nvPr userDrawn="1"/>
            </p:nvCxnSpPr>
            <p:spPr bwMode="auto">
              <a:xfrm rot="5400000">
                <a:off x="6848273"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grpSp>
      </p:grpSp>
      <p:sp>
        <p:nvSpPr>
          <p:cNvPr id="95" name="TextBox 36"/>
          <p:cNvSpPr txBox="1">
            <a:spLocks noChangeArrowheads="1"/>
          </p:cNvSpPr>
          <p:nvPr userDrawn="1"/>
        </p:nvSpPr>
        <p:spPr bwMode="auto">
          <a:xfrm>
            <a:off x="683685" y="1566864"/>
            <a:ext cx="1178983" cy="180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eaLnBrk="0" hangingPunct="0">
              <a:lnSpc>
                <a:spcPts val="1400"/>
              </a:lnSpc>
              <a:spcBef>
                <a:spcPts val="1500"/>
              </a:spcBef>
              <a:buClr>
                <a:schemeClr val="accent1"/>
              </a:buClr>
              <a:buFont typeface="Wingdings 2" pitchFamily="18" charset="2"/>
              <a:buNone/>
              <a:defRPr/>
            </a:pPr>
            <a:r>
              <a:rPr lang="en-US" sz="800" b="1">
                <a:solidFill>
                  <a:srgbClr val="000000"/>
                </a:solidFill>
                <a:latin typeface="Arial" charset="0"/>
                <a:ea typeface="+mn-ea"/>
              </a:rPr>
              <a:t>WEEK NUMBER</a:t>
            </a:r>
          </a:p>
        </p:txBody>
      </p:sp>
      <p:sp>
        <p:nvSpPr>
          <p:cNvPr id="96" name="TextBox 37"/>
          <p:cNvSpPr txBox="1">
            <a:spLocks noChangeArrowheads="1"/>
          </p:cNvSpPr>
          <p:nvPr userDrawn="1"/>
        </p:nvSpPr>
        <p:spPr bwMode="auto">
          <a:xfrm>
            <a:off x="683685" y="1939925"/>
            <a:ext cx="1178983" cy="179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eaLnBrk="0" hangingPunct="0">
              <a:lnSpc>
                <a:spcPts val="1400"/>
              </a:lnSpc>
              <a:spcBef>
                <a:spcPts val="1500"/>
              </a:spcBef>
              <a:buClr>
                <a:schemeClr val="accent1"/>
              </a:buClr>
              <a:buFont typeface="Wingdings 2" pitchFamily="18" charset="2"/>
              <a:buNone/>
              <a:defRPr/>
            </a:pPr>
            <a:r>
              <a:rPr lang="en-US" sz="800" b="1">
                <a:solidFill>
                  <a:srgbClr val="000000"/>
                </a:solidFill>
                <a:latin typeface="Arial" charset="0"/>
                <a:ea typeface="+mn-ea"/>
              </a:rPr>
              <a:t>STARTS ON</a:t>
            </a:r>
          </a:p>
        </p:txBody>
      </p:sp>
      <p:cxnSp>
        <p:nvCxnSpPr>
          <p:cNvPr id="97" name="Straight Connector 39"/>
          <p:cNvCxnSpPr>
            <a:cxnSpLocks noChangeShapeType="1"/>
          </p:cNvCxnSpPr>
          <p:nvPr userDrawn="1"/>
        </p:nvCxnSpPr>
        <p:spPr bwMode="auto">
          <a:xfrm>
            <a:off x="590551" y="2200275"/>
            <a:ext cx="10972800" cy="1588"/>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cxnSp>
        <p:nvCxnSpPr>
          <p:cNvPr id="98" name="Straight Connector 40"/>
          <p:cNvCxnSpPr>
            <a:cxnSpLocks noChangeShapeType="1"/>
          </p:cNvCxnSpPr>
          <p:nvPr userDrawn="1"/>
        </p:nvCxnSpPr>
        <p:spPr bwMode="auto">
          <a:xfrm>
            <a:off x="590551" y="5486400"/>
            <a:ext cx="10972800" cy="1588"/>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sp>
        <p:nvSpPr>
          <p:cNvPr id="99" name="Freeform 40"/>
          <p:cNvSpPr>
            <a:spLocks/>
          </p:cNvSpPr>
          <p:nvPr userDrawn="1"/>
        </p:nvSpPr>
        <p:spPr bwMode="auto">
          <a:xfrm>
            <a:off x="2074334" y="1468439"/>
            <a:ext cx="9469967" cy="4027487"/>
          </a:xfrm>
          <a:custGeom>
            <a:avLst/>
            <a:gdLst>
              <a:gd name="T0" fmla="*/ 0 w 7101191"/>
              <a:gd name="T1" fmla="*/ 4028195 h 4027251"/>
              <a:gd name="T2" fmla="*/ 0 w 7101191"/>
              <a:gd name="T3" fmla="*/ 0 h 4027251"/>
              <a:gd name="T4" fmla="*/ 7106328 w 7101191"/>
              <a:gd name="T5" fmla="*/ 0 h 4027251"/>
              <a:gd name="T6" fmla="*/ 0 60000 65536"/>
              <a:gd name="T7" fmla="*/ 0 60000 65536"/>
              <a:gd name="T8" fmla="*/ 0 60000 65536"/>
            </a:gdLst>
            <a:ahLst/>
            <a:cxnLst>
              <a:cxn ang="T6">
                <a:pos x="T0" y="T1"/>
              </a:cxn>
              <a:cxn ang="T7">
                <a:pos x="T2" y="T3"/>
              </a:cxn>
              <a:cxn ang="T8">
                <a:pos x="T4" y="T5"/>
              </a:cxn>
            </a:cxnLst>
            <a:rect l="0" t="0" r="r" b="b"/>
            <a:pathLst>
              <a:path w="7101191" h="4027251">
                <a:moveTo>
                  <a:pt x="0" y="4027251"/>
                </a:moveTo>
                <a:lnTo>
                  <a:pt x="0" y="0"/>
                </a:lnTo>
                <a:lnTo>
                  <a:pt x="7101191" y="0"/>
                </a:lnTo>
              </a:path>
            </a:pathLst>
          </a:custGeom>
          <a:noFill/>
          <a:ln w="19050" cap="flat" cmpd="sng">
            <a:solidFill>
              <a:srgbClr val="666666"/>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en-US" sz="1800"/>
          </a:p>
        </p:txBody>
      </p:sp>
      <p:cxnSp>
        <p:nvCxnSpPr>
          <p:cNvPr id="100" name="Straight Connector 42"/>
          <p:cNvCxnSpPr>
            <a:cxnSpLocks noChangeShapeType="1"/>
          </p:cNvCxnSpPr>
          <p:nvPr userDrawn="1"/>
        </p:nvCxnSpPr>
        <p:spPr bwMode="auto">
          <a:xfrm>
            <a:off x="2061634" y="1828800"/>
            <a:ext cx="865717" cy="228600"/>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sp>
        <p:nvSpPr>
          <p:cNvPr id="39" name="Text Placeholder 12"/>
          <p:cNvSpPr>
            <a:spLocks noGrp="1"/>
          </p:cNvSpPr>
          <p:nvPr>
            <p:ph type="body" sz="quarter" idx="33"/>
          </p:nvPr>
        </p:nvSpPr>
        <p:spPr>
          <a:xfrm>
            <a:off x="2061633" y="1835813"/>
            <a:ext cx="861216"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0" name="Text Placeholder 12"/>
          <p:cNvSpPr>
            <a:spLocks noGrp="1"/>
          </p:cNvSpPr>
          <p:nvPr>
            <p:ph type="body" sz="quarter" idx="34"/>
          </p:nvPr>
        </p:nvSpPr>
        <p:spPr>
          <a:xfrm>
            <a:off x="2937751" y="1835813"/>
            <a:ext cx="862519"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1" name="Text Placeholder 12"/>
          <p:cNvSpPr>
            <a:spLocks noGrp="1"/>
          </p:cNvSpPr>
          <p:nvPr>
            <p:ph type="body" sz="quarter" idx="35"/>
          </p:nvPr>
        </p:nvSpPr>
        <p:spPr>
          <a:xfrm>
            <a:off x="3800274" y="1835813"/>
            <a:ext cx="869005"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2" name="Text Placeholder 12"/>
          <p:cNvSpPr>
            <a:spLocks noGrp="1"/>
          </p:cNvSpPr>
          <p:nvPr>
            <p:ph type="body" sz="quarter" idx="36"/>
          </p:nvPr>
        </p:nvSpPr>
        <p:spPr>
          <a:xfrm>
            <a:off x="4662791" y="1835813"/>
            <a:ext cx="856035"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3" name="Text Placeholder 12"/>
          <p:cNvSpPr>
            <a:spLocks noGrp="1"/>
          </p:cNvSpPr>
          <p:nvPr>
            <p:ph type="body" sz="quarter" idx="37"/>
          </p:nvPr>
        </p:nvSpPr>
        <p:spPr>
          <a:xfrm>
            <a:off x="5518824" y="1835813"/>
            <a:ext cx="86563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4" name="Text Placeholder 12"/>
          <p:cNvSpPr>
            <a:spLocks noGrp="1"/>
          </p:cNvSpPr>
          <p:nvPr>
            <p:ph type="body" sz="quarter" idx="38"/>
          </p:nvPr>
        </p:nvSpPr>
        <p:spPr>
          <a:xfrm>
            <a:off x="6394315" y="1835813"/>
            <a:ext cx="86563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5" name="Text Placeholder 12"/>
          <p:cNvSpPr>
            <a:spLocks noGrp="1"/>
          </p:cNvSpPr>
          <p:nvPr>
            <p:ph type="body" sz="quarter" idx="39"/>
          </p:nvPr>
        </p:nvSpPr>
        <p:spPr>
          <a:xfrm>
            <a:off x="7250347" y="1835813"/>
            <a:ext cx="86563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6" name="Text Placeholder 12"/>
          <p:cNvSpPr>
            <a:spLocks noGrp="1"/>
          </p:cNvSpPr>
          <p:nvPr>
            <p:ph type="body" sz="quarter" idx="40"/>
          </p:nvPr>
        </p:nvSpPr>
        <p:spPr>
          <a:xfrm>
            <a:off x="8112867" y="1835813"/>
            <a:ext cx="869005"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7" name="Text Placeholder 12"/>
          <p:cNvSpPr>
            <a:spLocks noGrp="1"/>
          </p:cNvSpPr>
          <p:nvPr>
            <p:ph type="body" sz="quarter" idx="41"/>
          </p:nvPr>
        </p:nvSpPr>
        <p:spPr>
          <a:xfrm>
            <a:off x="8975387" y="1835813"/>
            <a:ext cx="862520"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8" name="Text Placeholder 12"/>
          <p:cNvSpPr>
            <a:spLocks noGrp="1"/>
          </p:cNvSpPr>
          <p:nvPr>
            <p:ph type="body" sz="quarter" idx="42"/>
          </p:nvPr>
        </p:nvSpPr>
        <p:spPr>
          <a:xfrm>
            <a:off x="9844389" y="1835813"/>
            <a:ext cx="86563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9" name="Text Placeholder 12"/>
          <p:cNvSpPr>
            <a:spLocks noGrp="1"/>
          </p:cNvSpPr>
          <p:nvPr>
            <p:ph type="body" sz="quarter" idx="43"/>
          </p:nvPr>
        </p:nvSpPr>
        <p:spPr>
          <a:xfrm>
            <a:off x="10700427" y="1835813"/>
            <a:ext cx="87089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0" name="Text Placeholder 12"/>
          <p:cNvSpPr>
            <a:spLocks noGrp="1"/>
          </p:cNvSpPr>
          <p:nvPr>
            <p:ph type="body" sz="quarter" idx="45"/>
          </p:nvPr>
        </p:nvSpPr>
        <p:spPr>
          <a:xfrm>
            <a:off x="625653" y="223026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1" name="Text Placeholder 12"/>
          <p:cNvSpPr>
            <a:spLocks noGrp="1"/>
          </p:cNvSpPr>
          <p:nvPr>
            <p:ph type="body" sz="quarter" idx="46"/>
          </p:nvPr>
        </p:nvSpPr>
        <p:spPr>
          <a:xfrm>
            <a:off x="625653" y="259557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2" name="Text Placeholder 12"/>
          <p:cNvSpPr>
            <a:spLocks noGrp="1"/>
          </p:cNvSpPr>
          <p:nvPr>
            <p:ph type="body" sz="quarter" idx="47"/>
          </p:nvPr>
        </p:nvSpPr>
        <p:spPr>
          <a:xfrm>
            <a:off x="625653" y="296088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3" name="Text Placeholder 12"/>
          <p:cNvSpPr>
            <a:spLocks noGrp="1"/>
          </p:cNvSpPr>
          <p:nvPr>
            <p:ph type="body" sz="quarter" idx="48"/>
          </p:nvPr>
        </p:nvSpPr>
        <p:spPr>
          <a:xfrm>
            <a:off x="625653" y="332619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4" name="Text Placeholder 12"/>
          <p:cNvSpPr>
            <a:spLocks noGrp="1"/>
          </p:cNvSpPr>
          <p:nvPr>
            <p:ph type="body" sz="quarter" idx="49"/>
          </p:nvPr>
        </p:nvSpPr>
        <p:spPr>
          <a:xfrm>
            <a:off x="625653" y="369150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5" name="Text Placeholder 12"/>
          <p:cNvSpPr>
            <a:spLocks noGrp="1"/>
          </p:cNvSpPr>
          <p:nvPr>
            <p:ph type="body" sz="quarter" idx="50"/>
          </p:nvPr>
        </p:nvSpPr>
        <p:spPr>
          <a:xfrm>
            <a:off x="625653" y="405681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6" name="Text Placeholder 12"/>
          <p:cNvSpPr>
            <a:spLocks noGrp="1"/>
          </p:cNvSpPr>
          <p:nvPr>
            <p:ph type="body" sz="quarter" idx="51"/>
          </p:nvPr>
        </p:nvSpPr>
        <p:spPr>
          <a:xfrm>
            <a:off x="625653" y="5152742"/>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7" name="Text Placeholder 12"/>
          <p:cNvSpPr>
            <a:spLocks noGrp="1"/>
          </p:cNvSpPr>
          <p:nvPr>
            <p:ph type="body" sz="quarter" idx="52"/>
          </p:nvPr>
        </p:nvSpPr>
        <p:spPr>
          <a:xfrm>
            <a:off x="625653" y="442212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8" name="Text Placeholder 12"/>
          <p:cNvSpPr>
            <a:spLocks noGrp="1"/>
          </p:cNvSpPr>
          <p:nvPr>
            <p:ph type="body" sz="quarter" idx="53"/>
          </p:nvPr>
        </p:nvSpPr>
        <p:spPr>
          <a:xfrm>
            <a:off x="625653" y="478743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9" name="Text Placeholder 12"/>
          <p:cNvSpPr>
            <a:spLocks noGrp="1"/>
          </p:cNvSpPr>
          <p:nvPr>
            <p:ph type="body" sz="quarter" idx="54"/>
          </p:nvPr>
        </p:nvSpPr>
        <p:spPr>
          <a:xfrm>
            <a:off x="2083023"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94301C"/>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0" name="Text Placeholder 12"/>
          <p:cNvSpPr>
            <a:spLocks noGrp="1"/>
          </p:cNvSpPr>
          <p:nvPr>
            <p:ph type="body" sz="quarter" idx="55"/>
          </p:nvPr>
        </p:nvSpPr>
        <p:spPr>
          <a:xfrm>
            <a:off x="2937751"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1" name="Text Placeholder 12"/>
          <p:cNvSpPr>
            <a:spLocks noGrp="1"/>
          </p:cNvSpPr>
          <p:nvPr>
            <p:ph type="body" sz="quarter" idx="56"/>
          </p:nvPr>
        </p:nvSpPr>
        <p:spPr>
          <a:xfrm>
            <a:off x="3800271"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2" name="Text Placeholder 12"/>
          <p:cNvSpPr>
            <a:spLocks noGrp="1"/>
          </p:cNvSpPr>
          <p:nvPr>
            <p:ph type="body" sz="quarter" idx="57"/>
          </p:nvPr>
        </p:nvSpPr>
        <p:spPr>
          <a:xfrm>
            <a:off x="4662791"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3" name="Text Placeholder 12"/>
          <p:cNvSpPr>
            <a:spLocks noGrp="1"/>
          </p:cNvSpPr>
          <p:nvPr>
            <p:ph type="body" sz="quarter" idx="58"/>
          </p:nvPr>
        </p:nvSpPr>
        <p:spPr>
          <a:xfrm>
            <a:off x="5518824"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4" name="Text Placeholder 12"/>
          <p:cNvSpPr>
            <a:spLocks noGrp="1"/>
          </p:cNvSpPr>
          <p:nvPr>
            <p:ph type="body" sz="quarter" idx="59"/>
          </p:nvPr>
        </p:nvSpPr>
        <p:spPr>
          <a:xfrm>
            <a:off x="6394315"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5" name="Text Placeholder 12"/>
          <p:cNvSpPr>
            <a:spLocks noGrp="1"/>
          </p:cNvSpPr>
          <p:nvPr>
            <p:ph type="body" sz="quarter" idx="60"/>
          </p:nvPr>
        </p:nvSpPr>
        <p:spPr>
          <a:xfrm>
            <a:off x="7250347"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6" name="Text Placeholder 12"/>
          <p:cNvSpPr>
            <a:spLocks noGrp="1"/>
          </p:cNvSpPr>
          <p:nvPr>
            <p:ph type="body" sz="quarter" idx="61"/>
          </p:nvPr>
        </p:nvSpPr>
        <p:spPr>
          <a:xfrm>
            <a:off x="8112867"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7" name="Text Placeholder 12"/>
          <p:cNvSpPr>
            <a:spLocks noGrp="1"/>
          </p:cNvSpPr>
          <p:nvPr>
            <p:ph type="body" sz="quarter" idx="62"/>
          </p:nvPr>
        </p:nvSpPr>
        <p:spPr>
          <a:xfrm>
            <a:off x="8975387"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8" name="Text Placeholder 12"/>
          <p:cNvSpPr>
            <a:spLocks noGrp="1"/>
          </p:cNvSpPr>
          <p:nvPr>
            <p:ph type="body" sz="quarter" idx="63"/>
          </p:nvPr>
        </p:nvSpPr>
        <p:spPr>
          <a:xfrm>
            <a:off x="9844389"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9" name="Text Placeholder 12"/>
          <p:cNvSpPr>
            <a:spLocks noGrp="1"/>
          </p:cNvSpPr>
          <p:nvPr>
            <p:ph type="body" sz="quarter" idx="64"/>
          </p:nvPr>
        </p:nvSpPr>
        <p:spPr>
          <a:xfrm>
            <a:off x="10700424"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179" name="Text Placeholder 178"/>
          <p:cNvSpPr>
            <a:spLocks noGrp="1"/>
          </p:cNvSpPr>
          <p:nvPr>
            <p:ph type="body" sz="quarter" idx="65"/>
          </p:nvPr>
        </p:nvSpPr>
        <p:spPr>
          <a:xfrm>
            <a:off x="2061633" y="2321700"/>
            <a:ext cx="12192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0" name="Text Placeholder 178"/>
          <p:cNvSpPr>
            <a:spLocks noGrp="1"/>
          </p:cNvSpPr>
          <p:nvPr>
            <p:ph type="body" sz="quarter" idx="66"/>
          </p:nvPr>
        </p:nvSpPr>
        <p:spPr>
          <a:xfrm>
            <a:off x="2061633" y="2687010"/>
            <a:ext cx="24384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1" name="Text Placeholder 178"/>
          <p:cNvSpPr>
            <a:spLocks noGrp="1"/>
          </p:cNvSpPr>
          <p:nvPr>
            <p:ph type="body" sz="quarter" idx="67"/>
          </p:nvPr>
        </p:nvSpPr>
        <p:spPr>
          <a:xfrm>
            <a:off x="2061633" y="3052320"/>
            <a:ext cx="36576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2" name="Text Placeholder 178"/>
          <p:cNvSpPr>
            <a:spLocks noGrp="1"/>
          </p:cNvSpPr>
          <p:nvPr>
            <p:ph type="body" sz="quarter" idx="68"/>
          </p:nvPr>
        </p:nvSpPr>
        <p:spPr>
          <a:xfrm>
            <a:off x="2061633" y="3417630"/>
            <a:ext cx="48768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3" name="Text Placeholder 178"/>
          <p:cNvSpPr>
            <a:spLocks noGrp="1"/>
          </p:cNvSpPr>
          <p:nvPr>
            <p:ph type="body" sz="quarter" idx="69"/>
          </p:nvPr>
        </p:nvSpPr>
        <p:spPr>
          <a:xfrm>
            <a:off x="2061633" y="3782940"/>
            <a:ext cx="60960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4" name="Text Placeholder 178"/>
          <p:cNvSpPr>
            <a:spLocks noGrp="1"/>
          </p:cNvSpPr>
          <p:nvPr>
            <p:ph type="body" sz="quarter" idx="70"/>
          </p:nvPr>
        </p:nvSpPr>
        <p:spPr>
          <a:xfrm>
            <a:off x="2061633" y="4148250"/>
            <a:ext cx="12192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5" name="Text Placeholder 178"/>
          <p:cNvSpPr>
            <a:spLocks noGrp="1"/>
          </p:cNvSpPr>
          <p:nvPr>
            <p:ph type="body" sz="quarter" idx="71"/>
          </p:nvPr>
        </p:nvSpPr>
        <p:spPr>
          <a:xfrm>
            <a:off x="2061633" y="4513560"/>
            <a:ext cx="24384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6" name="Text Placeholder 178"/>
          <p:cNvSpPr>
            <a:spLocks noGrp="1"/>
          </p:cNvSpPr>
          <p:nvPr>
            <p:ph type="body" sz="quarter" idx="72"/>
          </p:nvPr>
        </p:nvSpPr>
        <p:spPr>
          <a:xfrm>
            <a:off x="2061633" y="4878870"/>
            <a:ext cx="36576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7" name="Text Placeholder 178"/>
          <p:cNvSpPr>
            <a:spLocks noGrp="1"/>
          </p:cNvSpPr>
          <p:nvPr>
            <p:ph type="body" sz="quarter" idx="73"/>
          </p:nvPr>
        </p:nvSpPr>
        <p:spPr>
          <a:xfrm>
            <a:off x="2061633" y="5244182"/>
            <a:ext cx="48768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8" name="Text Placeholder 178"/>
          <p:cNvSpPr>
            <a:spLocks noGrp="1"/>
          </p:cNvSpPr>
          <p:nvPr>
            <p:ph type="body" sz="quarter" idx="74"/>
          </p:nvPr>
        </p:nvSpPr>
        <p:spPr>
          <a:xfrm>
            <a:off x="4582160" y="5562600"/>
            <a:ext cx="182880" cy="137160"/>
          </a:xfrm>
          <a:prstGeom prst="flowChartExtract">
            <a:avLst/>
          </a:prstGeom>
          <a:solidFill>
            <a:srgbClr val="B01C2E"/>
          </a:solidFill>
          <a:ln>
            <a:solidFill>
              <a:srgbClr val="B01C2E"/>
            </a:solidFill>
          </a:ln>
        </p:spPr>
        <p:txBody>
          <a:bodyPr/>
          <a:lstStyle>
            <a:lvl1pPr>
              <a:buNone/>
              <a:defRPr sz="800">
                <a:solidFill>
                  <a:srgbClr val="FFFFFF"/>
                </a:solidFill>
              </a:defRPr>
            </a:lvl1pPr>
          </a:lstStyle>
          <a:p>
            <a:pPr lvl="0"/>
            <a:r>
              <a:rPr lang="en-US"/>
              <a:t>Click to edit Master text styles</a:t>
            </a:r>
          </a:p>
        </p:txBody>
      </p:sp>
      <p:sp>
        <p:nvSpPr>
          <p:cNvPr id="190" name="Text Placeholder 12"/>
          <p:cNvSpPr>
            <a:spLocks noGrp="1"/>
          </p:cNvSpPr>
          <p:nvPr>
            <p:ph type="body" sz="quarter" idx="76"/>
          </p:nvPr>
        </p:nvSpPr>
        <p:spPr>
          <a:xfrm>
            <a:off x="4064000" y="5817472"/>
            <a:ext cx="1219200" cy="228600"/>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191" name="Text Placeholder 178"/>
          <p:cNvSpPr>
            <a:spLocks noGrp="1"/>
          </p:cNvSpPr>
          <p:nvPr>
            <p:ph type="body" sz="quarter" idx="77"/>
          </p:nvPr>
        </p:nvSpPr>
        <p:spPr>
          <a:xfrm>
            <a:off x="7140089" y="5562600"/>
            <a:ext cx="182880" cy="137160"/>
          </a:xfrm>
          <a:prstGeom prst="flowChartExtract">
            <a:avLst/>
          </a:prstGeom>
          <a:solidFill>
            <a:srgbClr val="B01C2E"/>
          </a:solidFill>
          <a:ln>
            <a:solidFill>
              <a:srgbClr val="B01C2E"/>
            </a:solidFill>
          </a:ln>
        </p:spPr>
        <p:txBody>
          <a:bodyPr/>
          <a:lstStyle>
            <a:lvl1pPr>
              <a:buNone/>
              <a:defRPr sz="800">
                <a:solidFill>
                  <a:srgbClr val="FFFFFF"/>
                </a:solidFill>
              </a:defRPr>
            </a:lvl1pPr>
          </a:lstStyle>
          <a:p>
            <a:pPr lvl="0"/>
            <a:r>
              <a:rPr lang="en-US"/>
              <a:t>Click to edit Master text styles</a:t>
            </a:r>
          </a:p>
        </p:txBody>
      </p:sp>
      <p:sp>
        <p:nvSpPr>
          <p:cNvPr id="192" name="Text Placeholder 12"/>
          <p:cNvSpPr>
            <a:spLocks noGrp="1"/>
          </p:cNvSpPr>
          <p:nvPr>
            <p:ph type="body" sz="quarter" idx="78"/>
          </p:nvPr>
        </p:nvSpPr>
        <p:spPr>
          <a:xfrm>
            <a:off x="6621929" y="5817472"/>
            <a:ext cx="1219200" cy="228600"/>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78"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01" name="Slide Number Placeholder 9"/>
          <p:cNvSpPr>
            <a:spLocks noGrp="1"/>
          </p:cNvSpPr>
          <p:nvPr>
            <p:ph type="sldNum" sz="quarter" idx="79"/>
          </p:nvPr>
        </p:nvSpPr>
        <p:spPr/>
        <p:txBody>
          <a:bodyPr/>
          <a:lstStyle>
            <a:lvl1pPr>
              <a:defRPr/>
            </a:lvl1pPr>
          </a:lstStyle>
          <a:p>
            <a:fld id="{D003C6ED-C4A5-154D-A951-DFA096D6467B}" type="slidenum">
              <a:rPr lang="en-US" altLang="en-US"/>
              <a:pPr/>
              <a:t>‹#›</a:t>
            </a:fld>
            <a:endParaRPr lang="en-US" altLang="en-US"/>
          </a:p>
        </p:txBody>
      </p:sp>
      <p:sp>
        <p:nvSpPr>
          <p:cNvPr id="102" name="Footer Placeholder 79"/>
          <p:cNvSpPr>
            <a:spLocks noGrp="1"/>
          </p:cNvSpPr>
          <p:nvPr>
            <p:ph type="ftr" sz="quarter" idx="80"/>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806443883"/>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Picture">
    <p:spTree>
      <p:nvGrpSpPr>
        <p:cNvPr id="1" name=""/>
        <p:cNvGrpSpPr/>
        <p:nvPr/>
      </p:nvGrpSpPr>
      <p:grpSpPr>
        <a:xfrm>
          <a:off x="0" y="0"/>
          <a:ext cx="0" cy="0"/>
          <a:chOff x="0" y="0"/>
          <a:chExt cx="0" cy="0"/>
        </a:xfrm>
      </p:grpSpPr>
      <p:cxnSp>
        <p:nvCxnSpPr>
          <p:cNvPr id="9" name="Straight Connector 7"/>
          <p:cNvCxnSpPr>
            <a:cxnSpLocks noChangeShapeType="1"/>
          </p:cNvCxnSpPr>
          <p:nvPr userDrawn="1"/>
        </p:nvCxnSpPr>
        <p:spPr bwMode="auto">
          <a:xfrm>
            <a:off x="2372785" y="5981700"/>
            <a:ext cx="7327900" cy="1588"/>
          </a:xfrm>
          <a:prstGeom prst="line">
            <a:avLst/>
          </a:prstGeom>
          <a:noFill/>
          <a:ln w="9525">
            <a:solidFill>
              <a:srgbClr val="666666"/>
            </a:solidFill>
            <a:round/>
            <a:headEnd/>
            <a:tailEnd/>
          </a:ln>
          <a:extLst>
            <a:ext uri="{909E8E84-426E-40DD-AFC4-6F175D3DCCD1}">
              <a14:hiddenFill xmlns:a14="http://schemas.microsoft.com/office/drawing/2010/main">
                <a:noFill/>
              </a14:hiddenFill>
            </a:ext>
          </a:extLst>
        </p:spPr>
      </p:cxnSp>
      <p:sp>
        <p:nvSpPr>
          <p:cNvPr id="6" name="Title 1"/>
          <p:cNvSpPr>
            <a:spLocks noGrp="1"/>
          </p:cNvSpPr>
          <p:nvPr>
            <p:ph type="title"/>
          </p:nvPr>
        </p:nvSpPr>
        <p:spPr>
          <a:xfrm>
            <a:off x="2389717" y="5453936"/>
            <a:ext cx="7315200" cy="474325"/>
          </a:xfrm>
          <a:prstGeom prst="rect">
            <a:avLst/>
          </a:prstGeom>
        </p:spPr>
        <p:txBody>
          <a:bodyPr/>
          <a:lstStyle>
            <a:lvl1pPr algn="l">
              <a:defRPr sz="1200" b="1"/>
            </a:lvl1pPr>
          </a:lstStyle>
          <a:p>
            <a:r>
              <a:rPr lang="en-US"/>
              <a:t>Click to edit Master title style</a:t>
            </a:r>
            <a:endParaRPr lang="en-US" dirty="0"/>
          </a:p>
        </p:txBody>
      </p:sp>
      <p:sp>
        <p:nvSpPr>
          <p:cNvPr id="7" name="Picture Placeholder 2"/>
          <p:cNvSpPr>
            <a:spLocks noGrp="1"/>
          </p:cNvSpPr>
          <p:nvPr>
            <p:ph type="pic" idx="1"/>
          </p:nvPr>
        </p:nvSpPr>
        <p:spPr>
          <a:xfrm>
            <a:off x="2389717" y="1166755"/>
            <a:ext cx="7315200" cy="4192689"/>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a:t>Drag picture to placeholder or click icon to add</a:t>
            </a:r>
          </a:p>
        </p:txBody>
      </p:sp>
      <p:sp>
        <p:nvSpPr>
          <p:cNvPr id="8" name="Text Placeholder 3"/>
          <p:cNvSpPr>
            <a:spLocks noGrp="1"/>
          </p:cNvSpPr>
          <p:nvPr>
            <p:ph type="body" sz="half" idx="2"/>
          </p:nvPr>
        </p:nvSpPr>
        <p:spPr>
          <a:xfrm>
            <a:off x="2389717" y="6042020"/>
            <a:ext cx="7315200" cy="311280"/>
          </a:xfrm>
          <a:prstGeom prst="rect">
            <a:avLst/>
          </a:prstGeom>
        </p:spPr>
        <p:txBody>
          <a:bodyPr/>
          <a:lstStyle>
            <a:lvl1pPr marL="0" indent="0">
              <a:buNone/>
              <a:defRPr sz="1000" i="1">
                <a:solidFill>
                  <a:srgbClr val="4D4D4D"/>
                </a:solidFill>
                <a:latin typeface="Times New Roman" pitchFamily="18" charset="0"/>
                <a:cs typeface="Times New Roman" pitchFamily="18" charset="0"/>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10"/>
          <p:cNvSpPr>
            <a:spLocks noGrp="1"/>
          </p:cNvSpPr>
          <p:nvPr>
            <p:ph type="body" sz="quarter" idx="10"/>
          </p:nvPr>
        </p:nvSpPr>
        <p:spPr>
          <a:xfrm>
            <a:off x="1026004" y="0"/>
            <a:ext cx="10139992" cy="896112"/>
          </a:xfrm>
          <a:prstGeom prst="rect">
            <a:avLst/>
          </a:prstGeom>
        </p:spPr>
        <p:txBody>
          <a:bodyPr anchor="b"/>
          <a:lstStyle>
            <a:lvl1pPr>
              <a:buNone/>
              <a:defRPr sz="2200">
                <a:latin typeface="+mj-lt"/>
              </a:defRPr>
            </a:lvl1pPr>
          </a:lstStyle>
          <a:p>
            <a:pPr lvl="0"/>
            <a:r>
              <a:rPr lang="en-US"/>
              <a:t>Click to edit Master text styles</a:t>
            </a:r>
          </a:p>
        </p:txBody>
      </p:sp>
      <p:sp>
        <p:nvSpPr>
          <p:cNvPr id="10" name="Slide Number Placeholder 9"/>
          <p:cNvSpPr>
            <a:spLocks noGrp="1"/>
          </p:cNvSpPr>
          <p:nvPr>
            <p:ph type="sldNum" sz="quarter" idx="11"/>
          </p:nvPr>
        </p:nvSpPr>
        <p:spPr/>
        <p:txBody>
          <a:bodyPr/>
          <a:lstStyle>
            <a:lvl1pPr>
              <a:defRPr/>
            </a:lvl1pPr>
          </a:lstStyle>
          <a:p>
            <a:fld id="{614CE4E3-D3DE-AB41-A281-30813EB5473F}" type="slidenum">
              <a:rPr lang="en-US" altLang="en-US"/>
              <a:pPr/>
              <a:t>‹#›</a:t>
            </a:fld>
            <a:endParaRPr lang="en-US" altLang="en-US"/>
          </a:p>
        </p:txBody>
      </p:sp>
      <p:sp>
        <p:nvSpPr>
          <p:cNvPr id="12" name="Footer Placeholder 9"/>
          <p:cNvSpPr>
            <a:spLocks noGrp="1"/>
          </p:cNvSpPr>
          <p:nvPr>
            <p:ph type="ftr" sz="quarter" idx="12"/>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1355934799"/>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Map">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8" name="Text Placeholder 11"/>
          <p:cNvSpPr>
            <a:spLocks noGrp="1"/>
          </p:cNvSpPr>
          <p:nvPr>
            <p:ph type="body" sz="quarter" idx="11"/>
          </p:nvPr>
        </p:nvSpPr>
        <p:spPr>
          <a:xfrm>
            <a:off x="603254" y="1447800"/>
            <a:ext cx="2250831" cy="914400"/>
          </a:xfrm>
          <a:prstGeom prst="rect">
            <a:avLst/>
          </a:prstGeom>
        </p:spPr>
        <p:txBody>
          <a:bodyPr/>
          <a:lstStyle>
            <a:lvl1pPr>
              <a:buNone/>
              <a:defRPr sz="1000"/>
            </a:lvl1pPr>
          </a:lstStyle>
          <a:p>
            <a:pPr lvl="0"/>
            <a:r>
              <a:rPr lang="en-US"/>
              <a:t>Click to edit Master text styles</a:t>
            </a:r>
          </a:p>
        </p:txBody>
      </p:sp>
      <p:sp>
        <p:nvSpPr>
          <p:cNvPr id="9" name="Text Placeholder 11"/>
          <p:cNvSpPr>
            <a:spLocks noGrp="1"/>
          </p:cNvSpPr>
          <p:nvPr>
            <p:ph type="body" sz="quarter" idx="12"/>
          </p:nvPr>
        </p:nvSpPr>
        <p:spPr>
          <a:xfrm>
            <a:off x="603254" y="2667000"/>
            <a:ext cx="2250831" cy="914400"/>
          </a:xfrm>
          <a:prstGeom prst="rect">
            <a:avLst/>
          </a:prstGeom>
        </p:spPr>
        <p:txBody>
          <a:bodyPr/>
          <a:lstStyle>
            <a:lvl1pPr>
              <a:buNone/>
              <a:defRPr sz="1000"/>
            </a:lvl1pPr>
          </a:lstStyle>
          <a:p>
            <a:pPr lvl="0"/>
            <a:r>
              <a:rPr lang="en-US"/>
              <a:t>Click to edit Master text styles</a:t>
            </a:r>
          </a:p>
        </p:txBody>
      </p:sp>
      <p:sp>
        <p:nvSpPr>
          <p:cNvPr id="10" name="Text Placeholder 11"/>
          <p:cNvSpPr>
            <a:spLocks noGrp="1"/>
          </p:cNvSpPr>
          <p:nvPr>
            <p:ph type="body" sz="quarter" idx="13"/>
          </p:nvPr>
        </p:nvSpPr>
        <p:spPr>
          <a:xfrm>
            <a:off x="603254" y="5105400"/>
            <a:ext cx="2250831" cy="914400"/>
          </a:xfrm>
          <a:prstGeom prst="rect">
            <a:avLst/>
          </a:prstGeom>
        </p:spPr>
        <p:txBody>
          <a:bodyPr/>
          <a:lstStyle>
            <a:lvl1pPr>
              <a:buNone/>
              <a:defRPr sz="1000"/>
            </a:lvl1pPr>
          </a:lstStyle>
          <a:p>
            <a:pPr lvl="0"/>
            <a:r>
              <a:rPr lang="en-US"/>
              <a:t>Click to edit Master text styles</a:t>
            </a:r>
          </a:p>
        </p:txBody>
      </p:sp>
      <p:sp>
        <p:nvSpPr>
          <p:cNvPr id="11" name="Text Placeholder 11"/>
          <p:cNvSpPr>
            <a:spLocks noGrp="1"/>
          </p:cNvSpPr>
          <p:nvPr>
            <p:ph type="body" sz="quarter" idx="14"/>
          </p:nvPr>
        </p:nvSpPr>
        <p:spPr>
          <a:xfrm>
            <a:off x="9337923" y="1447800"/>
            <a:ext cx="2250831" cy="914400"/>
          </a:xfrm>
          <a:prstGeom prst="rect">
            <a:avLst/>
          </a:prstGeom>
        </p:spPr>
        <p:txBody>
          <a:bodyPr/>
          <a:lstStyle>
            <a:lvl1pPr>
              <a:buNone/>
              <a:defRPr sz="1000"/>
            </a:lvl1pPr>
          </a:lstStyle>
          <a:p>
            <a:pPr lvl="0"/>
            <a:r>
              <a:rPr lang="en-US"/>
              <a:t>Click to edit Master text styles</a:t>
            </a:r>
          </a:p>
        </p:txBody>
      </p:sp>
      <p:sp>
        <p:nvSpPr>
          <p:cNvPr id="12" name="Text Placeholder 11"/>
          <p:cNvSpPr>
            <a:spLocks noGrp="1"/>
          </p:cNvSpPr>
          <p:nvPr>
            <p:ph type="body" sz="quarter" idx="15"/>
          </p:nvPr>
        </p:nvSpPr>
        <p:spPr>
          <a:xfrm>
            <a:off x="9337923" y="2667000"/>
            <a:ext cx="2250831" cy="914400"/>
          </a:xfrm>
          <a:prstGeom prst="rect">
            <a:avLst/>
          </a:prstGeom>
        </p:spPr>
        <p:txBody>
          <a:bodyPr/>
          <a:lstStyle>
            <a:lvl1pPr>
              <a:buNone/>
              <a:defRPr sz="1000"/>
            </a:lvl1pPr>
          </a:lstStyle>
          <a:p>
            <a:pPr lvl="0"/>
            <a:r>
              <a:rPr lang="en-US"/>
              <a:t>Click to edit Master text styles</a:t>
            </a:r>
          </a:p>
        </p:txBody>
      </p:sp>
      <p:sp>
        <p:nvSpPr>
          <p:cNvPr id="13" name="Text Placeholder 11"/>
          <p:cNvSpPr>
            <a:spLocks noGrp="1"/>
          </p:cNvSpPr>
          <p:nvPr>
            <p:ph type="body" sz="quarter" idx="16"/>
          </p:nvPr>
        </p:nvSpPr>
        <p:spPr>
          <a:xfrm>
            <a:off x="9337923" y="3886200"/>
            <a:ext cx="2250831" cy="914400"/>
          </a:xfrm>
          <a:prstGeom prst="rect">
            <a:avLst/>
          </a:prstGeom>
        </p:spPr>
        <p:txBody>
          <a:bodyPr/>
          <a:lstStyle>
            <a:lvl1pPr>
              <a:buNone/>
              <a:defRPr sz="1000"/>
            </a:lvl1pPr>
          </a:lstStyle>
          <a:p>
            <a:pPr lvl="0"/>
            <a:r>
              <a:rPr lang="en-US"/>
              <a:t>Click to edit Master text styles</a:t>
            </a:r>
          </a:p>
        </p:txBody>
      </p:sp>
      <p:sp>
        <p:nvSpPr>
          <p:cNvPr id="14" name="Text Placeholder 11"/>
          <p:cNvSpPr>
            <a:spLocks noGrp="1"/>
          </p:cNvSpPr>
          <p:nvPr>
            <p:ph type="body" sz="quarter" idx="17"/>
          </p:nvPr>
        </p:nvSpPr>
        <p:spPr>
          <a:xfrm>
            <a:off x="9337923" y="5105400"/>
            <a:ext cx="2250831" cy="914400"/>
          </a:xfrm>
          <a:prstGeom prst="rect">
            <a:avLst/>
          </a:prstGeom>
        </p:spPr>
        <p:txBody>
          <a:bodyPr/>
          <a:lstStyle>
            <a:lvl1pPr>
              <a:buNone/>
              <a:defRPr sz="1000"/>
            </a:lvl1pPr>
          </a:lstStyle>
          <a:p>
            <a:pPr lvl="0"/>
            <a:r>
              <a:rPr lang="en-US"/>
              <a:t>Click to edit Master text styles</a:t>
            </a:r>
          </a:p>
        </p:txBody>
      </p:sp>
      <p:sp>
        <p:nvSpPr>
          <p:cNvPr id="15" name="Text Placeholder 11"/>
          <p:cNvSpPr>
            <a:spLocks noGrp="1"/>
          </p:cNvSpPr>
          <p:nvPr>
            <p:ph type="body" sz="quarter" idx="18"/>
          </p:nvPr>
        </p:nvSpPr>
        <p:spPr>
          <a:xfrm>
            <a:off x="603254" y="3886200"/>
            <a:ext cx="2250831" cy="914400"/>
          </a:xfrm>
          <a:prstGeom prst="rect">
            <a:avLst/>
          </a:prstGeom>
        </p:spPr>
        <p:txBody>
          <a:bodyPr/>
          <a:lstStyle>
            <a:lvl1pPr>
              <a:buNone/>
              <a:defRPr sz="1000"/>
            </a:lvl1pPr>
          </a:lstStyle>
          <a:p>
            <a:pPr lvl="0"/>
            <a:r>
              <a:rPr lang="en-US"/>
              <a:t>Click to edit Master text styles</a:t>
            </a:r>
          </a:p>
        </p:txBody>
      </p:sp>
      <p:sp>
        <p:nvSpPr>
          <p:cNvPr id="16" name="Slide Number Placeholder 9"/>
          <p:cNvSpPr>
            <a:spLocks noGrp="1"/>
          </p:cNvSpPr>
          <p:nvPr>
            <p:ph type="sldNum" sz="quarter" idx="19"/>
          </p:nvPr>
        </p:nvSpPr>
        <p:spPr/>
        <p:txBody>
          <a:bodyPr/>
          <a:lstStyle>
            <a:lvl1pPr>
              <a:defRPr/>
            </a:lvl1pPr>
          </a:lstStyle>
          <a:p>
            <a:fld id="{1B28FF10-2575-714D-9D0B-AB6D45C94EAE}" type="slidenum">
              <a:rPr lang="en-US" altLang="en-US"/>
              <a:pPr/>
              <a:t>‹#›</a:t>
            </a:fld>
            <a:endParaRPr lang="en-US" altLang="en-US"/>
          </a:p>
        </p:txBody>
      </p:sp>
      <p:sp>
        <p:nvSpPr>
          <p:cNvPr id="17" name="Footer Placeholder 12"/>
          <p:cNvSpPr>
            <a:spLocks noGrp="1"/>
          </p:cNvSpPr>
          <p:nvPr>
            <p:ph type="ftr" sz="quarter" idx="20"/>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701816343"/>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Map with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8212506" y="1419225"/>
            <a:ext cx="3376247" cy="4800600"/>
          </a:xfrm>
          <a:prstGeom prst="rect">
            <a:avLst/>
          </a:prstGeom>
        </p:spPr>
        <p:txBody>
          <a:bodyPr/>
          <a:lstStyle>
            <a:lvl1pPr marL="228600" indent="-228600">
              <a:buClr>
                <a:srgbClr val="B01C2E"/>
              </a:buClr>
              <a:buFont typeface="Wingdings 2" pitchFamily="18" charset="2"/>
              <a:buChar char=""/>
              <a:defRPr sz="1100"/>
            </a:lvl1pPr>
            <a:lvl2pPr marL="457200" indent="-228600">
              <a:buClr>
                <a:srgbClr val="B01C2E"/>
              </a:buClr>
              <a:buSzPct val="125000"/>
              <a:buFont typeface="Arial" pitchFamily="34" charset="0"/>
              <a:buChar char="•"/>
              <a:defRPr sz="1100"/>
            </a:lvl2pPr>
            <a:lvl3pPr marL="685800">
              <a:buClr>
                <a:srgbClr val="B01C2E"/>
              </a:buClr>
              <a:buFont typeface="Arial" pitchFamily="34" charset="0"/>
              <a:buChar char="–"/>
              <a:defRPr sz="1100"/>
            </a:lvl3pPr>
            <a:lvl4pPr marL="914400">
              <a:buClr>
                <a:srgbClr val="B01C2E"/>
              </a:buClr>
              <a:buFont typeface="Arial" pitchFamily="34" charset="0"/>
              <a:buChar char="–"/>
              <a:defRPr sz="1100"/>
            </a:lvl4pPr>
            <a:lvl5pPr marL="1143000">
              <a:buClr>
                <a:srgbClr val="B01C2E"/>
              </a:buClr>
              <a:buFont typeface="Arial" pitchFamily="34" charset="0"/>
              <a:buChar char="–"/>
              <a:defRPr sz="11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4" name="Slide Number Placeholder 9"/>
          <p:cNvSpPr>
            <a:spLocks noGrp="1"/>
          </p:cNvSpPr>
          <p:nvPr>
            <p:ph type="sldNum" sz="quarter" idx="10"/>
          </p:nvPr>
        </p:nvSpPr>
        <p:spPr/>
        <p:txBody>
          <a:bodyPr/>
          <a:lstStyle>
            <a:lvl1pPr>
              <a:defRPr/>
            </a:lvl1pPr>
          </a:lstStyle>
          <a:p>
            <a:fld id="{3B598768-D1F4-594C-B51E-99B1ED06033F}" type="slidenum">
              <a:rPr lang="en-US" altLang="en-US"/>
              <a:pPr/>
              <a:t>‹#›</a:t>
            </a:fld>
            <a:endParaRPr lang="en-US" altLang="en-US"/>
          </a:p>
        </p:txBody>
      </p:sp>
      <p:sp>
        <p:nvSpPr>
          <p:cNvPr id="6" name="Footer Placeholder 12"/>
          <p:cNvSpPr>
            <a:spLocks noGrp="1"/>
          </p:cNvSpPr>
          <p:nvPr>
            <p:ph type="ftr" sz="quarter" idx="11"/>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946923664"/>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Left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4766735" y="1419225"/>
            <a:ext cx="6815667" cy="4706938"/>
          </a:xfrm>
          <a:prstGeom prst="rect">
            <a:avLst/>
          </a:prstGeom>
        </p:spPr>
        <p:txBody>
          <a:bodyPr/>
          <a:lstStyle>
            <a:lvl1pPr marL="228600" indent="-228600">
              <a:buClr>
                <a:srgbClr val="B01C2E"/>
              </a:buClr>
              <a:buFont typeface="Wingdings 2" pitchFamily="18" charset="2"/>
              <a:buChar char=""/>
              <a:defRPr sz="1200"/>
            </a:lvl1pPr>
            <a:lvl2pPr marL="457200" indent="-228600">
              <a:buClr>
                <a:srgbClr val="B01C2E"/>
              </a:buClr>
              <a:buSzPct val="125000"/>
              <a:buFont typeface="Arial" pitchFamily="34" charset="0"/>
              <a:buChar char="•"/>
              <a:defRPr sz="1200"/>
            </a:lvl2pPr>
            <a:lvl3pPr marL="685800">
              <a:buClr>
                <a:srgbClr val="B01C2E"/>
              </a:buClr>
              <a:buFont typeface="Arial" pitchFamily="34" charset="0"/>
              <a:buChar char="–"/>
              <a:defRPr sz="1200"/>
            </a:lvl3pPr>
            <a:lvl4pPr marL="914400">
              <a:buClr>
                <a:srgbClr val="B01C2E"/>
              </a:buClr>
              <a:buFont typeface="Arial" pitchFamily="34" charset="0"/>
              <a:buChar char="–"/>
              <a:defRPr sz="1200"/>
            </a:lvl4pPr>
            <a:lvl5pPr marL="1143000">
              <a:buClr>
                <a:srgbClr val="B01C2E"/>
              </a:buClr>
              <a:buFont typeface="Arial" pitchFamily="34" charset="0"/>
              <a:buChar char="–"/>
              <a:defRPr sz="12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3"/>
          <p:cNvSpPr>
            <a:spLocks noGrp="1"/>
          </p:cNvSpPr>
          <p:nvPr>
            <p:ph type="body" sz="half" idx="2"/>
          </p:nvPr>
        </p:nvSpPr>
        <p:spPr>
          <a:xfrm>
            <a:off x="609601" y="1419226"/>
            <a:ext cx="3891064" cy="4706938"/>
          </a:xfrm>
          <a:prstGeom prst="rect">
            <a:avLst/>
          </a:prstGeom>
        </p:spPr>
        <p:txBody>
          <a:bodyPr/>
          <a:lstStyle>
            <a:lvl1pPr marL="0" indent="0">
              <a:buNone/>
              <a:defRPr sz="1200" i="1">
                <a:solidFill>
                  <a:srgbClr val="666666"/>
                </a:solidFill>
                <a:latin typeface="Times New Roman" pitchFamily="18" charset="0"/>
                <a:cs typeface="Times New Roman" pitchFamily="18" charset="0"/>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8" name="Slide Number Placeholder 9"/>
          <p:cNvSpPr>
            <a:spLocks noGrp="1"/>
          </p:cNvSpPr>
          <p:nvPr>
            <p:ph type="sldNum" sz="quarter" idx="10"/>
          </p:nvPr>
        </p:nvSpPr>
        <p:spPr/>
        <p:txBody>
          <a:bodyPr/>
          <a:lstStyle>
            <a:lvl1pPr>
              <a:defRPr/>
            </a:lvl1pPr>
          </a:lstStyle>
          <a:p>
            <a:fld id="{219B113F-1BA8-CA4E-A6B3-92D1D8C0C887}" type="slidenum">
              <a:rPr lang="en-US" altLang="en-US"/>
              <a:pPr/>
              <a:t>‹#›</a:t>
            </a:fld>
            <a:endParaRPr lang="en-US" altLang="en-US"/>
          </a:p>
        </p:txBody>
      </p:sp>
      <p:sp>
        <p:nvSpPr>
          <p:cNvPr id="9" name="Footer Placeholder 12"/>
          <p:cNvSpPr>
            <a:spLocks noGrp="1"/>
          </p:cNvSpPr>
          <p:nvPr>
            <p:ph type="ftr" sz="quarter" idx="11"/>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650650468"/>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Right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609601" y="1419225"/>
            <a:ext cx="6815667" cy="4706938"/>
          </a:xfrm>
          <a:prstGeom prst="rect">
            <a:avLst/>
          </a:prstGeom>
        </p:spPr>
        <p:txBody>
          <a:bodyPr/>
          <a:lstStyle>
            <a:lvl1pPr marL="228600" indent="-228600">
              <a:buClr>
                <a:srgbClr val="B01C2E"/>
              </a:buClr>
              <a:buFont typeface="Wingdings 2" pitchFamily="18" charset="2"/>
              <a:buChar char=""/>
              <a:defRPr sz="1200"/>
            </a:lvl1pPr>
            <a:lvl2pPr marL="457200" indent="-228600">
              <a:buClr>
                <a:srgbClr val="B01C2E"/>
              </a:buClr>
              <a:buSzPct val="125000"/>
              <a:buFont typeface="Arial" pitchFamily="34" charset="0"/>
              <a:buChar char="•"/>
              <a:defRPr sz="1200"/>
            </a:lvl2pPr>
            <a:lvl3pPr marL="685800">
              <a:buClr>
                <a:srgbClr val="B01C2E"/>
              </a:buClr>
              <a:buFont typeface="Arial" pitchFamily="34" charset="0"/>
              <a:buChar char="–"/>
              <a:defRPr sz="1200"/>
            </a:lvl3pPr>
            <a:lvl4pPr marL="914400">
              <a:buClr>
                <a:srgbClr val="B01C2E"/>
              </a:buClr>
              <a:buFont typeface="Arial" pitchFamily="34" charset="0"/>
              <a:buChar char="–"/>
              <a:defRPr sz="1200"/>
            </a:lvl4pPr>
            <a:lvl5pPr marL="1143000">
              <a:buClr>
                <a:srgbClr val="B01C2E"/>
              </a:buClr>
              <a:buFont typeface="Arial" pitchFamily="34" charset="0"/>
              <a:buChar char="–"/>
              <a:defRPr sz="12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3"/>
          <p:cNvSpPr>
            <a:spLocks noGrp="1"/>
          </p:cNvSpPr>
          <p:nvPr>
            <p:ph type="body" sz="half" idx="2"/>
          </p:nvPr>
        </p:nvSpPr>
        <p:spPr>
          <a:xfrm>
            <a:off x="7697687" y="1419226"/>
            <a:ext cx="3891064" cy="4706938"/>
          </a:xfrm>
          <a:prstGeom prst="rect">
            <a:avLst/>
          </a:prstGeom>
        </p:spPr>
        <p:txBody>
          <a:bodyPr/>
          <a:lstStyle>
            <a:lvl1pPr marL="0" indent="0">
              <a:buNone/>
              <a:defRPr sz="1200" i="1">
                <a:solidFill>
                  <a:srgbClr val="666666"/>
                </a:solidFill>
                <a:latin typeface="Times New Roman" pitchFamily="18" charset="0"/>
                <a:cs typeface="Times New Roman" pitchFamily="18" charset="0"/>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8" name="Slide Number Placeholder 9"/>
          <p:cNvSpPr>
            <a:spLocks noGrp="1"/>
          </p:cNvSpPr>
          <p:nvPr>
            <p:ph type="sldNum" sz="quarter" idx="10"/>
          </p:nvPr>
        </p:nvSpPr>
        <p:spPr/>
        <p:txBody>
          <a:bodyPr/>
          <a:lstStyle>
            <a:lvl1pPr>
              <a:defRPr/>
            </a:lvl1pPr>
          </a:lstStyle>
          <a:p>
            <a:fld id="{524011BE-5C53-0E48-93A9-5E9857491FB1}" type="slidenum">
              <a:rPr lang="en-US" altLang="en-US"/>
              <a:pPr/>
              <a:t>‹#›</a:t>
            </a:fld>
            <a:endParaRPr lang="en-US" altLang="en-US"/>
          </a:p>
        </p:txBody>
      </p:sp>
      <p:sp>
        <p:nvSpPr>
          <p:cNvPr id="9" name="Footer Placeholder 12"/>
          <p:cNvSpPr>
            <a:spLocks noGrp="1"/>
          </p:cNvSpPr>
          <p:nvPr>
            <p:ph type="ftr" sz="quarter" idx="11"/>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891282951"/>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Attorney Bio">
    <p:spTree>
      <p:nvGrpSpPr>
        <p:cNvPr id="1" name=""/>
        <p:cNvGrpSpPr/>
        <p:nvPr/>
      </p:nvGrpSpPr>
      <p:grpSpPr>
        <a:xfrm>
          <a:off x="0" y="0"/>
          <a:ext cx="0" cy="0"/>
          <a:chOff x="0" y="0"/>
          <a:chExt cx="0" cy="0"/>
        </a:xfrm>
      </p:grpSpPr>
      <p:sp>
        <p:nvSpPr>
          <p:cNvPr id="12" name="Line 22"/>
          <p:cNvSpPr>
            <a:spLocks noChangeShapeType="1"/>
          </p:cNvSpPr>
          <p:nvPr/>
        </p:nvSpPr>
        <p:spPr bwMode="auto">
          <a:xfrm>
            <a:off x="2768600" y="2667000"/>
            <a:ext cx="88392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3" name="TextBox 13"/>
          <p:cNvSpPr txBox="1">
            <a:spLocks noChangeArrowheads="1"/>
          </p:cNvSpPr>
          <p:nvPr userDrawn="1"/>
        </p:nvSpPr>
        <p:spPr bwMode="auto">
          <a:xfrm>
            <a:off x="2755900" y="1108076"/>
            <a:ext cx="4267200" cy="246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a:spAutoFit/>
          </a:bodyPr>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a:defRPr/>
            </a:pPr>
            <a:r>
              <a:rPr lang="en-US" sz="1000" b="1">
                <a:solidFill>
                  <a:srgbClr val="B01C2E"/>
                </a:solidFill>
                <a:latin typeface="Arial" charset="0"/>
                <a:ea typeface="+mn-ea"/>
              </a:rPr>
              <a:t>Specialization</a:t>
            </a:r>
          </a:p>
        </p:txBody>
      </p:sp>
      <p:sp>
        <p:nvSpPr>
          <p:cNvPr id="14" name="TextBox 14"/>
          <p:cNvSpPr txBox="1">
            <a:spLocks noChangeArrowheads="1"/>
          </p:cNvSpPr>
          <p:nvPr userDrawn="1"/>
        </p:nvSpPr>
        <p:spPr bwMode="auto">
          <a:xfrm>
            <a:off x="7340600" y="1108076"/>
            <a:ext cx="4267200" cy="246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a:spAutoFit/>
          </a:bodyPr>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a:defRPr/>
            </a:pPr>
            <a:r>
              <a:rPr lang="en-US" sz="1000" b="1">
                <a:solidFill>
                  <a:srgbClr val="B01C2E"/>
                </a:solidFill>
                <a:latin typeface="Arial" charset="0"/>
                <a:ea typeface="+mn-ea"/>
              </a:rPr>
              <a:t>Education</a:t>
            </a:r>
          </a:p>
        </p:txBody>
      </p:sp>
      <p:sp>
        <p:nvSpPr>
          <p:cNvPr id="17" name="Text Placeholder 16"/>
          <p:cNvSpPr>
            <a:spLocks noGrp="1"/>
          </p:cNvSpPr>
          <p:nvPr>
            <p:ph type="body" sz="quarter" idx="17"/>
          </p:nvPr>
        </p:nvSpPr>
        <p:spPr>
          <a:xfrm>
            <a:off x="2756408" y="2743200"/>
            <a:ext cx="8851392" cy="3429000"/>
          </a:xfrm>
          <a:prstGeom prst="rect">
            <a:avLst/>
          </a:prstGeom>
          <a:ln>
            <a:noFill/>
          </a:ln>
        </p:spPr>
        <p:txBody>
          <a:bodyPr lIns="27432" anchor="t"/>
          <a:lstStyle>
            <a:lvl1pPr marL="0" indent="0" algn="l">
              <a:lnSpc>
                <a:spcPts val="1200"/>
              </a:lnSpc>
              <a:spcBef>
                <a:spcPts val="0"/>
              </a:spcBef>
              <a:spcAft>
                <a:spcPts val="600"/>
              </a:spcAft>
              <a:buFont typeface="Arial" pitchFamily="34" charset="0"/>
              <a:buChar char=" "/>
              <a:defRPr sz="1000" b="0" baseline="0">
                <a:latin typeface="+mn-lt"/>
              </a:defRPr>
            </a:lvl1pPr>
            <a:lvl2pPr marL="0" indent="0">
              <a:lnSpc>
                <a:spcPts val="1200"/>
              </a:lnSpc>
              <a:spcBef>
                <a:spcPts val="0"/>
              </a:spcBef>
              <a:spcAft>
                <a:spcPts val="1200"/>
              </a:spcAft>
              <a:buFont typeface="Arial" pitchFamily="34" charset="0"/>
              <a:buChar char=" "/>
              <a:defRPr sz="1000" b="1" baseline="0">
                <a:solidFill>
                  <a:srgbClr val="666666"/>
                </a:solidFill>
                <a:latin typeface="Arial" pitchFamily="34" charset="0"/>
              </a:defRPr>
            </a:lvl2pPr>
            <a:lvl3pPr marL="228600" indent="-228600">
              <a:buClr>
                <a:srgbClr val="B01C2E"/>
              </a:buClr>
              <a:buFont typeface="Wingdings 2" pitchFamily="18" charset="2"/>
              <a:buChar char="¡"/>
              <a:defRPr sz="1000" baseline="0">
                <a:latin typeface="Arial" pitchFamily="34" charset="0"/>
              </a:defRPr>
            </a:lvl3pPr>
            <a:lvl4pPr marL="457200" indent="-228600">
              <a:buClr>
                <a:srgbClr val="B01C2E"/>
              </a:buClr>
              <a:buFont typeface="Arial" pitchFamily="34" charset="0"/>
              <a:buChar char="–"/>
              <a:defRPr sz="1000" baseline="0">
                <a:latin typeface="Arial" pitchFamily="34" charset="0"/>
              </a:defRPr>
            </a:lvl4pPr>
            <a:lvl5pPr marL="685800" indent="-228600">
              <a:buClr>
                <a:srgbClr val="B01C2E"/>
              </a:buClr>
              <a:buFont typeface="Arial" pitchFamily="34" charset="0"/>
              <a:buChar char="–"/>
              <a:defRPr sz="1000" baseline="0">
                <a:latin typeface="Arial"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baseline="0"/>
            </a:lvl1pPr>
          </a:lstStyle>
          <a:p>
            <a:pPr lvl="0"/>
            <a:r>
              <a:rPr lang="en-US"/>
              <a:t>Click to edit Master title style</a:t>
            </a:r>
            <a:endParaRPr lang="en-US" dirty="0"/>
          </a:p>
        </p:txBody>
      </p:sp>
      <p:sp>
        <p:nvSpPr>
          <p:cNvPr id="18" name="Picture Placeholder 9"/>
          <p:cNvSpPr>
            <a:spLocks noGrp="1"/>
          </p:cNvSpPr>
          <p:nvPr>
            <p:ph type="pic" sz="quarter" idx="13"/>
          </p:nvPr>
        </p:nvSpPr>
        <p:spPr>
          <a:xfrm>
            <a:off x="607483" y="1108074"/>
            <a:ext cx="1560576" cy="1563624"/>
          </a:xfrm>
          <a:prstGeom prst="rect">
            <a:avLst/>
          </a:prstGeom>
        </p:spPr>
        <p:txBody>
          <a:bodyPr/>
          <a:lstStyle>
            <a:lvl1pPr>
              <a:buFont typeface="Wingdings 2" pitchFamily="18" charset="2"/>
              <a:buChar cha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2" name="Text Placeholder 7"/>
          <p:cNvSpPr>
            <a:spLocks noGrp="1"/>
          </p:cNvSpPr>
          <p:nvPr>
            <p:ph type="body" sz="quarter" idx="12"/>
          </p:nvPr>
        </p:nvSpPr>
        <p:spPr>
          <a:xfrm>
            <a:off x="607487" y="2722996"/>
            <a:ext cx="2034116" cy="553604"/>
          </a:xfrm>
          <a:prstGeom prst="rect">
            <a:avLst/>
          </a:prstGeom>
        </p:spPr>
        <p:txBody>
          <a:bodyPr lIns="0"/>
          <a:lstStyle>
            <a:lvl1pPr marL="0" indent="0">
              <a:lnSpc>
                <a:spcPts val="1000"/>
              </a:lnSpc>
              <a:buNone/>
              <a:defRPr sz="1000" b="0" baseline="0"/>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p:txBody>
      </p:sp>
      <p:sp>
        <p:nvSpPr>
          <p:cNvPr id="40" name="Text Placeholder 12"/>
          <p:cNvSpPr>
            <a:spLocks noGrp="1"/>
          </p:cNvSpPr>
          <p:nvPr>
            <p:ph type="body" sz="quarter" idx="37"/>
          </p:nvPr>
        </p:nvSpPr>
        <p:spPr>
          <a:xfrm>
            <a:off x="7340600" y="2144554"/>
            <a:ext cx="4267200" cy="246888"/>
          </a:xfrm>
          <a:prstGeom prst="rect">
            <a:avLst/>
          </a:prstGeom>
          <a:ln w="6350">
            <a:noFill/>
          </a:ln>
        </p:spPr>
        <p:txBody>
          <a:bodyPr lIns="27432" tIns="45720" rIns="45720" bIns="45720" anchor="t" anchorCtr="0"/>
          <a:lstStyle>
            <a:lvl1pPr marL="171450" indent="-171450">
              <a:buClr>
                <a:srgbClr val="B01C2E"/>
              </a:buClr>
              <a:buFont typeface="Wingdings 2" pitchFamily="18" charset="2"/>
              <a:buNone/>
              <a:defRPr sz="1000" b="1" baseline="0">
                <a:solidFill>
                  <a:srgbClr val="B01C2E"/>
                </a:solidFill>
              </a:defRPr>
            </a:lvl1pPr>
            <a:lvl2pPr marL="118872" indent="-118872">
              <a:buClr>
                <a:srgbClr val="B01C2E"/>
              </a:buClr>
              <a:buFont typeface="Wingdings 2" pitchFamily="18" charset="2"/>
              <a:buNone/>
              <a:defRPr sz="1000" b="1" baseline="0">
                <a:solidFill>
                  <a:srgbClr val="B01C2E"/>
                </a:solidFill>
              </a:defRPr>
            </a:lvl2pPr>
            <a:lvl3pPr marL="0" indent="-118872" algn="l" defTabSz="914400" rtl="0" eaLnBrk="1" latinLnBrk="0" hangingPunct="1">
              <a:lnSpc>
                <a:spcPct val="95000"/>
              </a:lnSpc>
              <a:spcBef>
                <a:spcPts val="0"/>
              </a:spcBef>
              <a:spcAft>
                <a:spcPts val="240"/>
              </a:spcAft>
              <a:buClr>
                <a:srgbClr val="B01C2E"/>
              </a:buClr>
              <a:buFont typeface="Wingdings 2" pitchFamily="18" charset="2"/>
              <a:buNone/>
              <a:defRPr lang="en-US" sz="1000" b="1" kern="1200" baseline="0" dirty="0" smtClean="0">
                <a:solidFill>
                  <a:srgbClr val="B01C2E"/>
                </a:solidFill>
                <a:latin typeface="+mn-lt"/>
                <a:ea typeface="+mn-ea"/>
                <a:cs typeface="+mn-cs"/>
              </a:defRPr>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42" name="Text Placeholder 12"/>
          <p:cNvSpPr>
            <a:spLocks noGrp="1"/>
          </p:cNvSpPr>
          <p:nvPr>
            <p:ph type="body" sz="quarter" idx="39"/>
          </p:nvPr>
        </p:nvSpPr>
        <p:spPr>
          <a:xfrm>
            <a:off x="2756408" y="2144554"/>
            <a:ext cx="4267200" cy="246888"/>
          </a:xfrm>
          <a:prstGeom prst="rect">
            <a:avLst/>
          </a:prstGeom>
          <a:ln w="6350">
            <a:noFill/>
          </a:ln>
        </p:spPr>
        <p:txBody>
          <a:bodyPr lIns="27432" tIns="45720" rIns="45720" bIns="45720" anchor="t" anchorCtr="0"/>
          <a:lstStyle>
            <a:lvl1pPr marL="171450" indent="-171450">
              <a:buClr>
                <a:srgbClr val="B01C2E"/>
              </a:buClr>
              <a:buFont typeface="Wingdings 2" pitchFamily="18" charset="2"/>
              <a:buNone/>
              <a:defRPr sz="1000" b="1" baseline="0">
                <a:solidFill>
                  <a:srgbClr val="B01C2E"/>
                </a:solidFill>
              </a:defRPr>
            </a:lvl1pPr>
            <a:lvl2pPr marL="118872" indent="-118872">
              <a:buClr>
                <a:srgbClr val="B01C2E"/>
              </a:buClr>
              <a:buFont typeface="Wingdings 2" pitchFamily="18" charset="2"/>
              <a:buNone/>
              <a:defRPr sz="1000" b="1" baseline="0">
                <a:solidFill>
                  <a:srgbClr val="B01C2E"/>
                </a:solidFill>
              </a:defRPr>
            </a:lvl2pPr>
            <a:lvl3pPr marL="0" indent="-118872" algn="l" defTabSz="914400" rtl="0" eaLnBrk="1" latinLnBrk="0" hangingPunct="1">
              <a:lnSpc>
                <a:spcPct val="95000"/>
              </a:lnSpc>
              <a:spcBef>
                <a:spcPts val="0"/>
              </a:spcBef>
              <a:spcAft>
                <a:spcPts val="240"/>
              </a:spcAft>
              <a:buClr>
                <a:srgbClr val="B01C2E"/>
              </a:buClr>
              <a:buFont typeface="Wingdings 2" pitchFamily="18" charset="2"/>
              <a:buNone/>
              <a:defRPr lang="en-US" sz="1000" b="1" kern="1200" baseline="0" dirty="0" smtClean="0">
                <a:solidFill>
                  <a:srgbClr val="B01C2E"/>
                </a:solidFill>
                <a:latin typeface="+mn-lt"/>
                <a:ea typeface="+mn-ea"/>
                <a:cs typeface="+mn-cs"/>
              </a:defRPr>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44" name="Text Placeholder 16"/>
          <p:cNvSpPr>
            <a:spLocks noGrp="1"/>
          </p:cNvSpPr>
          <p:nvPr>
            <p:ph type="body" sz="quarter" idx="41"/>
          </p:nvPr>
        </p:nvSpPr>
        <p:spPr>
          <a:xfrm>
            <a:off x="2756408" y="2308860"/>
            <a:ext cx="4267200" cy="347472"/>
          </a:xfrm>
          <a:prstGeom prst="rect">
            <a:avLst/>
          </a:prstGeom>
          <a:ln>
            <a:noFill/>
          </a:ln>
        </p:spPr>
        <p:txBody>
          <a:bodyPr lIns="27432" anchor="t"/>
          <a:lstStyle>
            <a:lvl1pPr marL="0" indent="0" algn="l">
              <a:lnSpc>
                <a:spcPct val="95000"/>
              </a:lnSpc>
              <a:spcBef>
                <a:spcPts val="0"/>
              </a:spcBef>
              <a:spcAft>
                <a:spcPts val="240"/>
              </a:spcAft>
              <a:buNone/>
              <a:defRPr sz="1000" b="0"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46" name="Text Placeholder 16"/>
          <p:cNvSpPr>
            <a:spLocks noGrp="1"/>
          </p:cNvSpPr>
          <p:nvPr>
            <p:ph type="body" sz="quarter" idx="42"/>
          </p:nvPr>
        </p:nvSpPr>
        <p:spPr>
          <a:xfrm>
            <a:off x="7340600" y="2308860"/>
            <a:ext cx="4267200" cy="347472"/>
          </a:xfrm>
          <a:prstGeom prst="rect">
            <a:avLst/>
          </a:prstGeom>
          <a:ln>
            <a:noFill/>
          </a:ln>
        </p:spPr>
        <p:txBody>
          <a:bodyPr lIns="27432" anchor="t"/>
          <a:lstStyle>
            <a:lvl1pPr marL="0" indent="0" algn="l">
              <a:lnSpc>
                <a:spcPct val="95000"/>
              </a:lnSpc>
              <a:spcBef>
                <a:spcPts val="0"/>
              </a:spcBef>
              <a:spcAft>
                <a:spcPts val="240"/>
              </a:spcAft>
              <a:buNone/>
              <a:defRPr sz="1000" b="0"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47" name="Text Placeholder 19"/>
          <p:cNvSpPr>
            <a:spLocks noGrp="1"/>
          </p:cNvSpPr>
          <p:nvPr>
            <p:ph type="body" sz="quarter" idx="29"/>
          </p:nvPr>
        </p:nvSpPr>
        <p:spPr>
          <a:xfrm>
            <a:off x="2756408" y="1295400"/>
            <a:ext cx="4267200" cy="822960"/>
          </a:xfrm>
          <a:prstGeom prst="rect">
            <a:avLst/>
          </a:prstGeom>
          <a:solidFill>
            <a:srgbClr val="FFFFFF"/>
          </a:solidFill>
          <a:ln>
            <a:noFill/>
          </a:ln>
        </p:spPr>
        <p:txBody>
          <a:bodyPr wrap="square" lIns="27432" tIns="45720" rIns="45720" bIns="45720" anchor="t">
            <a:noAutofit/>
          </a:bodyPr>
          <a:lstStyle>
            <a:lvl1pPr marL="118872" indent="-118872">
              <a:lnSpc>
                <a:spcPct val="95000"/>
              </a:lnSpc>
              <a:spcBef>
                <a:spcPts val="0"/>
              </a:spcBef>
              <a:spcAft>
                <a:spcPts val="200"/>
              </a:spcAft>
              <a:buClr>
                <a:schemeClr val="accent1"/>
              </a:buClr>
              <a:buFont typeface="Wingdings 2" pitchFamily="18" charset="2"/>
              <a:buChar char=""/>
              <a:defRPr sz="1000" baseline="0">
                <a:solidFill>
                  <a:schemeClr val="tx1"/>
                </a:solidFill>
              </a:defRPr>
            </a:lvl1pPr>
            <a:lvl2pPr marL="118872" indent="-118872">
              <a:lnSpc>
                <a:spcPct val="95000"/>
              </a:lnSpc>
              <a:spcBef>
                <a:spcPts val="0"/>
              </a:spcBef>
              <a:spcAft>
                <a:spcPts val="200"/>
              </a:spcAft>
              <a:buClr>
                <a:srgbClr val="B01C2E"/>
              </a:buClr>
              <a:buFont typeface="NSimSun" pitchFamily="49" charset="-122"/>
              <a:buChar char=" "/>
              <a:defRPr sz="1000" baseline="0"/>
            </a:lvl2pPr>
            <a:lvl3pPr marL="118872" indent="-118872">
              <a:lnSpc>
                <a:spcPct val="95000"/>
              </a:lnSpc>
              <a:spcBef>
                <a:spcPts val="0"/>
              </a:spcBef>
              <a:spcAft>
                <a:spcPts val="200"/>
              </a:spcAft>
              <a:buClr>
                <a:srgbClr val="B01C2E"/>
              </a:buClr>
              <a:buFont typeface="Wingdings 2" pitchFamily="18" charset="2"/>
              <a:buChar char="¡"/>
              <a:defRPr sz="1000"/>
            </a:lvl3pPr>
          </a:lstStyle>
          <a:p>
            <a:pPr lvl="0"/>
            <a:r>
              <a:rPr lang="en-US"/>
              <a:t>Click to edit Master text styles</a:t>
            </a:r>
          </a:p>
        </p:txBody>
      </p:sp>
      <p:sp>
        <p:nvSpPr>
          <p:cNvPr id="48" name="Text Placeholder 19"/>
          <p:cNvSpPr>
            <a:spLocks noGrp="1"/>
          </p:cNvSpPr>
          <p:nvPr>
            <p:ph type="body" sz="quarter" idx="43"/>
          </p:nvPr>
        </p:nvSpPr>
        <p:spPr>
          <a:xfrm>
            <a:off x="7340600" y="1295400"/>
            <a:ext cx="4267200" cy="822960"/>
          </a:xfrm>
          <a:prstGeom prst="rect">
            <a:avLst/>
          </a:prstGeom>
          <a:solidFill>
            <a:srgbClr val="FFFFFF"/>
          </a:solidFill>
          <a:ln>
            <a:noFill/>
          </a:ln>
        </p:spPr>
        <p:txBody>
          <a:bodyPr wrap="square" lIns="27432" tIns="45720" rIns="45720" bIns="45720" anchor="t">
            <a:noAutofit/>
          </a:bodyPr>
          <a:lstStyle>
            <a:lvl1pPr marL="118872" indent="-118872">
              <a:lnSpc>
                <a:spcPct val="95000"/>
              </a:lnSpc>
              <a:spcBef>
                <a:spcPts val="0"/>
              </a:spcBef>
              <a:spcAft>
                <a:spcPts val="200"/>
              </a:spcAft>
              <a:buClr>
                <a:schemeClr val="accent1"/>
              </a:buClr>
              <a:buFont typeface="Wingdings 2" pitchFamily="18" charset="2"/>
              <a:buChar char=""/>
              <a:defRPr sz="1000" baseline="0">
                <a:solidFill>
                  <a:schemeClr val="tx1"/>
                </a:solidFill>
              </a:defRPr>
            </a:lvl1pPr>
            <a:lvl2pPr marL="118872" indent="-118872">
              <a:lnSpc>
                <a:spcPct val="95000"/>
              </a:lnSpc>
              <a:spcBef>
                <a:spcPts val="0"/>
              </a:spcBef>
              <a:spcAft>
                <a:spcPts val="200"/>
              </a:spcAft>
              <a:buClr>
                <a:srgbClr val="B01C2E"/>
              </a:buClr>
              <a:buFont typeface="Arial" pitchFamily="34" charset="0"/>
              <a:buChar char=" "/>
              <a:defRPr sz="1000" baseline="0"/>
            </a:lvl2pPr>
            <a:lvl3pPr marL="118872" indent="-118872">
              <a:lnSpc>
                <a:spcPct val="95000"/>
              </a:lnSpc>
              <a:spcBef>
                <a:spcPts val="0"/>
              </a:spcBef>
              <a:spcAft>
                <a:spcPts val="200"/>
              </a:spcAft>
              <a:buClr>
                <a:srgbClr val="B01C2E"/>
              </a:buClr>
              <a:buFont typeface="Wingdings 2" pitchFamily="18" charset="2"/>
              <a:buChar char="¡"/>
              <a:defRPr sz="1000"/>
            </a:lvl3pPr>
          </a:lstStyle>
          <a:p>
            <a:pPr lvl="0"/>
            <a:r>
              <a:rPr lang="en-US"/>
              <a:t>Click to edit Master text styles</a:t>
            </a:r>
          </a:p>
        </p:txBody>
      </p:sp>
      <p:sp>
        <p:nvSpPr>
          <p:cNvPr id="15" name="Slide Number Placeholder 9"/>
          <p:cNvSpPr>
            <a:spLocks noGrp="1"/>
          </p:cNvSpPr>
          <p:nvPr>
            <p:ph type="sldNum" sz="quarter" idx="44"/>
          </p:nvPr>
        </p:nvSpPr>
        <p:spPr/>
        <p:txBody>
          <a:bodyPr/>
          <a:lstStyle>
            <a:lvl1pPr>
              <a:defRPr/>
            </a:lvl1pPr>
          </a:lstStyle>
          <a:p>
            <a:fld id="{3D17329F-BDC0-3444-A6CB-5CFB4AFF00F8}" type="slidenum">
              <a:rPr lang="en-US" altLang="en-US"/>
              <a:pPr/>
              <a:t>‹#›</a:t>
            </a:fld>
            <a:endParaRPr lang="en-US" altLang="en-US"/>
          </a:p>
        </p:txBody>
      </p:sp>
      <p:sp>
        <p:nvSpPr>
          <p:cNvPr id="16" name="Footer Placeholder 15"/>
          <p:cNvSpPr>
            <a:spLocks noGrp="1"/>
          </p:cNvSpPr>
          <p:nvPr>
            <p:ph type="ftr" sz="quarter" idx="45"/>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2113669410"/>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The Team with Pictures">
    <p:spTree>
      <p:nvGrpSpPr>
        <p:cNvPr id="1" name=""/>
        <p:cNvGrpSpPr/>
        <p:nvPr/>
      </p:nvGrpSpPr>
      <p:grpSpPr>
        <a:xfrm>
          <a:off x="0" y="0"/>
          <a:ext cx="0" cy="0"/>
          <a:chOff x="0" y="0"/>
          <a:chExt cx="0" cy="0"/>
        </a:xfrm>
      </p:grpSpPr>
      <p:sp>
        <p:nvSpPr>
          <p:cNvPr id="5" name="Text Placeholder 7"/>
          <p:cNvSpPr>
            <a:spLocks noGrp="1"/>
          </p:cNvSpPr>
          <p:nvPr>
            <p:ph type="body" sz="quarter" idx="12"/>
          </p:nvPr>
        </p:nvSpPr>
        <p:spPr>
          <a:xfrm>
            <a:off x="769315" y="2982769"/>
            <a:ext cx="1904615" cy="934604"/>
          </a:xfrm>
          <a:prstGeom prst="rect">
            <a:avLst/>
          </a:prstGeom>
        </p:spPr>
        <p:txBody>
          <a:bodyPr/>
          <a:lstStyle>
            <a:lvl1pPr marL="0" indent="0">
              <a:lnSpc>
                <a:spcPts val="1000"/>
              </a:lnSpc>
              <a:buNone/>
              <a:defRPr sz="1000" b="1" baseline="0"/>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6" name="Picture Placeholder 9"/>
          <p:cNvSpPr>
            <a:spLocks noGrp="1"/>
          </p:cNvSpPr>
          <p:nvPr>
            <p:ph type="pic" sz="quarter" idx="13"/>
          </p:nvPr>
        </p:nvSpPr>
        <p:spPr>
          <a:xfrm>
            <a:off x="769313" y="1589234"/>
            <a:ext cx="1426633" cy="1330325"/>
          </a:xfrm>
          <a:prstGeom prst="rect">
            <a:avLst/>
          </a:prstGeom>
        </p:spPr>
        <p:txBody>
          <a:bodyPr/>
          <a:lstStyle>
            <a:lvl1pPr>
              <a:buFont typeface="Wingdings 2" pitchFamily="18" charset="2"/>
              <a:buChar cha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7" name="Text Placeholder 11"/>
          <p:cNvSpPr>
            <a:spLocks noGrp="1"/>
          </p:cNvSpPr>
          <p:nvPr>
            <p:ph type="body" sz="quarter" idx="14"/>
          </p:nvPr>
        </p:nvSpPr>
        <p:spPr>
          <a:xfrm>
            <a:off x="623842" y="1246188"/>
            <a:ext cx="10917767" cy="228600"/>
          </a:xfrm>
          <a:prstGeom prst="rect">
            <a:avLst/>
          </a:prstGeom>
        </p:spPr>
        <p:txBody>
          <a:bodyPr/>
          <a:lstStyle>
            <a:lvl1pPr>
              <a:buFontTx/>
              <a:buNone/>
              <a:defRPr sz="1200" b="1" cap="all" baseline="0">
                <a:solidFill>
                  <a:srgbClr val="C00000"/>
                </a:solidFill>
              </a:defRPr>
            </a:lvl1pPr>
          </a:lstStyle>
          <a:p>
            <a:pPr lvl="0"/>
            <a:r>
              <a:rPr lang="en-US"/>
              <a:t>Click to edit Master text styles</a:t>
            </a:r>
          </a:p>
        </p:txBody>
      </p:sp>
      <p:sp>
        <p:nvSpPr>
          <p:cNvPr id="8" name="Text Placeholder 7"/>
          <p:cNvSpPr>
            <a:spLocks noGrp="1"/>
          </p:cNvSpPr>
          <p:nvPr>
            <p:ph type="body" sz="quarter" idx="15"/>
          </p:nvPr>
        </p:nvSpPr>
        <p:spPr>
          <a:xfrm>
            <a:off x="2930625" y="2982769"/>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spcBef>
                <a:spcPts val="0"/>
              </a:spcBef>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9" name="Picture Placeholder 9"/>
          <p:cNvSpPr>
            <a:spLocks noGrp="1"/>
          </p:cNvSpPr>
          <p:nvPr>
            <p:ph type="pic" sz="quarter" idx="16"/>
          </p:nvPr>
        </p:nvSpPr>
        <p:spPr>
          <a:xfrm>
            <a:off x="2930622" y="1589234"/>
            <a:ext cx="1426633" cy="1330325"/>
          </a:xfrm>
          <a:prstGeom prst="rect">
            <a:avLst/>
          </a:prstGeom>
        </p:spPr>
        <p:txBody>
          <a:bodyPr/>
          <a:lstStyle>
            <a:lvl1pPr>
              <a:buFont typeface="Wingdings 2" pitchFamily="18" charset="2"/>
              <a:buChar char=""/>
              <a:defRPr lang="en-US" sz="1600" kern="1200" noProof="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0" name="Text Placeholder 7"/>
          <p:cNvSpPr>
            <a:spLocks noGrp="1"/>
          </p:cNvSpPr>
          <p:nvPr>
            <p:ph type="body" sz="quarter" idx="17"/>
          </p:nvPr>
        </p:nvSpPr>
        <p:spPr>
          <a:xfrm>
            <a:off x="5133498" y="2982769"/>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Picture Placeholder 9"/>
          <p:cNvSpPr>
            <a:spLocks noGrp="1"/>
          </p:cNvSpPr>
          <p:nvPr>
            <p:ph type="pic" sz="quarter" idx="18"/>
          </p:nvPr>
        </p:nvSpPr>
        <p:spPr>
          <a:xfrm>
            <a:off x="5133498" y="1589234"/>
            <a:ext cx="1426633" cy="1330325"/>
          </a:xfrm>
          <a:prstGeom prst="rect">
            <a:avLst/>
          </a:prstGeom>
        </p:spPr>
        <p:txBody>
          <a:bodyPr/>
          <a:lstStyle>
            <a:lvl1pPr>
              <a:buFont typeface="Wingdings 2" pitchFamily="18" charset="2"/>
              <a:buChar cha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2" name="Text Placeholder 7"/>
          <p:cNvSpPr>
            <a:spLocks noGrp="1"/>
          </p:cNvSpPr>
          <p:nvPr>
            <p:ph type="body" sz="quarter" idx="19"/>
          </p:nvPr>
        </p:nvSpPr>
        <p:spPr>
          <a:xfrm>
            <a:off x="7322517" y="2982769"/>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3" name="Picture Placeholder 9"/>
          <p:cNvSpPr>
            <a:spLocks noGrp="1"/>
          </p:cNvSpPr>
          <p:nvPr>
            <p:ph type="pic" sz="quarter" idx="21"/>
          </p:nvPr>
        </p:nvSpPr>
        <p:spPr>
          <a:xfrm>
            <a:off x="7322514" y="1589234"/>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4" name="Text Placeholder 7"/>
          <p:cNvSpPr>
            <a:spLocks noGrp="1"/>
          </p:cNvSpPr>
          <p:nvPr>
            <p:ph type="body" sz="quarter" idx="22"/>
          </p:nvPr>
        </p:nvSpPr>
        <p:spPr>
          <a:xfrm>
            <a:off x="9525389" y="2982769"/>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5" name="Picture Placeholder 9"/>
          <p:cNvSpPr>
            <a:spLocks noGrp="1"/>
          </p:cNvSpPr>
          <p:nvPr>
            <p:ph type="pic" sz="quarter" idx="23"/>
          </p:nvPr>
        </p:nvSpPr>
        <p:spPr>
          <a:xfrm>
            <a:off x="9525389" y="1589234"/>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6" name="Text Placeholder 7"/>
          <p:cNvSpPr>
            <a:spLocks noGrp="1"/>
          </p:cNvSpPr>
          <p:nvPr>
            <p:ph type="body" sz="quarter" idx="24"/>
          </p:nvPr>
        </p:nvSpPr>
        <p:spPr>
          <a:xfrm>
            <a:off x="769315"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7" name="Picture Placeholder 9"/>
          <p:cNvSpPr>
            <a:spLocks noGrp="1"/>
          </p:cNvSpPr>
          <p:nvPr>
            <p:ph type="pic" sz="quarter" idx="25"/>
          </p:nvPr>
        </p:nvSpPr>
        <p:spPr>
          <a:xfrm>
            <a:off x="769313" y="3927187"/>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8" name="Text Placeholder 7"/>
          <p:cNvSpPr>
            <a:spLocks noGrp="1"/>
          </p:cNvSpPr>
          <p:nvPr>
            <p:ph type="body" sz="quarter" idx="26"/>
          </p:nvPr>
        </p:nvSpPr>
        <p:spPr>
          <a:xfrm>
            <a:off x="2930625"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spcBef>
                <a:spcPts val="0"/>
              </a:spcBef>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9" name="Picture Placeholder 9"/>
          <p:cNvSpPr>
            <a:spLocks noGrp="1"/>
          </p:cNvSpPr>
          <p:nvPr>
            <p:ph type="pic" sz="quarter" idx="27"/>
          </p:nvPr>
        </p:nvSpPr>
        <p:spPr>
          <a:xfrm>
            <a:off x="2930622" y="3927187"/>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0" name="Text Placeholder 7"/>
          <p:cNvSpPr>
            <a:spLocks noGrp="1"/>
          </p:cNvSpPr>
          <p:nvPr>
            <p:ph type="body" sz="quarter" idx="28"/>
          </p:nvPr>
        </p:nvSpPr>
        <p:spPr>
          <a:xfrm>
            <a:off x="5133498"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1" name="Picture Placeholder 9"/>
          <p:cNvSpPr>
            <a:spLocks noGrp="1"/>
          </p:cNvSpPr>
          <p:nvPr>
            <p:ph type="pic" sz="quarter" idx="29"/>
          </p:nvPr>
        </p:nvSpPr>
        <p:spPr>
          <a:xfrm>
            <a:off x="5133498" y="3927187"/>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2" name="Text Placeholder 7"/>
          <p:cNvSpPr>
            <a:spLocks noGrp="1"/>
          </p:cNvSpPr>
          <p:nvPr>
            <p:ph type="body" sz="quarter" idx="30"/>
          </p:nvPr>
        </p:nvSpPr>
        <p:spPr>
          <a:xfrm>
            <a:off x="7322517"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3" name="Picture Placeholder 9"/>
          <p:cNvSpPr>
            <a:spLocks noGrp="1"/>
          </p:cNvSpPr>
          <p:nvPr>
            <p:ph type="pic" sz="quarter" idx="31"/>
          </p:nvPr>
        </p:nvSpPr>
        <p:spPr>
          <a:xfrm>
            <a:off x="7322514" y="3927187"/>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4" name="Text Placeholder 7"/>
          <p:cNvSpPr>
            <a:spLocks noGrp="1"/>
          </p:cNvSpPr>
          <p:nvPr>
            <p:ph type="body" sz="quarter" idx="32"/>
          </p:nvPr>
        </p:nvSpPr>
        <p:spPr>
          <a:xfrm>
            <a:off x="9525389"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5" name="Picture Placeholder 9"/>
          <p:cNvSpPr>
            <a:spLocks noGrp="1"/>
          </p:cNvSpPr>
          <p:nvPr>
            <p:ph type="pic" sz="quarter" idx="33"/>
          </p:nvPr>
        </p:nvSpPr>
        <p:spPr>
          <a:xfrm>
            <a:off x="9525389" y="3962401"/>
            <a:ext cx="1426633" cy="1330325"/>
          </a:xfrm>
          <a:prstGeom prst="rect">
            <a:avLst/>
          </a:prstGeom>
        </p:spPr>
        <p:txBody>
          <a:bodyPr/>
          <a:lstStyle>
            <a:lvl1pPr>
              <a:defRPr lang="en-US" sz="1600" kern="1200" noProof="0" dirty="0">
                <a:solidFill>
                  <a:schemeClr val="tx1"/>
                </a:solidFill>
                <a:latin typeface="+mn-lt"/>
                <a:ea typeface="+mn-ea"/>
                <a:cs typeface="+mn-cs"/>
              </a:defRPr>
            </a:lvl1pPr>
            <a:lvl2pPr>
              <a:defRPr lang="en-US" sz="1600" kern="1200" noProof="0" dirty="0">
                <a:solidFill>
                  <a:schemeClr val="tx1"/>
                </a:solidFill>
                <a:latin typeface="+mn-lt"/>
                <a:ea typeface="+mn-ea"/>
                <a:cs typeface="+mn-cs"/>
              </a:defRPr>
            </a:lvl2pPr>
          </a:lstStyle>
          <a:p>
            <a:pPr lvl="0"/>
            <a:r>
              <a:rPr lang="en-US" noProof="0"/>
              <a:t>Drag picture to placeholder or click icon to add</a:t>
            </a:r>
            <a:endParaRPr lang="en-US" noProof="0" dirty="0"/>
          </a:p>
        </p:txBody>
      </p:sp>
      <p:sp>
        <p:nvSpPr>
          <p:cNvPr id="26"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7" name="Slide Number Placeholder 9"/>
          <p:cNvSpPr>
            <a:spLocks noGrp="1"/>
          </p:cNvSpPr>
          <p:nvPr>
            <p:ph type="sldNum" sz="quarter" idx="34"/>
          </p:nvPr>
        </p:nvSpPr>
        <p:spPr/>
        <p:txBody>
          <a:bodyPr/>
          <a:lstStyle>
            <a:lvl1pPr>
              <a:defRPr/>
            </a:lvl1pPr>
          </a:lstStyle>
          <a:p>
            <a:fld id="{516D5A61-1BB2-3C40-A809-0A00CE29D5F0}" type="slidenum">
              <a:rPr lang="en-US" altLang="en-US"/>
              <a:pPr/>
              <a:t>‹#›</a:t>
            </a:fld>
            <a:endParaRPr lang="en-US" altLang="en-US"/>
          </a:p>
        </p:txBody>
      </p:sp>
      <p:sp>
        <p:nvSpPr>
          <p:cNvPr id="28" name="Footer Placeholder 12"/>
          <p:cNvSpPr>
            <a:spLocks noGrp="1"/>
          </p:cNvSpPr>
          <p:nvPr>
            <p:ph type="ftr" sz="quarter" idx="35"/>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122988937"/>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he Team - Full Page">
    <p:spTree>
      <p:nvGrpSpPr>
        <p:cNvPr id="1" name=""/>
        <p:cNvGrpSpPr/>
        <p:nvPr/>
      </p:nvGrpSpPr>
      <p:grpSpPr>
        <a:xfrm>
          <a:off x="0" y="0"/>
          <a:ext cx="0" cy="0"/>
          <a:chOff x="0" y="0"/>
          <a:chExt cx="0" cy="0"/>
        </a:xfrm>
      </p:grpSpPr>
      <p:sp>
        <p:nvSpPr>
          <p:cNvPr id="10" name="Text Box 12"/>
          <p:cNvSpPr txBox="1">
            <a:spLocks noChangeArrowheads="1"/>
          </p:cNvSpPr>
          <p:nvPr/>
        </p:nvSpPr>
        <p:spPr bwMode="auto">
          <a:xfrm>
            <a:off x="588433" y="1439863"/>
            <a:ext cx="11133667" cy="381000"/>
          </a:xfrm>
          <a:prstGeom prst="rect">
            <a:avLst/>
          </a:prstGeom>
          <a:noFill/>
          <a:ln w="9525">
            <a:noFill/>
            <a:miter lim="800000"/>
            <a:headEnd/>
            <a:tailEnd/>
          </a:ln>
          <a:effectLst/>
        </p:spPr>
        <p:txBody>
          <a:bodyPr wrap="none" lIns="0" tIns="0" rIns="0" bIns="0" anchor="b"/>
          <a:lstStyle/>
          <a:p>
            <a:pPr fontAlgn="auto">
              <a:spcBef>
                <a:spcPts val="0"/>
              </a:spcBef>
              <a:spcAft>
                <a:spcPts val="0"/>
              </a:spcAft>
              <a:defRPr/>
            </a:pPr>
            <a:r>
              <a:rPr lang="en-US" sz="1050" b="1" dirty="0">
                <a:solidFill>
                  <a:srgbClr val="C00000"/>
                </a:solidFill>
                <a:latin typeface="Arial" charset="0"/>
                <a:ea typeface="+mn-ea"/>
                <a:cs typeface="+mn-cs"/>
              </a:rPr>
              <a:t>PARTNERS</a:t>
            </a:r>
          </a:p>
        </p:txBody>
      </p:sp>
      <p:sp>
        <p:nvSpPr>
          <p:cNvPr id="11" name="Line 22"/>
          <p:cNvSpPr>
            <a:spLocks noChangeShapeType="1"/>
          </p:cNvSpPr>
          <p:nvPr/>
        </p:nvSpPr>
        <p:spPr bwMode="auto">
          <a:xfrm>
            <a:off x="584201" y="1897063"/>
            <a:ext cx="111379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2" name="Text Box 23"/>
          <p:cNvSpPr txBox="1">
            <a:spLocks noChangeArrowheads="1"/>
          </p:cNvSpPr>
          <p:nvPr/>
        </p:nvSpPr>
        <p:spPr bwMode="auto">
          <a:xfrm>
            <a:off x="588433" y="3268663"/>
            <a:ext cx="11133667" cy="381000"/>
          </a:xfrm>
          <a:prstGeom prst="rect">
            <a:avLst/>
          </a:prstGeom>
          <a:noFill/>
          <a:ln w="9525">
            <a:noFill/>
            <a:miter lim="800000"/>
            <a:headEnd/>
            <a:tailEnd/>
          </a:ln>
          <a:effectLst/>
        </p:spPr>
        <p:txBody>
          <a:bodyPr wrap="none" lIns="0" tIns="0" rIns="0" bIns="0" anchor="b"/>
          <a:lstStyle/>
          <a:p>
            <a:pPr fontAlgn="auto">
              <a:spcBef>
                <a:spcPts val="0"/>
              </a:spcBef>
              <a:spcAft>
                <a:spcPts val="0"/>
              </a:spcAft>
              <a:defRPr/>
            </a:pPr>
            <a:r>
              <a:rPr lang="en-US" sz="1050" b="1" dirty="0">
                <a:solidFill>
                  <a:srgbClr val="C00000"/>
                </a:solidFill>
                <a:latin typeface="Arial" charset="0"/>
                <a:ea typeface="+mn-ea"/>
                <a:cs typeface="+mn-cs"/>
              </a:rPr>
              <a:t>ASSOCIATES</a:t>
            </a:r>
          </a:p>
        </p:txBody>
      </p:sp>
      <p:sp>
        <p:nvSpPr>
          <p:cNvPr id="13" name="Line 24"/>
          <p:cNvSpPr>
            <a:spLocks noChangeShapeType="1"/>
          </p:cNvSpPr>
          <p:nvPr/>
        </p:nvSpPr>
        <p:spPr bwMode="auto">
          <a:xfrm>
            <a:off x="584201" y="3725863"/>
            <a:ext cx="111379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8" name="Text Placeholder 27"/>
          <p:cNvSpPr>
            <a:spLocks noGrp="1"/>
          </p:cNvSpPr>
          <p:nvPr>
            <p:ph type="body" sz="quarter" idx="10"/>
          </p:nvPr>
        </p:nvSpPr>
        <p:spPr>
          <a:xfrm>
            <a:off x="3478108" y="2019300"/>
            <a:ext cx="2438400" cy="731520"/>
          </a:xfrm>
          <a:prstGeom prst="rect">
            <a:avLst/>
          </a:prstGeom>
          <a:ln>
            <a:solidFill>
              <a:srgbClr val="666666"/>
            </a:solidFill>
          </a:ln>
        </p:spPr>
        <p:txBody>
          <a:bodyPr anchor="ctr"/>
          <a:lstStyle>
            <a:lvl1pPr marL="0" indent="0" algn="ctr">
              <a:buNone/>
              <a:defRPr sz="1200" b="1"/>
            </a:lvl1pPr>
          </a:lstStyle>
          <a:p>
            <a:pPr lvl="0"/>
            <a:r>
              <a:rPr lang="en-US"/>
              <a:t>Click to edit Master text styles</a:t>
            </a:r>
          </a:p>
        </p:txBody>
      </p:sp>
      <p:sp>
        <p:nvSpPr>
          <p:cNvPr id="32" name="Text Placeholder 31"/>
          <p:cNvSpPr>
            <a:spLocks noGrp="1"/>
          </p:cNvSpPr>
          <p:nvPr>
            <p:ph type="body" sz="quarter" idx="11"/>
          </p:nvPr>
        </p:nvSpPr>
        <p:spPr>
          <a:xfrm>
            <a:off x="6372015" y="2019300"/>
            <a:ext cx="2438400" cy="731520"/>
          </a:xfrm>
          <a:prstGeom prst="rect">
            <a:avLst/>
          </a:prstGeom>
          <a:ln>
            <a:solidFill>
              <a:srgbClr val="666666"/>
            </a:solidFill>
          </a:ln>
        </p:spPr>
        <p:txBody>
          <a:bodyPr anchor="ctr"/>
          <a:lstStyle>
            <a:lvl1pPr marL="0" indent="0" algn="ctr">
              <a:buNone/>
              <a:defRPr sz="1200" b="1"/>
            </a:lvl1pPr>
          </a:lstStyle>
          <a:p>
            <a:pPr lvl="0"/>
            <a:r>
              <a:rPr lang="en-US"/>
              <a:t>Click to edit Master text styles</a:t>
            </a:r>
          </a:p>
        </p:txBody>
      </p:sp>
      <p:sp>
        <p:nvSpPr>
          <p:cNvPr id="34" name="Text Placeholder 33"/>
          <p:cNvSpPr>
            <a:spLocks noGrp="1"/>
          </p:cNvSpPr>
          <p:nvPr>
            <p:ph type="body" sz="quarter" idx="12"/>
          </p:nvPr>
        </p:nvSpPr>
        <p:spPr>
          <a:xfrm>
            <a:off x="9265920" y="2019300"/>
            <a:ext cx="2438400" cy="731520"/>
          </a:xfrm>
          <a:prstGeom prst="rect">
            <a:avLst/>
          </a:prstGeom>
          <a:ln>
            <a:solidFill>
              <a:srgbClr val="666666"/>
            </a:solidFill>
          </a:ln>
        </p:spPr>
        <p:txBody>
          <a:bodyPr anchor="ctr"/>
          <a:lstStyle>
            <a:lvl1pPr marL="0" indent="0" algn="ctr">
              <a:buNone/>
              <a:defRPr sz="1200" b="1"/>
            </a:lvl1pPr>
          </a:lstStyle>
          <a:p>
            <a:pPr lvl="0"/>
            <a:r>
              <a:rPr lang="en-US"/>
              <a:t>Click to edit Master text styles</a:t>
            </a:r>
          </a:p>
        </p:txBody>
      </p:sp>
      <p:sp>
        <p:nvSpPr>
          <p:cNvPr id="17" name="Text Placeholder 16"/>
          <p:cNvSpPr>
            <a:spLocks noGrp="1"/>
          </p:cNvSpPr>
          <p:nvPr>
            <p:ph type="body" sz="quarter" idx="17"/>
          </p:nvPr>
        </p:nvSpPr>
        <p:spPr>
          <a:xfrm>
            <a:off x="1975104" y="3886200"/>
            <a:ext cx="3962400" cy="731520"/>
          </a:xfrm>
          <a:prstGeom prst="rect">
            <a:avLst/>
          </a:prstGeom>
          <a:ln>
            <a:solidFill>
              <a:srgbClr val="666666"/>
            </a:solidFill>
          </a:ln>
        </p:spPr>
        <p:txBody>
          <a:bodyPr anchor="ctr"/>
          <a:lstStyle>
            <a:lvl1pPr marL="0" indent="0" algn="ctr">
              <a:buNone/>
              <a:defRPr sz="1200" b="1"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15" name="Text Placeholder 14"/>
          <p:cNvSpPr>
            <a:spLocks noGrp="1"/>
          </p:cNvSpPr>
          <p:nvPr>
            <p:ph type="body" sz="quarter" idx="18"/>
          </p:nvPr>
        </p:nvSpPr>
        <p:spPr>
          <a:xfrm>
            <a:off x="6299200" y="3886200"/>
            <a:ext cx="3962400" cy="731520"/>
          </a:xfrm>
          <a:prstGeom prst="rect">
            <a:avLst/>
          </a:prstGeom>
          <a:ln>
            <a:solidFill>
              <a:srgbClr val="666666"/>
            </a:solidFill>
          </a:ln>
        </p:spPr>
        <p:txBody>
          <a:bodyPr anchor="ctr"/>
          <a:lstStyle>
            <a:lvl1pPr marL="0" indent="0" algn="ctr">
              <a:buNone/>
              <a:defRPr sz="1200" b="1"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1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0" name="Text Placeholder 14"/>
          <p:cNvSpPr>
            <a:spLocks noGrp="1"/>
          </p:cNvSpPr>
          <p:nvPr>
            <p:ph type="body" sz="quarter" idx="19"/>
          </p:nvPr>
        </p:nvSpPr>
        <p:spPr>
          <a:xfrm>
            <a:off x="1975104" y="4800600"/>
            <a:ext cx="8290560" cy="548640"/>
          </a:xfrm>
          <a:prstGeom prst="rect">
            <a:avLst/>
          </a:prstGeom>
          <a:ln>
            <a:solidFill>
              <a:srgbClr val="666666"/>
            </a:solidFill>
          </a:ln>
        </p:spPr>
        <p:txBody>
          <a:bodyPr anchor="ctr"/>
          <a:lstStyle>
            <a:lvl1pPr marL="0" indent="0" algn="ctr">
              <a:buNone/>
              <a:defRPr sz="1200" b="1"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21" name="Text Placeholder 27"/>
          <p:cNvSpPr>
            <a:spLocks noGrp="1"/>
          </p:cNvSpPr>
          <p:nvPr>
            <p:ph type="body" sz="quarter" idx="20"/>
          </p:nvPr>
        </p:nvSpPr>
        <p:spPr>
          <a:xfrm>
            <a:off x="584201" y="2019300"/>
            <a:ext cx="2438400" cy="731520"/>
          </a:xfrm>
          <a:prstGeom prst="rect">
            <a:avLst/>
          </a:prstGeom>
          <a:ln>
            <a:solidFill>
              <a:srgbClr val="666666"/>
            </a:solidFill>
          </a:ln>
        </p:spPr>
        <p:txBody>
          <a:bodyPr anchor="ctr"/>
          <a:lstStyle>
            <a:lvl1pPr marL="0" indent="0" algn="ctr">
              <a:buNone/>
              <a:defRPr sz="1200" b="1"/>
            </a:lvl1pPr>
          </a:lstStyle>
          <a:p>
            <a:pPr lvl="0"/>
            <a:r>
              <a:rPr lang="en-US"/>
              <a:t>Click to edit Master text styles</a:t>
            </a:r>
          </a:p>
        </p:txBody>
      </p:sp>
      <p:sp>
        <p:nvSpPr>
          <p:cNvPr id="14" name="Slide Number Placeholder 9"/>
          <p:cNvSpPr>
            <a:spLocks noGrp="1"/>
          </p:cNvSpPr>
          <p:nvPr>
            <p:ph type="sldNum" sz="quarter" idx="21"/>
          </p:nvPr>
        </p:nvSpPr>
        <p:spPr/>
        <p:txBody>
          <a:bodyPr/>
          <a:lstStyle>
            <a:lvl1pPr>
              <a:defRPr/>
            </a:lvl1pPr>
          </a:lstStyle>
          <a:p>
            <a:fld id="{B0AC1651-679E-F444-9932-326657929C56}"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1587117589"/>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Tombstone - HIGHLIGHTS V1">
    <p:spTree>
      <p:nvGrpSpPr>
        <p:cNvPr id="1" name=""/>
        <p:cNvGrpSpPr/>
        <p:nvPr/>
      </p:nvGrpSpPr>
      <p:grpSpPr>
        <a:xfrm>
          <a:off x="0" y="0"/>
          <a:ext cx="0" cy="0"/>
          <a:chOff x="0" y="0"/>
          <a:chExt cx="0" cy="0"/>
        </a:xfrm>
      </p:grpSpPr>
      <p:sp>
        <p:nvSpPr>
          <p:cNvPr id="6" name="Text Placeholder 36"/>
          <p:cNvSpPr>
            <a:spLocks noGrp="1"/>
          </p:cNvSpPr>
          <p:nvPr>
            <p:ph type="body" sz="quarter" idx="102"/>
          </p:nvPr>
        </p:nvSpPr>
        <p:spPr>
          <a:xfrm>
            <a:off x="601133"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36"/>
          <p:cNvSpPr>
            <a:spLocks noGrp="1"/>
          </p:cNvSpPr>
          <p:nvPr>
            <p:ph type="body" sz="quarter" idx="103"/>
          </p:nvPr>
        </p:nvSpPr>
        <p:spPr>
          <a:xfrm>
            <a:off x="601133"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8" name="Text Placeholder 36"/>
          <p:cNvSpPr>
            <a:spLocks noGrp="1"/>
          </p:cNvSpPr>
          <p:nvPr>
            <p:ph type="body" sz="quarter" idx="104"/>
          </p:nvPr>
        </p:nvSpPr>
        <p:spPr>
          <a:xfrm>
            <a:off x="2815275"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36"/>
          <p:cNvSpPr>
            <a:spLocks noGrp="1"/>
          </p:cNvSpPr>
          <p:nvPr>
            <p:ph type="body" sz="quarter" idx="105"/>
          </p:nvPr>
        </p:nvSpPr>
        <p:spPr>
          <a:xfrm>
            <a:off x="2815275"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0" name="Text Placeholder 36"/>
          <p:cNvSpPr>
            <a:spLocks noGrp="1"/>
          </p:cNvSpPr>
          <p:nvPr>
            <p:ph type="body" sz="quarter" idx="106"/>
          </p:nvPr>
        </p:nvSpPr>
        <p:spPr>
          <a:xfrm>
            <a:off x="5029416"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36"/>
          <p:cNvSpPr>
            <a:spLocks noGrp="1"/>
          </p:cNvSpPr>
          <p:nvPr>
            <p:ph type="body" sz="quarter" idx="107"/>
          </p:nvPr>
        </p:nvSpPr>
        <p:spPr>
          <a:xfrm>
            <a:off x="5029416"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2" name="Text Placeholder 36"/>
          <p:cNvSpPr>
            <a:spLocks noGrp="1"/>
          </p:cNvSpPr>
          <p:nvPr>
            <p:ph type="body" sz="quarter" idx="108"/>
          </p:nvPr>
        </p:nvSpPr>
        <p:spPr>
          <a:xfrm>
            <a:off x="7243557"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36"/>
          <p:cNvSpPr>
            <a:spLocks noGrp="1"/>
          </p:cNvSpPr>
          <p:nvPr>
            <p:ph type="body" sz="quarter" idx="109"/>
          </p:nvPr>
        </p:nvSpPr>
        <p:spPr>
          <a:xfrm>
            <a:off x="7243557"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4" name="Text Placeholder 36"/>
          <p:cNvSpPr>
            <a:spLocks noGrp="1"/>
          </p:cNvSpPr>
          <p:nvPr>
            <p:ph type="body" sz="quarter" idx="110"/>
          </p:nvPr>
        </p:nvSpPr>
        <p:spPr>
          <a:xfrm>
            <a:off x="9474200"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36"/>
          <p:cNvSpPr>
            <a:spLocks noGrp="1"/>
          </p:cNvSpPr>
          <p:nvPr>
            <p:ph type="body" sz="quarter" idx="111"/>
          </p:nvPr>
        </p:nvSpPr>
        <p:spPr>
          <a:xfrm>
            <a:off x="9474200"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0" name="Text Placeholder 36"/>
          <p:cNvSpPr>
            <a:spLocks noGrp="1"/>
          </p:cNvSpPr>
          <p:nvPr>
            <p:ph type="body" sz="quarter" idx="112"/>
          </p:nvPr>
        </p:nvSpPr>
        <p:spPr>
          <a:xfrm>
            <a:off x="601133"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36"/>
          <p:cNvSpPr>
            <a:spLocks noGrp="1"/>
          </p:cNvSpPr>
          <p:nvPr>
            <p:ph type="body" sz="quarter" idx="113"/>
          </p:nvPr>
        </p:nvSpPr>
        <p:spPr>
          <a:xfrm>
            <a:off x="601133"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2" name="Text Placeholder 36"/>
          <p:cNvSpPr>
            <a:spLocks noGrp="1"/>
          </p:cNvSpPr>
          <p:nvPr>
            <p:ph type="body" sz="quarter" idx="114"/>
          </p:nvPr>
        </p:nvSpPr>
        <p:spPr>
          <a:xfrm>
            <a:off x="2815275"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3" name="Text Placeholder 36"/>
          <p:cNvSpPr>
            <a:spLocks noGrp="1"/>
          </p:cNvSpPr>
          <p:nvPr>
            <p:ph type="body" sz="quarter" idx="115"/>
          </p:nvPr>
        </p:nvSpPr>
        <p:spPr>
          <a:xfrm>
            <a:off x="2815275"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4" name="Text Placeholder 36"/>
          <p:cNvSpPr>
            <a:spLocks noGrp="1"/>
          </p:cNvSpPr>
          <p:nvPr>
            <p:ph type="body" sz="quarter" idx="116"/>
          </p:nvPr>
        </p:nvSpPr>
        <p:spPr>
          <a:xfrm>
            <a:off x="5029416"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Text Placeholder 36"/>
          <p:cNvSpPr>
            <a:spLocks noGrp="1"/>
          </p:cNvSpPr>
          <p:nvPr>
            <p:ph type="body" sz="quarter" idx="117"/>
          </p:nvPr>
        </p:nvSpPr>
        <p:spPr>
          <a:xfrm>
            <a:off x="5029416"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6" name="Text Placeholder 36"/>
          <p:cNvSpPr>
            <a:spLocks noGrp="1"/>
          </p:cNvSpPr>
          <p:nvPr>
            <p:ph type="body" sz="quarter" idx="118"/>
          </p:nvPr>
        </p:nvSpPr>
        <p:spPr>
          <a:xfrm>
            <a:off x="7243557"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7" name="Text Placeholder 36"/>
          <p:cNvSpPr>
            <a:spLocks noGrp="1"/>
          </p:cNvSpPr>
          <p:nvPr>
            <p:ph type="body" sz="quarter" idx="119"/>
          </p:nvPr>
        </p:nvSpPr>
        <p:spPr>
          <a:xfrm>
            <a:off x="7243557"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8" name="Text Placeholder 36"/>
          <p:cNvSpPr>
            <a:spLocks noGrp="1"/>
          </p:cNvSpPr>
          <p:nvPr>
            <p:ph type="body" sz="quarter" idx="120"/>
          </p:nvPr>
        </p:nvSpPr>
        <p:spPr>
          <a:xfrm>
            <a:off x="9474200"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9" name="Text Placeholder 36"/>
          <p:cNvSpPr>
            <a:spLocks noGrp="1"/>
          </p:cNvSpPr>
          <p:nvPr>
            <p:ph type="body" sz="quarter" idx="121"/>
          </p:nvPr>
        </p:nvSpPr>
        <p:spPr>
          <a:xfrm>
            <a:off x="9474200"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0" name="Text Placeholder 36"/>
          <p:cNvSpPr>
            <a:spLocks noGrp="1"/>
          </p:cNvSpPr>
          <p:nvPr>
            <p:ph type="body" sz="quarter" idx="122"/>
          </p:nvPr>
        </p:nvSpPr>
        <p:spPr>
          <a:xfrm>
            <a:off x="601133"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1" name="Text Placeholder 36"/>
          <p:cNvSpPr>
            <a:spLocks noGrp="1"/>
          </p:cNvSpPr>
          <p:nvPr>
            <p:ph type="body" sz="quarter" idx="123"/>
          </p:nvPr>
        </p:nvSpPr>
        <p:spPr>
          <a:xfrm>
            <a:off x="601133"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2" name="Text Placeholder 36"/>
          <p:cNvSpPr>
            <a:spLocks noGrp="1"/>
          </p:cNvSpPr>
          <p:nvPr>
            <p:ph type="body" sz="quarter" idx="124"/>
          </p:nvPr>
        </p:nvSpPr>
        <p:spPr>
          <a:xfrm>
            <a:off x="2815275"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3" name="Text Placeholder 36"/>
          <p:cNvSpPr>
            <a:spLocks noGrp="1"/>
          </p:cNvSpPr>
          <p:nvPr>
            <p:ph type="body" sz="quarter" idx="125"/>
          </p:nvPr>
        </p:nvSpPr>
        <p:spPr>
          <a:xfrm>
            <a:off x="2815275"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4" name="Text Placeholder 36"/>
          <p:cNvSpPr>
            <a:spLocks noGrp="1"/>
          </p:cNvSpPr>
          <p:nvPr>
            <p:ph type="body" sz="quarter" idx="126"/>
          </p:nvPr>
        </p:nvSpPr>
        <p:spPr>
          <a:xfrm>
            <a:off x="5029416"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5" name="Text Placeholder 36"/>
          <p:cNvSpPr>
            <a:spLocks noGrp="1"/>
          </p:cNvSpPr>
          <p:nvPr>
            <p:ph type="body" sz="quarter" idx="127"/>
          </p:nvPr>
        </p:nvSpPr>
        <p:spPr>
          <a:xfrm>
            <a:off x="5029416"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6" name="Text Placeholder 36"/>
          <p:cNvSpPr>
            <a:spLocks noGrp="1"/>
          </p:cNvSpPr>
          <p:nvPr>
            <p:ph type="body" sz="quarter" idx="128"/>
          </p:nvPr>
        </p:nvSpPr>
        <p:spPr>
          <a:xfrm>
            <a:off x="7243557"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7" name="Text Placeholder 36"/>
          <p:cNvSpPr>
            <a:spLocks noGrp="1"/>
          </p:cNvSpPr>
          <p:nvPr>
            <p:ph type="body" sz="quarter" idx="129"/>
          </p:nvPr>
        </p:nvSpPr>
        <p:spPr>
          <a:xfrm>
            <a:off x="7243557"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8" name="Text Placeholder 36"/>
          <p:cNvSpPr>
            <a:spLocks noGrp="1"/>
          </p:cNvSpPr>
          <p:nvPr>
            <p:ph type="body" sz="quarter" idx="130"/>
          </p:nvPr>
        </p:nvSpPr>
        <p:spPr>
          <a:xfrm>
            <a:off x="9474200"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9" name="Text Placeholder 36"/>
          <p:cNvSpPr>
            <a:spLocks noGrp="1"/>
          </p:cNvSpPr>
          <p:nvPr>
            <p:ph type="body" sz="quarter" idx="131"/>
          </p:nvPr>
        </p:nvSpPr>
        <p:spPr>
          <a:xfrm>
            <a:off x="9474200"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7"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3" name="Slide Number Placeholder 9"/>
          <p:cNvSpPr>
            <a:spLocks noGrp="1"/>
          </p:cNvSpPr>
          <p:nvPr>
            <p:ph type="sldNum" sz="quarter" idx="132"/>
          </p:nvPr>
        </p:nvSpPr>
        <p:spPr/>
        <p:txBody>
          <a:bodyPr/>
          <a:lstStyle>
            <a:lvl1pPr>
              <a:defRPr/>
            </a:lvl1pPr>
          </a:lstStyle>
          <a:p>
            <a:fld id="{77461BCF-BBA5-5E4A-ABD5-3E5D9382F9DD}" type="slidenum">
              <a:rPr lang="en-US" altLang="en-US"/>
              <a:pPr/>
              <a:t>‹#›</a:t>
            </a:fld>
            <a:endParaRPr lang="en-US" altLang="en-US"/>
          </a:p>
        </p:txBody>
      </p:sp>
      <p:sp>
        <p:nvSpPr>
          <p:cNvPr id="34" name="Footer Placeholder 12"/>
          <p:cNvSpPr>
            <a:spLocks noGrp="1"/>
          </p:cNvSpPr>
          <p:nvPr>
            <p:ph type="ftr" sz="quarter" idx="133"/>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386922422"/>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Tombstone - HIGHLIGHTS V2">
    <p:spTree>
      <p:nvGrpSpPr>
        <p:cNvPr id="1" name=""/>
        <p:cNvGrpSpPr/>
        <p:nvPr/>
      </p:nvGrpSpPr>
      <p:grpSpPr>
        <a:xfrm>
          <a:off x="0" y="0"/>
          <a:ext cx="0" cy="0"/>
          <a:chOff x="0" y="0"/>
          <a:chExt cx="0" cy="0"/>
        </a:xfrm>
      </p:grpSpPr>
      <p:sp>
        <p:nvSpPr>
          <p:cNvPr id="6" name="Text Placeholder 36"/>
          <p:cNvSpPr>
            <a:spLocks noGrp="1"/>
          </p:cNvSpPr>
          <p:nvPr>
            <p:ph type="body" sz="quarter" idx="102"/>
          </p:nvPr>
        </p:nvSpPr>
        <p:spPr>
          <a:xfrm>
            <a:off x="601133"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36"/>
          <p:cNvSpPr>
            <a:spLocks noGrp="1"/>
          </p:cNvSpPr>
          <p:nvPr>
            <p:ph type="body" sz="quarter" idx="103"/>
          </p:nvPr>
        </p:nvSpPr>
        <p:spPr>
          <a:xfrm>
            <a:off x="601133"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8" name="Text Placeholder 36"/>
          <p:cNvSpPr>
            <a:spLocks noGrp="1"/>
          </p:cNvSpPr>
          <p:nvPr>
            <p:ph type="body" sz="quarter" idx="104"/>
          </p:nvPr>
        </p:nvSpPr>
        <p:spPr>
          <a:xfrm>
            <a:off x="2815275"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36"/>
          <p:cNvSpPr>
            <a:spLocks noGrp="1"/>
          </p:cNvSpPr>
          <p:nvPr>
            <p:ph type="body" sz="quarter" idx="105"/>
          </p:nvPr>
        </p:nvSpPr>
        <p:spPr>
          <a:xfrm>
            <a:off x="2815275"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0" name="Text Placeholder 36"/>
          <p:cNvSpPr>
            <a:spLocks noGrp="1"/>
          </p:cNvSpPr>
          <p:nvPr>
            <p:ph type="body" sz="quarter" idx="106"/>
          </p:nvPr>
        </p:nvSpPr>
        <p:spPr>
          <a:xfrm>
            <a:off x="5029416"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36"/>
          <p:cNvSpPr>
            <a:spLocks noGrp="1"/>
          </p:cNvSpPr>
          <p:nvPr>
            <p:ph type="body" sz="quarter" idx="107"/>
          </p:nvPr>
        </p:nvSpPr>
        <p:spPr>
          <a:xfrm>
            <a:off x="5029416"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2" name="Text Placeholder 36"/>
          <p:cNvSpPr>
            <a:spLocks noGrp="1"/>
          </p:cNvSpPr>
          <p:nvPr>
            <p:ph type="body" sz="quarter" idx="108"/>
          </p:nvPr>
        </p:nvSpPr>
        <p:spPr>
          <a:xfrm>
            <a:off x="7243557"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36"/>
          <p:cNvSpPr>
            <a:spLocks noGrp="1"/>
          </p:cNvSpPr>
          <p:nvPr>
            <p:ph type="body" sz="quarter" idx="109"/>
          </p:nvPr>
        </p:nvSpPr>
        <p:spPr>
          <a:xfrm>
            <a:off x="7243557"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4" name="Text Placeholder 36"/>
          <p:cNvSpPr>
            <a:spLocks noGrp="1"/>
          </p:cNvSpPr>
          <p:nvPr>
            <p:ph type="body" sz="quarter" idx="110"/>
          </p:nvPr>
        </p:nvSpPr>
        <p:spPr>
          <a:xfrm>
            <a:off x="9474200"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36"/>
          <p:cNvSpPr>
            <a:spLocks noGrp="1"/>
          </p:cNvSpPr>
          <p:nvPr>
            <p:ph type="body" sz="quarter" idx="111"/>
          </p:nvPr>
        </p:nvSpPr>
        <p:spPr>
          <a:xfrm>
            <a:off x="9474200"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6" name="Text Placeholder 36"/>
          <p:cNvSpPr>
            <a:spLocks noGrp="1"/>
          </p:cNvSpPr>
          <p:nvPr>
            <p:ph type="body" sz="quarter" idx="112"/>
          </p:nvPr>
        </p:nvSpPr>
        <p:spPr>
          <a:xfrm>
            <a:off x="601133"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36"/>
          <p:cNvSpPr>
            <a:spLocks noGrp="1"/>
          </p:cNvSpPr>
          <p:nvPr>
            <p:ph type="body" sz="quarter" idx="113"/>
          </p:nvPr>
        </p:nvSpPr>
        <p:spPr>
          <a:xfrm>
            <a:off x="601133"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8" name="Text Placeholder 36"/>
          <p:cNvSpPr>
            <a:spLocks noGrp="1"/>
          </p:cNvSpPr>
          <p:nvPr>
            <p:ph type="body" sz="quarter" idx="114"/>
          </p:nvPr>
        </p:nvSpPr>
        <p:spPr>
          <a:xfrm>
            <a:off x="601133"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36"/>
          <p:cNvSpPr>
            <a:spLocks noGrp="1"/>
          </p:cNvSpPr>
          <p:nvPr>
            <p:ph type="body" sz="quarter" idx="115"/>
          </p:nvPr>
        </p:nvSpPr>
        <p:spPr>
          <a:xfrm>
            <a:off x="601133"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0" name="Text Placeholder 36"/>
          <p:cNvSpPr>
            <a:spLocks noGrp="1"/>
          </p:cNvSpPr>
          <p:nvPr>
            <p:ph type="body" sz="quarter" idx="116"/>
          </p:nvPr>
        </p:nvSpPr>
        <p:spPr>
          <a:xfrm>
            <a:off x="2815275"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36"/>
          <p:cNvSpPr>
            <a:spLocks noGrp="1"/>
          </p:cNvSpPr>
          <p:nvPr>
            <p:ph type="body" sz="quarter" idx="117"/>
          </p:nvPr>
        </p:nvSpPr>
        <p:spPr>
          <a:xfrm>
            <a:off x="2815275"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2" name="Text Placeholder 36"/>
          <p:cNvSpPr>
            <a:spLocks noGrp="1"/>
          </p:cNvSpPr>
          <p:nvPr>
            <p:ph type="body" sz="quarter" idx="118"/>
          </p:nvPr>
        </p:nvSpPr>
        <p:spPr>
          <a:xfrm>
            <a:off x="2815275"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3" name="Text Placeholder 36"/>
          <p:cNvSpPr>
            <a:spLocks noGrp="1"/>
          </p:cNvSpPr>
          <p:nvPr>
            <p:ph type="body" sz="quarter" idx="119"/>
          </p:nvPr>
        </p:nvSpPr>
        <p:spPr>
          <a:xfrm>
            <a:off x="2815275"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4" name="Text Placeholder 36"/>
          <p:cNvSpPr>
            <a:spLocks noGrp="1"/>
          </p:cNvSpPr>
          <p:nvPr>
            <p:ph type="body" sz="quarter" idx="120"/>
          </p:nvPr>
        </p:nvSpPr>
        <p:spPr>
          <a:xfrm>
            <a:off x="5029416"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5" name="Text Placeholder 36"/>
          <p:cNvSpPr>
            <a:spLocks noGrp="1"/>
          </p:cNvSpPr>
          <p:nvPr>
            <p:ph type="body" sz="quarter" idx="121"/>
          </p:nvPr>
        </p:nvSpPr>
        <p:spPr>
          <a:xfrm>
            <a:off x="5029416"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6" name="Text Placeholder 36"/>
          <p:cNvSpPr>
            <a:spLocks noGrp="1"/>
          </p:cNvSpPr>
          <p:nvPr>
            <p:ph type="body" sz="quarter" idx="122"/>
          </p:nvPr>
        </p:nvSpPr>
        <p:spPr>
          <a:xfrm>
            <a:off x="5029416"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7" name="Text Placeholder 36"/>
          <p:cNvSpPr>
            <a:spLocks noGrp="1"/>
          </p:cNvSpPr>
          <p:nvPr>
            <p:ph type="body" sz="quarter" idx="123"/>
          </p:nvPr>
        </p:nvSpPr>
        <p:spPr>
          <a:xfrm>
            <a:off x="5029416"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8" name="Text Placeholder 36"/>
          <p:cNvSpPr>
            <a:spLocks noGrp="1"/>
          </p:cNvSpPr>
          <p:nvPr>
            <p:ph type="body" sz="quarter" idx="124"/>
          </p:nvPr>
        </p:nvSpPr>
        <p:spPr>
          <a:xfrm>
            <a:off x="7243557"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9" name="Text Placeholder 36"/>
          <p:cNvSpPr>
            <a:spLocks noGrp="1"/>
          </p:cNvSpPr>
          <p:nvPr>
            <p:ph type="body" sz="quarter" idx="125"/>
          </p:nvPr>
        </p:nvSpPr>
        <p:spPr>
          <a:xfrm>
            <a:off x="7243557"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0" name="Text Placeholder 36"/>
          <p:cNvSpPr>
            <a:spLocks noGrp="1"/>
          </p:cNvSpPr>
          <p:nvPr>
            <p:ph type="body" sz="quarter" idx="126"/>
          </p:nvPr>
        </p:nvSpPr>
        <p:spPr>
          <a:xfrm>
            <a:off x="7243557"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1" name="Text Placeholder 36"/>
          <p:cNvSpPr>
            <a:spLocks noGrp="1"/>
          </p:cNvSpPr>
          <p:nvPr>
            <p:ph type="body" sz="quarter" idx="127"/>
          </p:nvPr>
        </p:nvSpPr>
        <p:spPr>
          <a:xfrm>
            <a:off x="7243557"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2" name="Text Placeholder 36"/>
          <p:cNvSpPr>
            <a:spLocks noGrp="1"/>
          </p:cNvSpPr>
          <p:nvPr>
            <p:ph type="body" sz="quarter" idx="128"/>
          </p:nvPr>
        </p:nvSpPr>
        <p:spPr>
          <a:xfrm>
            <a:off x="9474200"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3" name="Text Placeholder 36"/>
          <p:cNvSpPr>
            <a:spLocks noGrp="1"/>
          </p:cNvSpPr>
          <p:nvPr>
            <p:ph type="body" sz="quarter" idx="129"/>
          </p:nvPr>
        </p:nvSpPr>
        <p:spPr>
          <a:xfrm>
            <a:off x="9474200"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4" name="Text Placeholder 36"/>
          <p:cNvSpPr>
            <a:spLocks noGrp="1"/>
          </p:cNvSpPr>
          <p:nvPr>
            <p:ph type="body" sz="quarter" idx="130"/>
          </p:nvPr>
        </p:nvSpPr>
        <p:spPr>
          <a:xfrm>
            <a:off x="9474200"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5" name="Text Placeholder 36"/>
          <p:cNvSpPr>
            <a:spLocks noGrp="1"/>
          </p:cNvSpPr>
          <p:nvPr>
            <p:ph type="body" sz="quarter" idx="131"/>
          </p:nvPr>
        </p:nvSpPr>
        <p:spPr>
          <a:xfrm>
            <a:off x="9474200"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7"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6" name="Slide Number Placeholder 9"/>
          <p:cNvSpPr>
            <a:spLocks noGrp="1"/>
          </p:cNvSpPr>
          <p:nvPr>
            <p:ph type="sldNum" sz="quarter" idx="132"/>
          </p:nvPr>
        </p:nvSpPr>
        <p:spPr/>
        <p:txBody>
          <a:bodyPr/>
          <a:lstStyle>
            <a:lvl1pPr>
              <a:defRPr/>
            </a:lvl1pPr>
          </a:lstStyle>
          <a:p>
            <a:fld id="{31BEBA66-216E-7243-B012-B44CAA5F986C}" type="slidenum">
              <a:rPr lang="en-US" altLang="en-US"/>
              <a:pPr/>
              <a:t>‹#›</a:t>
            </a:fld>
            <a:endParaRPr lang="en-US" altLang="en-US"/>
          </a:p>
        </p:txBody>
      </p:sp>
      <p:sp>
        <p:nvSpPr>
          <p:cNvPr id="38" name="Footer Placeholder 12"/>
          <p:cNvSpPr>
            <a:spLocks noGrp="1"/>
          </p:cNvSpPr>
          <p:nvPr>
            <p:ph type="ftr" sz="quarter" idx="133"/>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1230243485"/>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Tombstone - Awards V1">
    <p:spTree>
      <p:nvGrpSpPr>
        <p:cNvPr id="1" name=""/>
        <p:cNvGrpSpPr/>
        <p:nvPr/>
      </p:nvGrpSpPr>
      <p:grpSpPr>
        <a:xfrm>
          <a:off x="0" y="0"/>
          <a:ext cx="0" cy="0"/>
          <a:chOff x="0" y="0"/>
          <a:chExt cx="0" cy="0"/>
        </a:xfrm>
      </p:grpSpPr>
      <p:sp>
        <p:nvSpPr>
          <p:cNvPr id="37" name="Text Placeholder 21"/>
          <p:cNvSpPr>
            <a:spLocks noGrp="1"/>
          </p:cNvSpPr>
          <p:nvPr>
            <p:ph type="body" sz="quarter" idx="106"/>
          </p:nvPr>
        </p:nvSpPr>
        <p:spPr>
          <a:xfrm>
            <a:off x="601133"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8" name="Text Placeholder 21"/>
          <p:cNvSpPr>
            <a:spLocks noGrp="1"/>
          </p:cNvSpPr>
          <p:nvPr>
            <p:ph type="body" sz="quarter" idx="107"/>
          </p:nvPr>
        </p:nvSpPr>
        <p:spPr>
          <a:xfrm>
            <a:off x="601133" y="46228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9" name="Text Placeholder 21"/>
          <p:cNvSpPr>
            <a:spLocks noGrp="1"/>
          </p:cNvSpPr>
          <p:nvPr>
            <p:ph type="body" sz="quarter" idx="101"/>
          </p:nvPr>
        </p:nvSpPr>
        <p:spPr>
          <a:xfrm>
            <a:off x="601133"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0" name="Text Placeholder 21"/>
          <p:cNvSpPr>
            <a:spLocks noGrp="1"/>
          </p:cNvSpPr>
          <p:nvPr>
            <p:ph type="body" sz="quarter" idx="102"/>
          </p:nvPr>
        </p:nvSpPr>
        <p:spPr>
          <a:xfrm>
            <a:off x="2818451"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21"/>
          <p:cNvSpPr>
            <a:spLocks noGrp="1"/>
          </p:cNvSpPr>
          <p:nvPr>
            <p:ph type="body" sz="quarter" idx="103"/>
          </p:nvPr>
        </p:nvSpPr>
        <p:spPr>
          <a:xfrm>
            <a:off x="5035768"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2" name="Text Placeholder 21"/>
          <p:cNvSpPr>
            <a:spLocks noGrp="1"/>
          </p:cNvSpPr>
          <p:nvPr>
            <p:ph type="body" sz="quarter" idx="104"/>
          </p:nvPr>
        </p:nvSpPr>
        <p:spPr>
          <a:xfrm>
            <a:off x="7253085"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3" name="Text Placeholder 21"/>
          <p:cNvSpPr>
            <a:spLocks noGrp="1"/>
          </p:cNvSpPr>
          <p:nvPr>
            <p:ph type="body" sz="quarter" idx="105"/>
          </p:nvPr>
        </p:nvSpPr>
        <p:spPr>
          <a:xfrm>
            <a:off x="9470400"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4" name="Text Placeholder 21"/>
          <p:cNvSpPr>
            <a:spLocks noGrp="1"/>
          </p:cNvSpPr>
          <p:nvPr>
            <p:ph type="body" sz="quarter" idx="108"/>
          </p:nvPr>
        </p:nvSpPr>
        <p:spPr>
          <a:xfrm>
            <a:off x="2818451"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Text Placeholder 21"/>
          <p:cNvSpPr>
            <a:spLocks noGrp="1"/>
          </p:cNvSpPr>
          <p:nvPr>
            <p:ph type="body" sz="quarter" idx="109"/>
          </p:nvPr>
        </p:nvSpPr>
        <p:spPr>
          <a:xfrm>
            <a:off x="2818451"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u="none"/>
            </a:lvl1pPr>
            <a:lvl2pPr marL="0" indent="0">
              <a:lnSpc>
                <a:spcPct val="100000"/>
              </a:lnSpc>
              <a:spcBef>
                <a:spcPts val="0"/>
              </a:spcBef>
              <a:buNone/>
              <a:defRPr sz="700" b="0" i="0" u="none">
                <a:solidFill>
                  <a:srgbClr val="808080"/>
                </a:solidFill>
              </a:defRPr>
            </a:lvl2pPr>
            <a:lvl3pPr marL="0" indent="0">
              <a:lnSpc>
                <a:spcPct val="100000"/>
              </a:lnSpc>
              <a:spcBef>
                <a:spcPts val="100"/>
              </a:spcBef>
              <a:buNone/>
              <a:defRPr sz="700" b="0" i="0" u="none">
                <a:solidFill>
                  <a:srgbClr val="808080"/>
                </a:solidFill>
              </a:defRPr>
            </a:lvl3pPr>
            <a:lvl4pPr marL="0" indent="0">
              <a:lnSpc>
                <a:spcPct val="100000"/>
              </a:lnSpc>
              <a:spcBef>
                <a:spcPts val="100"/>
              </a:spcBef>
              <a:buNone/>
              <a:defRPr sz="700" b="0" i="0" u="none">
                <a:solidFill>
                  <a:srgbClr val="808080"/>
                </a:solidFill>
              </a:defRPr>
            </a:lvl4pPr>
            <a:lvl5pPr marL="0" indent="0">
              <a:lnSpc>
                <a:spcPct val="100000"/>
              </a:lnSpc>
              <a:spcBef>
                <a:spcPts val="100"/>
              </a:spcBef>
              <a:buNone/>
              <a:defRPr sz="700" b="0" i="0" u="none">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6" name="Text Placeholder 21"/>
          <p:cNvSpPr>
            <a:spLocks noGrp="1"/>
          </p:cNvSpPr>
          <p:nvPr>
            <p:ph type="body" sz="quarter" idx="110"/>
          </p:nvPr>
        </p:nvSpPr>
        <p:spPr>
          <a:xfrm>
            <a:off x="5035768"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7" name="Text Placeholder 21"/>
          <p:cNvSpPr>
            <a:spLocks noGrp="1"/>
          </p:cNvSpPr>
          <p:nvPr>
            <p:ph type="body" sz="quarter" idx="111"/>
          </p:nvPr>
        </p:nvSpPr>
        <p:spPr>
          <a:xfrm>
            <a:off x="5035768"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8" name="Text Placeholder 21"/>
          <p:cNvSpPr>
            <a:spLocks noGrp="1"/>
          </p:cNvSpPr>
          <p:nvPr>
            <p:ph type="body" sz="quarter" idx="112"/>
          </p:nvPr>
        </p:nvSpPr>
        <p:spPr>
          <a:xfrm>
            <a:off x="7253085"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9" name="Text Placeholder 21"/>
          <p:cNvSpPr>
            <a:spLocks noGrp="1"/>
          </p:cNvSpPr>
          <p:nvPr>
            <p:ph type="body" sz="quarter" idx="113"/>
          </p:nvPr>
        </p:nvSpPr>
        <p:spPr>
          <a:xfrm>
            <a:off x="7253085"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0" name="Text Placeholder 21"/>
          <p:cNvSpPr>
            <a:spLocks noGrp="1"/>
          </p:cNvSpPr>
          <p:nvPr>
            <p:ph type="body" sz="quarter" idx="114"/>
          </p:nvPr>
        </p:nvSpPr>
        <p:spPr>
          <a:xfrm>
            <a:off x="9470400"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1" name="Text Placeholder 21"/>
          <p:cNvSpPr>
            <a:spLocks noGrp="1"/>
          </p:cNvSpPr>
          <p:nvPr>
            <p:ph type="body" sz="quarter" idx="115"/>
          </p:nvPr>
        </p:nvSpPr>
        <p:spPr>
          <a:xfrm>
            <a:off x="9470400"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8" name="Text Placeholder 21"/>
          <p:cNvSpPr>
            <a:spLocks noGrp="1"/>
          </p:cNvSpPr>
          <p:nvPr>
            <p:ph type="body" sz="quarter" idx="116"/>
          </p:nvPr>
        </p:nvSpPr>
        <p:spPr>
          <a:xfrm>
            <a:off x="601133"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69" name="Text Placeholder 21"/>
          <p:cNvSpPr>
            <a:spLocks noGrp="1"/>
          </p:cNvSpPr>
          <p:nvPr>
            <p:ph type="body" sz="quarter" idx="117"/>
          </p:nvPr>
        </p:nvSpPr>
        <p:spPr>
          <a:xfrm>
            <a:off x="601133" y="6020181"/>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0" name="Text Placeholder 21"/>
          <p:cNvSpPr>
            <a:spLocks noGrp="1"/>
          </p:cNvSpPr>
          <p:nvPr>
            <p:ph type="body" sz="quarter" idx="118"/>
          </p:nvPr>
        </p:nvSpPr>
        <p:spPr>
          <a:xfrm>
            <a:off x="601133"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2pPr>
            <a:lvl3pPr marL="0" indent="0" algn="l" defTabSz="914400" rtl="0" eaLnBrk="1" latinLnBrk="0" hangingPunct="1">
              <a:lnSpc>
                <a:spcPct val="100000"/>
              </a:lnSpc>
              <a:spcBef>
                <a:spcPts val="100"/>
              </a:spcBef>
              <a:buClr>
                <a:srgbClr val="9E3039"/>
              </a:buClr>
              <a:buFont typeface="Arial" pitchFamily="34" charset="0"/>
              <a:buNone/>
              <a:defRPr kumimoji="0" lang="en-US" sz="700" b="0" i="1"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p:txBody>
      </p:sp>
      <p:sp>
        <p:nvSpPr>
          <p:cNvPr id="71" name="Text Placeholder 21"/>
          <p:cNvSpPr>
            <a:spLocks noGrp="1"/>
          </p:cNvSpPr>
          <p:nvPr>
            <p:ph type="body" sz="quarter" idx="119"/>
          </p:nvPr>
        </p:nvSpPr>
        <p:spPr>
          <a:xfrm>
            <a:off x="2818451"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nSpc>
                <a:spcPct val="100000"/>
              </a:lnSpc>
              <a:spcBef>
                <a:spcPts val="0"/>
              </a:spcBef>
              <a:buNone/>
              <a:defRPr sz="700" b="0">
                <a:solidFill>
                  <a:schemeClr val="tx1"/>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2" name="Text Placeholder 21"/>
          <p:cNvSpPr>
            <a:spLocks noGrp="1"/>
          </p:cNvSpPr>
          <p:nvPr>
            <p:ph type="body" sz="quarter" idx="120"/>
          </p:nvPr>
        </p:nvSpPr>
        <p:spPr>
          <a:xfrm>
            <a:off x="5035768"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3" name="Text Placeholder 21"/>
          <p:cNvSpPr>
            <a:spLocks noGrp="1"/>
          </p:cNvSpPr>
          <p:nvPr>
            <p:ph type="body" sz="quarter" idx="121"/>
          </p:nvPr>
        </p:nvSpPr>
        <p:spPr>
          <a:xfrm>
            <a:off x="7253085"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4" name="Text Placeholder 21"/>
          <p:cNvSpPr>
            <a:spLocks noGrp="1"/>
          </p:cNvSpPr>
          <p:nvPr>
            <p:ph type="body" sz="quarter" idx="122"/>
          </p:nvPr>
        </p:nvSpPr>
        <p:spPr>
          <a:xfrm>
            <a:off x="9470400"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5" name="Text Placeholder 21"/>
          <p:cNvSpPr>
            <a:spLocks noGrp="1"/>
          </p:cNvSpPr>
          <p:nvPr>
            <p:ph type="body" sz="quarter" idx="123"/>
          </p:nvPr>
        </p:nvSpPr>
        <p:spPr>
          <a:xfrm>
            <a:off x="2818451"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6" name="Text Placeholder 21"/>
          <p:cNvSpPr>
            <a:spLocks noGrp="1"/>
          </p:cNvSpPr>
          <p:nvPr>
            <p:ph type="body" sz="quarter" idx="124"/>
          </p:nvPr>
        </p:nvSpPr>
        <p:spPr>
          <a:xfrm>
            <a:off x="2818451"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7" name="Text Placeholder 21"/>
          <p:cNvSpPr>
            <a:spLocks noGrp="1"/>
          </p:cNvSpPr>
          <p:nvPr>
            <p:ph type="body" sz="quarter" idx="125"/>
          </p:nvPr>
        </p:nvSpPr>
        <p:spPr>
          <a:xfrm>
            <a:off x="5035768"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8" name="Text Placeholder 21"/>
          <p:cNvSpPr>
            <a:spLocks noGrp="1"/>
          </p:cNvSpPr>
          <p:nvPr>
            <p:ph type="body" sz="quarter" idx="126"/>
          </p:nvPr>
        </p:nvSpPr>
        <p:spPr>
          <a:xfrm>
            <a:off x="5035768"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9" name="Text Placeholder 21"/>
          <p:cNvSpPr>
            <a:spLocks noGrp="1"/>
          </p:cNvSpPr>
          <p:nvPr>
            <p:ph type="body" sz="quarter" idx="127"/>
          </p:nvPr>
        </p:nvSpPr>
        <p:spPr>
          <a:xfrm>
            <a:off x="7253085"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80" name="Text Placeholder 21"/>
          <p:cNvSpPr>
            <a:spLocks noGrp="1"/>
          </p:cNvSpPr>
          <p:nvPr>
            <p:ph type="body" sz="quarter" idx="128"/>
          </p:nvPr>
        </p:nvSpPr>
        <p:spPr>
          <a:xfrm>
            <a:off x="7253085"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81" name="Text Placeholder 21"/>
          <p:cNvSpPr>
            <a:spLocks noGrp="1"/>
          </p:cNvSpPr>
          <p:nvPr>
            <p:ph type="body" sz="quarter" idx="129"/>
          </p:nvPr>
        </p:nvSpPr>
        <p:spPr>
          <a:xfrm>
            <a:off x="9470400"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82" name="Text Placeholder 21"/>
          <p:cNvSpPr>
            <a:spLocks noGrp="1"/>
          </p:cNvSpPr>
          <p:nvPr>
            <p:ph type="body" sz="quarter" idx="130"/>
          </p:nvPr>
        </p:nvSpPr>
        <p:spPr>
          <a:xfrm>
            <a:off x="9470400"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36"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3" name="Slide Number Placeholder 9"/>
          <p:cNvSpPr>
            <a:spLocks noGrp="1"/>
          </p:cNvSpPr>
          <p:nvPr>
            <p:ph type="sldNum" sz="quarter" idx="131"/>
          </p:nvPr>
        </p:nvSpPr>
        <p:spPr/>
        <p:txBody>
          <a:bodyPr/>
          <a:lstStyle>
            <a:lvl1pPr>
              <a:defRPr/>
            </a:lvl1pPr>
          </a:lstStyle>
          <a:p>
            <a:fld id="{44A3DAED-98CA-ED44-BD8D-010557C4E8AD}" type="slidenum">
              <a:rPr lang="en-US" altLang="en-US"/>
              <a:pPr/>
              <a:t>‹#›</a:t>
            </a:fld>
            <a:endParaRPr lang="en-US" altLang="en-US"/>
          </a:p>
        </p:txBody>
      </p:sp>
      <p:sp>
        <p:nvSpPr>
          <p:cNvPr id="34" name="Footer Placeholder 12"/>
          <p:cNvSpPr>
            <a:spLocks noGrp="1"/>
          </p:cNvSpPr>
          <p:nvPr>
            <p:ph type="ftr" sz="quarter" idx="132"/>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1920796383"/>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Tombstone - AWARDS V2">
    <p:spTree>
      <p:nvGrpSpPr>
        <p:cNvPr id="1" name=""/>
        <p:cNvGrpSpPr/>
        <p:nvPr/>
      </p:nvGrpSpPr>
      <p:grpSpPr>
        <a:xfrm>
          <a:off x="0" y="0"/>
          <a:ext cx="0" cy="0"/>
          <a:chOff x="0" y="0"/>
          <a:chExt cx="0" cy="0"/>
        </a:xfrm>
      </p:grpSpPr>
      <p:sp>
        <p:nvSpPr>
          <p:cNvPr id="6" name="Text Placeholder 21"/>
          <p:cNvSpPr>
            <a:spLocks noGrp="1"/>
          </p:cNvSpPr>
          <p:nvPr>
            <p:ph type="body" sz="quarter" idx="106"/>
          </p:nvPr>
        </p:nvSpPr>
        <p:spPr>
          <a:xfrm>
            <a:off x="601133"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1"/>
          <p:cNvSpPr>
            <a:spLocks noGrp="1"/>
          </p:cNvSpPr>
          <p:nvPr>
            <p:ph type="body" sz="quarter" idx="107"/>
          </p:nvPr>
        </p:nvSpPr>
        <p:spPr>
          <a:xfrm>
            <a:off x="601133" y="462280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21"/>
          <p:cNvSpPr>
            <a:spLocks noGrp="1"/>
          </p:cNvSpPr>
          <p:nvPr>
            <p:ph type="body" sz="quarter" idx="101"/>
          </p:nvPr>
        </p:nvSpPr>
        <p:spPr>
          <a:xfrm>
            <a:off x="601133"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21"/>
          <p:cNvSpPr>
            <a:spLocks noGrp="1"/>
          </p:cNvSpPr>
          <p:nvPr>
            <p:ph type="body" sz="quarter" idx="102"/>
          </p:nvPr>
        </p:nvSpPr>
        <p:spPr>
          <a:xfrm>
            <a:off x="2818451"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21"/>
          <p:cNvSpPr>
            <a:spLocks noGrp="1"/>
          </p:cNvSpPr>
          <p:nvPr>
            <p:ph type="body" sz="quarter" idx="103"/>
          </p:nvPr>
        </p:nvSpPr>
        <p:spPr>
          <a:xfrm>
            <a:off x="5035768"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21"/>
          <p:cNvSpPr>
            <a:spLocks noGrp="1"/>
          </p:cNvSpPr>
          <p:nvPr>
            <p:ph type="body" sz="quarter" idx="104"/>
          </p:nvPr>
        </p:nvSpPr>
        <p:spPr>
          <a:xfrm>
            <a:off x="7253085"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21"/>
          <p:cNvSpPr>
            <a:spLocks noGrp="1"/>
          </p:cNvSpPr>
          <p:nvPr>
            <p:ph type="body" sz="quarter" idx="105"/>
          </p:nvPr>
        </p:nvSpPr>
        <p:spPr>
          <a:xfrm>
            <a:off x="9470400"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21"/>
          <p:cNvSpPr>
            <a:spLocks noGrp="1"/>
          </p:cNvSpPr>
          <p:nvPr>
            <p:ph type="body" sz="quarter" idx="108"/>
          </p:nvPr>
        </p:nvSpPr>
        <p:spPr>
          <a:xfrm>
            <a:off x="2818451"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Text Placeholder 21"/>
          <p:cNvSpPr>
            <a:spLocks noGrp="1"/>
          </p:cNvSpPr>
          <p:nvPr>
            <p:ph type="body" sz="quarter" idx="109"/>
          </p:nvPr>
        </p:nvSpPr>
        <p:spPr>
          <a:xfrm>
            <a:off x="2818451"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21"/>
          <p:cNvSpPr>
            <a:spLocks noGrp="1"/>
          </p:cNvSpPr>
          <p:nvPr>
            <p:ph type="body" sz="quarter" idx="110"/>
          </p:nvPr>
        </p:nvSpPr>
        <p:spPr>
          <a:xfrm>
            <a:off x="5035768"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21"/>
          <p:cNvSpPr>
            <a:spLocks noGrp="1"/>
          </p:cNvSpPr>
          <p:nvPr>
            <p:ph type="body" sz="quarter" idx="111"/>
          </p:nvPr>
        </p:nvSpPr>
        <p:spPr>
          <a:xfrm>
            <a:off x="5035768"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21"/>
          <p:cNvSpPr>
            <a:spLocks noGrp="1"/>
          </p:cNvSpPr>
          <p:nvPr>
            <p:ph type="body" sz="quarter" idx="112"/>
          </p:nvPr>
        </p:nvSpPr>
        <p:spPr>
          <a:xfrm>
            <a:off x="7253085"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21"/>
          <p:cNvSpPr>
            <a:spLocks noGrp="1"/>
          </p:cNvSpPr>
          <p:nvPr>
            <p:ph type="body" sz="quarter" idx="113"/>
          </p:nvPr>
        </p:nvSpPr>
        <p:spPr>
          <a:xfrm>
            <a:off x="7253085"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21"/>
          <p:cNvSpPr>
            <a:spLocks noGrp="1"/>
          </p:cNvSpPr>
          <p:nvPr>
            <p:ph type="body" sz="quarter" idx="114"/>
          </p:nvPr>
        </p:nvSpPr>
        <p:spPr>
          <a:xfrm>
            <a:off x="9470400"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1"/>
          <p:cNvSpPr>
            <a:spLocks noGrp="1"/>
          </p:cNvSpPr>
          <p:nvPr>
            <p:ph type="body" sz="quarter" idx="115"/>
          </p:nvPr>
        </p:nvSpPr>
        <p:spPr>
          <a:xfrm>
            <a:off x="9470400"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21"/>
          <p:cNvSpPr>
            <a:spLocks noGrp="1"/>
          </p:cNvSpPr>
          <p:nvPr>
            <p:ph type="body" sz="quarter" idx="116"/>
          </p:nvPr>
        </p:nvSpPr>
        <p:spPr>
          <a:xfrm>
            <a:off x="601133" y="25123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2" name="Text Placeholder 21"/>
          <p:cNvSpPr>
            <a:spLocks noGrp="1"/>
          </p:cNvSpPr>
          <p:nvPr>
            <p:ph type="body" sz="quarter" idx="117"/>
          </p:nvPr>
        </p:nvSpPr>
        <p:spPr>
          <a:xfrm>
            <a:off x="2818449"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3" name="Text Placeholder 21"/>
          <p:cNvSpPr>
            <a:spLocks noGrp="1"/>
          </p:cNvSpPr>
          <p:nvPr>
            <p:ph type="body" sz="quarter" idx="118"/>
          </p:nvPr>
        </p:nvSpPr>
        <p:spPr>
          <a:xfrm>
            <a:off x="5035765"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4" name="Text Placeholder 21"/>
          <p:cNvSpPr>
            <a:spLocks noGrp="1"/>
          </p:cNvSpPr>
          <p:nvPr>
            <p:ph type="body" sz="quarter" idx="119"/>
          </p:nvPr>
        </p:nvSpPr>
        <p:spPr>
          <a:xfrm>
            <a:off x="7253081"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5" name="Text Placeholder 21"/>
          <p:cNvSpPr>
            <a:spLocks noGrp="1"/>
          </p:cNvSpPr>
          <p:nvPr>
            <p:ph type="body" sz="quarter" idx="120"/>
          </p:nvPr>
        </p:nvSpPr>
        <p:spPr>
          <a:xfrm>
            <a:off x="9470400"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6" name="Text Placeholder 21"/>
          <p:cNvSpPr>
            <a:spLocks noGrp="1"/>
          </p:cNvSpPr>
          <p:nvPr>
            <p:ph type="body" sz="quarter" idx="121"/>
          </p:nvPr>
        </p:nvSpPr>
        <p:spPr>
          <a:xfrm>
            <a:off x="601133"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7" name="Text Placeholder 21"/>
          <p:cNvSpPr>
            <a:spLocks noGrp="1"/>
          </p:cNvSpPr>
          <p:nvPr>
            <p:ph type="body" sz="quarter" idx="122"/>
          </p:nvPr>
        </p:nvSpPr>
        <p:spPr>
          <a:xfrm>
            <a:off x="2818449"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8" name="Text Placeholder 21"/>
          <p:cNvSpPr>
            <a:spLocks noGrp="1"/>
          </p:cNvSpPr>
          <p:nvPr>
            <p:ph type="body" sz="quarter" idx="123"/>
          </p:nvPr>
        </p:nvSpPr>
        <p:spPr>
          <a:xfrm>
            <a:off x="5035765"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9" name="Text Placeholder 21"/>
          <p:cNvSpPr>
            <a:spLocks noGrp="1"/>
          </p:cNvSpPr>
          <p:nvPr>
            <p:ph type="body" sz="quarter" idx="124"/>
          </p:nvPr>
        </p:nvSpPr>
        <p:spPr>
          <a:xfrm>
            <a:off x="7253081"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0" name="Text Placeholder 21"/>
          <p:cNvSpPr>
            <a:spLocks noGrp="1"/>
          </p:cNvSpPr>
          <p:nvPr>
            <p:ph type="body" sz="quarter" idx="125"/>
          </p:nvPr>
        </p:nvSpPr>
        <p:spPr>
          <a:xfrm>
            <a:off x="9470400"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1" name="Text Placeholder 21"/>
          <p:cNvSpPr>
            <a:spLocks noGrp="1"/>
          </p:cNvSpPr>
          <p:nvPr>
            <p:ph type="body" sz="quarter" idx="126"/>
          </p:nvPr>
        </p:nvSpPr>
        <p:spPr>
          <a:xfrm>
            <a:off x="601133"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2" name="Text Placeholder 21"/>
          <p:cNvSpPr>
            <a:spLocks noGrp="1"/>
          </p:cNvSpPr>
          <p:nvPr>
            <p:ph type="body" sz="quarter" idx="127"/>
          </p:nvPr>
        </p:nvSpPr>
        <p:spPr>
          <a:xfrm>
            <a:off x="2818449"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3" name="Text Placeholder 21"/>
          <p:cNvSpPr>
            <a:spLocks noGrp="1"/>
          </p:cNvSpPr>
          <p:nvPr>
            <p:ph type="body" sz="quarter" idx="128"/>
          </p:nvPr>
        </p:nvSpPr>
        <p:spPr>
          <a:xfrm>
            <a:off x="5035765"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4" name="Text Placeholder 21"/>
          <p:cNvSpPr>
            <a:spLocks noGrp="1"/>
          </p:cNvSpPr>
          <p:nvPr>
            <p:ph type="body" sz="quarter" idx="129"/>
          </p:nvPr>
        </p:nvSpPr>
        <p:spPr>
          <a:xfrm>
            <a:off x="7253081"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5" name="Text Placeholder 21"/>
          <p:cNvSpPr>
            <a:spLocks noGrp="1"/>
          </p:cNvSpPr>
          <p:nvPr>
            <p:ph type="body" sz="quarter" idx="130"/>
          </p:nvPr>
        </p:nvSpPr>
        <p:spPr>
          <a:xfrm>
            <a:off x="9470400"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7"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6" name="Slide Number Placeholder 9"/>
          <p:cNvSpPr>
            <a:spLocks noGrp="1"/>
          </p:cNvSpPr>
          <p:nvPr>
            <p:ph type="sldNum" sz="quarter" idx="131"/>
          </p:nvPr>
        </p:nvSpPr>
        <p:spPr/>
        <p:txBody>
          <a:bodyPr/>
          <a:lstStyle>
            <a:lvl1pPr>
              <a:defRPr/>
            </a:lvl1pPr>
          </a:lstStyle>
          <a:p>
            <a:fld id="{465CD288-24B3-4B48-8EA0-67784588A8A0}" type="slidenum">
              <a:rPr lang="en-US" altLang="en-US"/>
              <a:pPr/>
              <a:t>‹#›</a:t>
            </a:fld>
            <a:endParaRPr lang="en-US" altLang="en-US"/>
          </a:p>
        </p:txBody>
      </p:sp>
      <p:sp>
        <p:nvSpPr>
          <p:cNvPr id="38" name="Footer Placeholder 12"/>
          <p:cNvSpPr>
            <a:spLocks noGrp="1"/>
          </p:cNvSpPr>
          <p:nvPr>
            <p:ph type="ftr" sz="quarter" idx="132"/>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1488665738"/>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Tombstone - AWARDS V3">
    <p:spTree>
      <p:nvGrpSpPr>
        <p:cNvPr id="1" name=""/>
        <p:cNvGrpSpPr/>
        <p:nvPr/>
      </p:nvGrpSpPr>
      <p:grpSpPr>
        <a:xfrm>
          <a:off x="0" y="0"/>
          <a:ext cx="0" cy="0"/>
          <a:chOff x="0" y="0"/>
          <a:chExt cx="0" cy="0"/>
        </a:xfrm>
      </p:grpSpPr>
      <p:sp>
        <p:nvSpPr>
          <p:cNvPr id="6" name="Text Placeholder 21"/>
          <p:cNvSpPr>
            <a:spLocks noGrp="1"/>
          </p:cNvSpPr>
          <p:nvPr>
            <p:ph type="body" sz="quarter" idx="106"/>
          </p:nvPr>
        </p:nvSpPr>
        <p:spPr>
          <a:xfrm>
            <a:off x="601133"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1"/>
          <p:cNvSpPr>
            <a:spLocks noGrp="1"/>
          </p:cNvSpPr>
          <p:nvPr>
            <p:ph type="body" sz="quarter" idx="107"/>
          </p:nvPr>
        </p:nvSpPr>
        <p:spPr>
          <a:xfrm>
            <a:off x="601133"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21"/>
          <p:cNvSpPr>
            <a:spLocks noGrp="1"/>
          </p:cNvSpPr>
          <p:nvPr>
            <p:ph type="body" sz="quarter" idx="101"/>
          </p:nvPr>
        </p:nvSpPr>
        <p:spPr>
          <a:xfrm>
            <a:off x="601133"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21"/>
          <p:cNvSpPr>
            <a:spLocks noGrp="1"/>
          </p:cNvSpPr>
          <p:nvPr>
            <p:ph type="body" sz="quarter" idx="102"/>
          </p:nvPr>
        </p:nvSpPr>
        <p:spPr>
          <a:xfrm>
            <a:off x="2818451"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21"/>
          <p:cNvSpPr>
            <a:spLocks noGrp="1"/>
          </p:cNvSpPr>
          <p:nvPr>
            <p:ph type="body" sz="quarter" idx="103"/>
          </p:nvPr>
        </p:nvSpPr>
        <p:spPr>
          <a:xfrm>
            <a:off x="5035768"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21"/>
          <p:cNvSpPr>
            <a:spLocks noGrp="1"/>
          </p:cNvSpPr>
          <p:nvPr>
            <p:ph type="body" sz="quarter" idx="104"/>
          </p:nvPr>
        </p:nvSpPr>
        <p:spPr>
          <a:xfrm>
            <a:off x="7253085"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21"/>
          <p:cNvSpPr>
            <a:spLocks noGrp="1"/>
          </p:cNvSpPr>
          <p:nvPr>
            <p:ph type="body" sz="quarter" idx="105"/>
          </p:nvPr>
        </p:nvSpPr>
        <p:spPr>
          <a:xfrm>
            <a:off x="9470400"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21"/>
          <p:cNvSpPr>
            <a:spLocks noGrp="1"/>
          </p:cNvSpPr>
          <p:nvPr>
            <p:ph type="body" sz="quarter" idx="108"/>
          </p:nvPr>
        </p:nvSpPr>
        <p:spPr>
          <a:xfrm>
            <a:off x="2818451"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Text Placeholder 21"/>
          <p:cNvSpPr>
            <a:spLocks noGrp="1"/>
          </p:cNvSpPr>
          <p:nvPr>
            <p:ph type="body" sz="quarter" idx="109"/>
          </p:nvPr>
        </p:nvSpPr>
        <p:spPr>
          <a:xfrm>
            <a:off x="2818451"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21"/>
          <p:cNvSpPr>
            <a:spLocks noGrp="1"/>
          </p:cNvSpPr>
          <p:nvPr>
            <p:ph type="body" sz="quarter" idx="110"/>
          </p:nvPr>
        </p:nvSpPr>
        <p:spPr>
          <a:xfrm>
            <a:off x="5035768"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21"/>
          <p:cNvSpPr>
            <a:spLocks noGrp="1"/>
          </p:cNvSpPr>
          <p:nvPr>
            <p:ph type="body" sz="quarter" idx="111"/>
          </p:nvPr>
        </p:nvSpPr>
        <p:spPr>
          <a:xfrm>
            <a:off x="5035768"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21"/>
          <p:cNvSpPr>
            <a:spLocks noGrp="1"/>
          </p:cNvSpPr>
          <p:nvPr>
            <p:ph type="body" sz="quarter" idx="112"/>
          </p:nvPr>
        </p:nvSpPr>
        <p:spPr>
          <a:xfrm>
            <a:off x="7253085"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21"/>
          <p:cNvSpPr>
            <a:spLocks noGrp="1"/>
          </p:cNvSpPr>
          <p:nvPr>
            <p:ph type="body" sz="quarter" idx="113"/>
          </p:nvPr>
        </p:nvSpPr>
        <p:spPr>
          <a:xfrm>
            <a:off x="7253085"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21"/>
          <p:cNvSpPr>
            <a:spLocks noGrp="1"/>
          </p:cNvSpPr>
          <p:nvPr>
            <p:ph type="body" sz="quarter" idx="114"/>
          </p:nvPr>
        </p:nvSpPr>
        <p:spPr>
          <a:xfrm>
            <a:off x="9470400"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1"/>
          <p:cNvSpPr>
            <a:spLocks noGrp="1"/>
          </p:cNvSpPr>
          <p:nvPr>
            <p:ph type="body" sz="quarter" idx="115"/>
          </p:nvPr>
        </p:nvSpPr>
        <p:spPr>
          <a:xfrm>
            <a:off x="9470400"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21"/>
          <p:cNvSpPr>
            <a:spLocks noGrp="1"/>
          </p:cNvSpPr>
          <p:nvPr>
            <p:ph type="body" sz="quarter" idx="116"/>
          </p:nvPr>
        </p:nvSpPr>
        <p:spPr>
          <a:xfrm>
            <a:off x="601133"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2" name="Text Placeholder 21"/>
          <p:cNvSpPr>
            <a:spLocks noGrp="1"/>
          </p:cNvSpPr>
          <p:nvPr>
            <p:ph type="body" sz="quarter" idx="117"/>
          </p:nvPr>
        </p:nvSpPr>
        <p:spPr>
          <a:xfrm>
            <a:off x="2818449"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3" name="Text Placeholder 21"/>
          <p:cNvSpPr>
            <a:spLocks noGrp="1"/>
          </p:cNvSpPr>
          <p:nvPr>
            <p:ph type="body" sz="quarter" idx="118"/>
          </p:nvPr>
        </p:nvSpPr>
        <p:spPr>
          <a:xfrm>
            <a:off x="5035765"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4" name="Text Placeholder 21"/>
          <p:cNvSpPr>
            <a:spLocks noGrp="1"/>
          </p:cNvSpPr>
          <p:nvPr>
            <p:ph type="body" sz="quarter" idx="119"/>
          </p:nvPr>
        </p:nvSpPr>
        <p:spPr>
          <a:xfrm>
            <a:off x="7253081"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5" name="Text Placeholder 21"/>
          <p:cNvSpPr>
            <a:spLocks noGrp="1"/>
          </p:cNvSpPr>
          <p:nvPr>
            <p:ph type="body" sz="quarter" idx="120"/>
          </p:nvPr>
        </p:nvSpPr>
        <p:spPr>
          <a:xfrm>
            <a:off x="9470400"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6" name="Text Placeholder 21"/>
          <p:cNvSpPr>
            <a:spLocks noGrp="1"/>
          </p:cNvSpPr>
          <p:nvPr>
            <p:ph type="body" sz="quarter" idx="121"/>
          </p:nvPr>
        </p:nvSpPr>
        <p:spPr>
          <a:xfrm>
            <a:off x="601133"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7" name="Text Placeholder 21"/>
          <p:cNvSpPr>
            <a:spLocks noGrp="1"/>
          </p:cNvSpPr>
          <p:nvPr>
            <p:ph type="body" sz="quarter" idx="122"/>
          </p:nvPr>
        </p:nvSpPr>
        <p:spPr>
          <a:xfrm>
            <a:off x="2818449"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8" name="Text Placeholder 21"/>
          <p:cNvSpPr>
            <a:spLocks noGrp="1"/>
          </p:cNvSpPr>
          <p:nvPr>
            <p:ph type="body" sz="quarter" idx="123"/>
          </p:nvPr>
        </p:nvSpPr>
        <p:spPr>
          <a:xfrm>
            <a:off x="5035765"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9" name="Text Placeholder 21"/>
          <p:cNvSpPr>
            <a:spLocks noGrp="1"/>
          </p:cNvSpPr>
          <p:nvPr>
            <p:ph type="body" sz="quarter" idx="124"/>
          </p:nvPr>
        </p:nvSpPr>
        <p:spPr>
          <a:xfrm>
            <a:off x="7253081"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0" name="Text Placeholder 21"/>
          <p:cNvSpPr>
            <a:spLocks noGrp="1"/>
          </p:cNvSpPr>
          <p:nvPr>
            <p:ph type="body" sz="quarter" idx="125"/>
          </p:nvPr>
        </p:nvSpPr>
        <p:spPr>
          <a:xfrm>
            <a:off x="9470400"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1" name="Text Placeholder 21"/>
          <p:cNvSpPr>
            <a:spLocks noGrp="1"/>
          </p:cNvSpPr>
          <p:nvPr>
            <p:ph type="body" sz="quarter" idx="126"/>
          </p:nvPr>
        </p:nvSpPr>
        <p:spPr>
          <a:xfrm>
            <a:off x="601133"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2" name="Text Placeholder 21"/>
          <p:cNvSpPr>
            <a:spLocks noGrp="1"/>
          </p:cNvSpPr>
          <p:nvPr>
            <p:ph type="body" sz="quarter" idx="127"/>
          </p:nvPr>
        </p:nvSpPr>
        <p:spPr>
          <a:xfrm>
            <a:off x="2818449"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3" name="Text Placeholder 21"/>
          <p:cNvSpPr>
            <a:spLocks noGrp="1"/>
          </p:cNvSpPr>
          <p:nvPr>
            <p:ph type="body" sz="quarter" idx="128"/>
          </p:nvPr>
        </p:nvSpPr>
        <p:spPr>
          <a:xfrm>
            <a:off x="5035765"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4" name="Text Placeholder 21"/>
          <p:cNvSpPr>
            <a:spLocks noGrp="1"/>
          </p:cNvSpPr>
          <p:nvPr>
            <p:ph type="body" sz="quarter" idx="129"/>
          </p:nvPr>
        </p:nvSpPr>
        <p:spPr>
          <a:xfrm>
            <a:off x="7253081"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5" name="Text Placeholder 21"/>
          <p:cNvSpPr>
            <a:spLocks noGrp="1"/>
          </p:cNvSpPr>
          <p:nvPr>
            <p:ph type="body" sz="quarter" idx="130"/>
          </p:nvPr>
        </p:nvSpPr>
        <p:spPr>
          <a:xfrm>
            <a:off x="9470400"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7"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6" name="Slide Number Placeholder 9"/>
          <p:cNvSpPr>
            <a:spLocks noGrp="1"/>
          </p:cNvSpPr>
          <p:nvPr>
            <p:ph type="sldNum" sz="quarter" idx="131"/>
          </p:nvPr>
        </p:nvSpPr>
        <p:spPr/>
        <p:txBody>
          <a:bodyPr/>
          <a:lstStyle>
            <a:lvl1pPr>
              <a:defRPr/>
            </a:lvl1pPr>
          </a:lstStyle>
          <a:p>
            <a:fld id="{90FE7E78-F63E-6945-90BC-87516667A720}" type="slidenum">
              <a:rPr lang="en-US" altLang="en-US"/>
              <a:pPr/>
              <a:t>‹#›</a:t>
            </a:fld>
            <a:endParaRPr lang="en-US" altLang="en-US"/>
          </a:p>
        </p:txBody>
      </p:sp>
      <p:sp>
        <p:nvSpPr>
          <p:cNvPr id="38" name="Footer Placeholder 12"/>
          <p:cNvSpPr>
            <a:spLocks noGrp="1"/>
          </p:cNvSpPr>
          <p:nvPr>
            <p:ph type="ftr" sz="quarter" idx="132"/>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990063456"/>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914400" y="152400"/>
            <a:ext cx="10363200" cy="609600"/>
          </a:xfrm>
          <a:prstGeom prst="rect">
            <a:avLst/>
          </a:prstGeom>
        </p:spPr>
        <p:txBody>
          <a:bodyPr/>
          <a:lstStyle/>
          <a:p>
            <a:r>
              <a:rPr lang="en-US"/>
              <a:t>Click to edit Master title style</a:t>
            </a:r>
          </a:p>
        </p:txBody>
      </p:sp>
      <p:sp>
        <p:nvSpPr>
          <p:cNvPr id="3" name="Content Placeholder 2"/>
          <p:cNvSpPr>
            <a:spLocks noGrp="1"/>
          </p:cNvSpPr>
          <p:nvPr>
            <p:ph idx="1"/>
          </p:nvPr>
        </p:nvSpPr>
        <p:spPr>
          <a:xfrm>
            <a:off x="914400" y="914400"/>
            <a:ext cx="10363200" cy="5410200"/>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Rectangle 3"/>
          <p:cNvSpPr>
            <a:spLocks noGrp="1" noChangeArrowheads="1"/>
          </p:cNvSpPr>
          <p:nvPr>
            <p:ph type="ftr" sz="quarter" idx="10"/>
          </p:nvPr>
        </p:nvSpPr>
        <p:spPr/>
        <p:txBody>
          <a:bodyPr/>
          <a:lstStyle>
            <a:lvl1pPr>
              <a:defRPr b="0"/>
            </a:lvl1pPr>
          </a:lstStyle>
          <a:p>
            <a:r>
              <a:rPr lang="en-US"/>
              <a:t>Taxation of C Corporations</a:t>
            </a:r>
            <a:endParaRPr lang="en-US" dirty="0"/>
          </a:p>
        </p:txBody>
      </p:sp>
      <p:sp>
        <p:nvSpPr>
          <p:cNvPr id="5" name="Rectangle 4"/>
          <p:cNvSpPr>
            <a:spLocks noGrp="1" noChangeArrowheads="1"/>
          </p:cNvSpPr>
          <p:nvPr>
            <p:ph type="sldNum" sz="quarter" idx="11"/>
          </p:nvPr>
        </p:nvSpPr>
        <p:spPr/>
        <p:txBody>
          <a:bodyPr/>
          <a:lstStyle>
            <a:lvl1pPr>
              <a:defRPr/>
            </a:lvl1pPr>
          </a:lstStyle>
          <a:p>
            <a:endParaRPr lang="en-US" dirty="0">
              <a:latin typeface="Calibri"/>
            </a:endParaRPr>
          </a:p>
          <a:p>
            <a:fld id="{32A47CA8-1D40-3C49-82CF-CF2201A41E4F}" type="slidenum">
              <a:rPr lang="en-US" smtClean="0">
                <a:latin typeface="Calibri"/>
              </a:rPr>
              <a:pPr/>
              <a:t>‹#›</a:t>
            </a:fld>
            <a:endParaRPr lang="en-US" dirty="0">
              <a:latin typeface="Calibri"/>
            </a:endParaRPr>
          </a:p>
        </p:txBody>
      </p:sp>
    </p:spTree>
    <p:extLst>
      <p:ext uri="{BB962C8B-B14F-4D97-AF65-F5344CB8AC3E}">
        <p14:creationId xmlns:p14="http://schemas.microsoft.com/office/powerpoint/2010/main" val="265469765"/>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a:prstGeom prst="rect">
            <a:avLst/>
          </a:prstGeo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a:prstGeom prst="rect">
            <a:avLst/>
          </a:prstGeo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a:xfrm>
            <a:off x="838200" y="6356350"/>
            <a:ext cx="2743200" cy="365125"/>
          </a:xfrm>
          <a:prstGeom prst="rect">
            <a:avLst/>
          </a:prstGeom>
        </p:spPr>
        <p:txBody>
          <a:bodyPr/>
          <a:lstStyle/>
          <a:p>
            <a:endParaRPr lang="en-US"/>
          </a:p>
        </p:txBody>
      </p:sp>
      <p:sp>
        <p:nvSpPr>
          <p:cNvPr id="5" name="Footer Placeholder 4"/>
          <p:cNvSpPr>
            <a:spLocks noGrp="1"/>
          </p:cNvSpPr>
          <p:nvPr>
            <p:ph type="ftr" sz="quarter" idx="11"/>
          </p:nvPr>
        </p:nvSpPr>
        <p:spPr/>
        <p:txBody>
          <a:bodyPr/>
          <a:lstStyle/>
          <a:p>
            <a:r>
              <a:rPr lang="en-US"/>
              <a:t>Introduction</a:t>
            </a:r>
          </a:p>
        </p:txBody>
      </p:sp>
      <p:sp>
        <p:nvSpPr>
          <p:cNvPr id="6" name="Slide Number Placeholder 5"/>
          <p:cNvSpPr>
            <a:spLocks noGrp="1"/>
          </p:cNvSpPr>
          <p:nvPr>
            <p:ph type="sldNum" sz="quarter" idx="12"/>
          </p:nvPr>
        </p:nvSpPr>
        <p:spPr/>
        <p:txBody>
          <a:bodyPr/>
          <a:lstStyle/>
          <a:p>
            <a:fld id="{96D85B43-D788-46F7-A773-91C165729B06}" type="slidenum">
              <a:rPr lang="en-US" smtClean="0"/>
              <a:t>‹#›</a:t>
            </a:fld>
            <a:endParaRPr lang="en-US"/>
          </a:p>
        </p:txBody>
      </p:sp>
    </p:spTree>
    <p:extLst>
      <p:ext uri="{BB962C8B-B14F-4D97-AF65-F5344CB8AC3E}">
        <p14:creationId xmlns:p14="http://schemas.microsoft.com/office/powerpoint/2010/main" val="1016995504"/>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 Type="http://schemas.openxmlformats.org/officeDocument/2006/relationships/slideLayout" Target="../slideLayouts/slideLayout5.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theme" Target="../theme/theme1.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28" name="Line 88"/>
          <p:cNvSpPr>
            <a:spLocks noChangeShapeType="1"/>
          </p:cNvSpPr>
          <p:nvPr/>
        </p:nvSpPr>
        <p:spPr bwMode="gray">
          <a:xfrm>
            <a:off x="0" y="6423027"/>
            <a:ext cx="12192000" cy="0"/>
          </a:xfrm>
          <a:prstGeom prst="line">
            <a:avLst/>
          </a:prstGeom>
          <a:noFill/>
          <a:ln w="15875">
            <a:solidFill>
              <a:schemeClr val="accent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 name="Slide Number Placeholder 9"/>
          <p:cNvSpPr>
            <a:spLocks noGrp="1"/>
          </p:cNvSpPr>
          <p:nvPr>
            <p:ph type="sldNum" sz="quarter" idx="4"/>
          </p:nvPr>
        </p:nvSpPr>
        <p:spPr>
          <a:xfrm>
            <a:off x="11480800" y="6436634"/>
            <a:ext cx="609600" cy="365125"/>
          </a:xfrm>
          <a:prstGeom prst="rect">
            <a:avLst/>
          </a:prstGeom>
        </p:spPr>
        <p:txBody>
          <a:bodyPr vert="horz" wrap="square" lIns="91440" tIns="45720" rIns="91440" bIns="45720" numCol="1" anchor="ctr" anchorCtr="0" compatLnSpc="1">
            <a:prstTxWarp prst="textNoShape">
              <a:avLst/>
            </a:prstTxWarp>
          </a:bodyPr>
          <a:lstStyle>
            <a:lvl1pPr>
              <a:defRPr sz="800" b="0">
                <a:solidFill>
                  <a:schemeClr val="tx1">
                    <a:lumMod val="50000"/>
                    <a:lumOff val="50000"/>
                  </a:schemeClr>
                </a:solidFill>
                <a:latin typeface="+mn-lt"/>
              </a:defRPr>
            </a:lvl1pPr>
          </a:lstStyle>
          <a:p>
            <a:pPr algn="r"/>
            <a:fld id="{D9D5F7EB-196B-A148-8812-2A4F7A2FBBD6}" type="slidenum">
              <a:rPr lang="en-US" altLang="en-US" smtClean="0"/>
              <a:pPr algn="r"/>
              <a:t>‹#›</a:t>
            </a:fld>
            <a:endParaRPr lang="en-US" altLang="en-US" dirty="0"/>
          </a:p>
        </p:txBody>
      </p:sp>
      <p:sp>
        <p:nvSpPr>
          <p:cNvPr id="13" name="Footer Placeholder 12"/>
          <p:cNvSpPr>
            <a:spLocks noGrp="1"/>
          </p:cNvSpPr>
          <p:nvPr>
            <p:ph type="ftr" sz="quarter" idx="3"/>
          </p:nvPr>
        </p:nvSpPr>
        <p:spPr>
          <a:xfrm>
            <a:off x="4165600" y="6442487"/>
            <a:ext cx="3860800" cy="365125"/>
          </a:xfrm>
          <a:prstGeom prst="rect">
            <a:avLst/>
          </a:prstGeom>
        </p:spPr>
        <p:txBody>
          <a:bodyPr vert="horz" wrap="square" lIns="91440" tIns="45720" rIns="91440" bIns="45720" numCol="1" anchor="ctr" anchorCtr="0" compatLnSpc="1">
            <a:prstTxWarp prst="textNoShape">
              <a:avLst/>
            </a:prstTxWarp>
          </a:bodyPr>
          <a:lstStyle>
            <a:lvl1pPr algn="ctr">
              <a:defRPr sz="1000" b="1" smtClean="0">
                <a:solidFill>
                  <a:srgbClr val="898989"/>
                </a:solidFill>
                <a:latin typeface="+mn-lt"/>
                <a:ea typeface="+mn-ea"/>
              </a:defRPr>
            </a:lvl1pPr>
          </a:lstStyle>
          <a:p>
            <a:pPr>
              <a:defRPr/>
            </a:pPr>
            <a:r>
              <a:rPr lang="en-US" dirty="0"/>
              <a:t>Contributions to Capital: Section 351</a:t>
            </a:r>
          </a:p>
        </p:txBody>
      </p:sp>
      <p:sp>
        <p:nvSpPr>
          <p:cNvPr id="9" name="Footer Placeholder 3"/>
          <p:cNvSpPr txBox="1">
            <a:spLocks/>
          </p:cNvSpPr>
          <p:nvPr userDrawn="1"/>
        </p:nvSpPr>
        <p:spPr>
          <a:xfrm>
            <a:off x="96545" y="6423028"/>
            <a:ext cx="3149600" cy="365125"/>
          </a:xfrm>
          <a:prstGeom prst="rect">
            <a:avLst/>
          </a:prstGeom>
        </p:spPr>
        <p:txBody>
          <a:bodyPr vert="horz" wrap="square" lIns="91440" tIns="45720" rIns="91440" bIns="45720" numCol="1" anchor="ctr" anchorCtr="0" compatLnSpc="1">
            <a:prstTxWarp prst="textNoShape">
              <a:avLst/>
            </a:prstTxWarp>
          </a:bodyPr>
          <a:lstStyle>
            <a:defPPr>
              <a:defRPr lang="en-US"/>
            </a:defPPr>
            <a:lvl1pPr algn="ctr" rtl="0" fontAlgn="base">
              <a:spcBef>
                <a:spcPct val="0"/>
              </a:spcBef>
              <a:spcAft>
                <a:spcPct val="0"/>
              </a:spcAft>
              <a:defRPr sz="1200" kern="1200" smtClean="0">
                <a:solidFill>
                  <a:srgbClr val="898989"/>
                </a:solidFill>
                <a:latin typeface="Arial" charset="0"/>
                <a:ea typeface="+mn-ea"/>
                <a:cs typeface="Arial" charset="0"/>
              </a:defRPr>
            </a:lvl1pPr>
            <a:lvl2pPr marL="457200" algn="l" rtl="0" fontAlgn="base">
              <a:spcBef>
                <a:spcPct val="0"/>
              </a:spcBef>
              <a:spcAft>
                <a:spcPct val="0"/>
              </a:spcAft>
              <a:defRPr kern="1200">
                <a:solidFill>
                  <a:schemeClr val="tx1"/>
                </a:solidFill>
                <a:latin typeface="Calibri" charset="0"/>
                <a:ea typeface="Arial" charset="0"/>
                <a:cs typeface="Arial" charset="0"/>
              </a:defRPr>
            </a:lvl2pPr>
            <a:lvl3pPr marL="914400" algn="l" rtl="0" fontAlgn="base">
              <a:spcBef>
                <a:spcPct val="0"/>
              </a:spcBef>
              <a:spcAft>
                <a:spcPct val="0"/>
              </a:spcAft>
              <a:defRPr kern="1200">
                <a:solidFill>
                  <a:schemeClr val="tx1"/>
                </a:solidFill>
                <a:latin typeface="Calibri" charset="0"/>
                <a:ea typeface="Arial" charset="0"/>
                <a:cs typeface="Arial" charset="0"/>
              </a:defRPr>
            </a:lvl3pPr>
            <a:lvl4pPr marL="1371600" algn="l" rtl="0" fontAlgn="base">
              <a:spcBef>
                <a:spcPct val="0"/>
              </a:spcBef>
              <a:spcAft>
                <a:spcPct val="0"/>
              </a:spcAft>
              <a:defRPr kern="1200">
                <a:solidFill>
                  <a:schemeClr val="tx1"/>
                </a:solidFill>
                <a:latin typeface="Calibri" charset="0"/>
                <a:ea typeface="Arial" charset="0"/>
                <a:cs typeface="Arial" charset="0"/>
              </a:defRPr>
            </a:lvl4pPr>
            <a:lvl5pPr marL="1828800" algn="l" rtl="0" fontAlgn="base">
              <a:spcBef>
                <a:spcPct val="0"/>
              </a:spcBef>
              <a:spcAft>
                <a:spcPct val="0"/>
              </a:spcAft>
              <a:defRPr kern="1200">
                <a:solidFill>
                  <a:schemeClr val="tx1"/>
                </a:solidFill>
                <a:latin typeface="Calibri" charset="0"/>
                <a:ea typeface="Arial" charset="0"/>
                <a:cs typeface="Arial" charset="0"/>
              </a:defRPr>
            </a:lvl5pPr>
            <a:lvl6pPr marL="2286000" algn="l" defTabSz="914400" rtl="0" eaLnBrk="1" latinLnBrk="0" hangingPunct="1">
              <a:defRPr kern="1200">
                <a:solidFill>
                  <a:schemeClr val="tx1"/>
                </a:solidFill>
                <a:latin typeface="Calibri" charset="0"/>
                <a:ea typeface="Arial" charset="0"/>
                <a:cs typeface="Arial" charset="0"/>
              </a:defRPr>
            </a:lvl6pPr>
            <a:lvl7pPr marL="2743200" algn="l" defTabSz="914400" rtl="0" eaLnBrk="1" latinLnBrk="0" hangingPunct="1">
              <a:defRPr kern="1200">
                <a:solidFill>
                  <a:schemeClr val="tx1"/>
                </a:solidFill>
                <a:latin typeface="Calibri" charset="0"/>
                <a:ea typeface="Arial" charset="0"/>
                <a:cs typeface="Arial" charset="0"/>
              </a:defRPr>
            </a:lvl7pPr>
            <a:lvl8pPr marL="3200400" algn="l" defTabSz="914400" rtl="0" eaLnBrk="1" latinLnBrk="0" hangingPunct="1">
              <a:defRPr kern="1200">
                <a:solidFill>
                  <a:schemeClr val="tx1"/>
                </a:solidFill>
                <a:latin typeface="Calibri" charset="0"/>
                <a:ea typeface="Arial" charset="0"/>
                <a:cs typeface="Arial" charset="0"/>
              </a:defRPr>
            </a:lvl8pPr>
            <a:lvl9pPr marL="3657600" algn="l" defTabSz="914400" rtl="0" eaLnBrk="1" latinLnBrk="0" hangingPunct="1">
              <a:defRPr kern="1200">
                <a:solidFill>
                  <a:schemeClr val="tx1"/>
                </a:solidFill>
                <a:latin typeface="Calibri" charset="0"/>
                <a:ea typeface="Arial" charset="0"/>
                <a:cs typeface="Arial" charset="0"/>
              </a:defRPr>
            </a:lvl9pPr>
          </a:lstStyle>
          <a:p>
            <a:pPr algn="l">
              <a:defRPr/>
            </a:pPr>
            <a:r>
              <a:rPr lang="en-US" sz="800" dirty="0">
                <a:latin typeface="+mn-lt"/>
              </a:rPr>
              <a:t>CT</a:t>
            </a:r>
            <a:r>
              <a:rPr lang="en-US" sz="800" baseline="0" dirty="0">
                <a:latin typeface="+mn-lt"/>
              </a:rPr>
              <a:t>_ConCap351_2026S</a:t>
            </a:r>
            <a:endParaRPr lang="en-US" sz="800" dirty="0">
              <a:latin typeface="+mn-lt"/>
            </a:endParaRPr>
          </a:p>
        </p:txBody>
      </p:sp>
    </p:spTree>
    <p:extLst>
      <p:ext uri="{BB962C8B-B14F-4D97-AF65-F5344CB8AC3E}">
        <p14:creationId xmlns:p14="http://schemas.microsoft.com/office/powerpoint/2010/main" val="37177634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715" r:id="rId7"/>
    <p:sldLayoutId id="2147483667" r:id="rId8"/>
    <p:sldLayoutId id="2147483668" r:id="rId9"/>
    <p:sldLayoutId id="2147483669" r:id="rId10"/>
    <p:sldLayoutId id="2147483670" r:id="rId11"/>
    <p:sldLayoutId id="2147483671" r:id="rId12"/>
    <p:sldLayoutId id="2147483672" r:id="rId13"/>
    <p:sldLayoutId id="2147483673" r:id="rId14"/>
    <p:sldLayoutId id="2147483674" r:id="rId15"/>
    <p:sldLayoutId id="2147483675" r:id="rId16"/>
    <p:sldLayoutId id="2147483676" r:id="rId17"/>
    <p:sldLayoutId id="2147483677" r:id="rId18"/>
    <p:sldLayoutId id="2147483678" r:id="rId19"/>
    <p:sldLayoutId id="2147483679" r:id="rId20"/>
    <p:sldLayoutId id="2147483680" r:id="rId21"/>
    <p:sldLayoutId id="2147483681" r:id="rId22"/>
    <p:sldLayoutId id="2147483682" r:id="rId23"/>
    <p:sldLayoutId id="2147483683" r:id="rId24"/>
    <p:sldLayoutId id="2147483684" r:id="rId25"/>
    <p:sldLayoutId id="2147483685" r:id="rId26"/>
    <p:sldLayoutId id="2147483686" r:id="rId27"/>
    <p:sldLayoutId id="2147483687" r:id="rId28"/>
    <p:sldLayoutId id="2147483688" r:id="rId29"/>
    <p:sldLayoutId id="2147483689" r:id="rId30"/>
    <p:sldLayoutId id="2147483690" r:id="rId31"/>
    <p:sldLayoutId id="2147483691" r:id="rId32"/>
    <p:sldLayoutId id="2147483692" r:id="rId33"/>
    <p:sldLayoutId id="2147483693" r:id="rId34"/>
    <p:sldLayoutId id="2147483694" r:id="rId35"/>
    <p:sldLayoutId id="2147483695" r:id="rId36"/>
    <p:sldLayoutId id="2147483696" r:id="rId37"/>
    <p:sldLayoutId id="2147483697" r:id="rId38"/>
    <p:sldLayoutId id="2147483698" r:id="rId39"/>
    <p:sldLayoutId id="2147483699" r:id="rId40"/>
    <p:sldLayoutId id="2147483700" r:id="rId41"/>
    <p:sldLayoutId id="2147483701" r:id="rId42"/>
    <p:sldLayoutId id="2147483702" r:id="rId43"/>
    <p:sldLayoutId id="2147483703" r:id="rId44"/>
    <p:sldLayoutId id="2147483704" r:id="rId45"/>
    <p:sldLayoutId id="2147483705" r:id="rId46"/>
    <p:sldLayoutId id="2147483706" r:id="rId47"/>
    <p:sldLayoutId id="2147483707" r:id="rId48"/>
    <p:sldLayoutId id="2147483708" r:id="rId49"/>
    <p:sldLayoutId id="2147483709" r:id="rId50"/>
    <p:sldLayoutId id="2147483710" r:id="rId51"/>
    <p:sldLayoutId id="2147483711" r:id="rId52"/>
    <p:sldLayoutId id="2147483712" r:id="rId53"/>
    <p:sldLayoutId id="2147483713" r:id="rId54"/>
    <p:sldLayoutId id="2147483714" r:id="rId55"/>
    <p:sldLayoutId id="2147483716" r:id="rId56"/>
  </p:sldLayoutIdLst>
  <p:hf hdr="0" dt="0"/>
  <p:txStyles>
    <p:titleStyle>
      <a:lvl1pPr algn="ctr" rtl="0" eaLnBrk="1" fontAlgn="base" hangingPunct="1">
        <a:spcBef>
          <a:spcPct val="0"/>
        </a:spcBef>
        <a:spcAft>
          <a:spcPct val="0"/>
        </a:spcAft>
        <a:defRPr sz="4400" kern="1200">
          <a:solidFill>
            <a:schemeClr val="tx1"/>
          </a:solidFill>
          <a:latin typeface="+mj-lt"/>
          <a:ea typeface="+mj-ea"/>
          <a:cs typeface="+mj-cs"/>
        </a:defRPr>
      </a:lvl1pPr>
      <a:lvl2pPr algn="ctr" rtl="0" eaLnBrk="1" fontAlgn="base" hangingPunct="1">
        <a:spcBef>
          <a:spcPct val="0"/>
        </a:spcBef>
        <a:spcAft>
          <a:spcPct val="0"/>
        </a:spcAft>
        <a:defRPr sz="4400">
          <a:solidFill>
            <a:schemeClr val="tx1"/>
          </a:solidFill>
          <a:latin typeface="Arial" charset="0"/>
        </a:defRPr>
      </a:lvl2pPr>
      <a:lvl3pPr algn="ctr" rtl="0" eaLnBrk="1" fontAlgn="base" hangingPunct="1">
        <a:spcBef>
          <a:spcPct val="0"/>
        </a:spcBef>
        <a:spcAft>
          <a:spcPct val="0"/>
        </a:spcAft>
        <a:defRPr sz="4400">
          <a:solidFill>
            <a:schemeClr val="tx1"/>
          </a:solidFill>
          <a:latin typeface="Arial" charset="0"/>
        </a:defRPr>
      </a:lvl3pPr>
      <a:lvl4pPr algn="ctr" rtl="0" eaLnBrk="1" fontAlgn="base" hangingPunct="1">
        <a:spcBef>
          <a:spcPct val="0"/>
        </a:spcBef>
        <a:spcAft>
          <a:spcPct val="0"/>
        </a:spcAft>
        <a:defRPr sz="4400">
          <a:solidFill>
            <a:schemeClr val="tx1"/>
          </a:solidFill>
          <a:latin typeface="Arial" charset="0"/>
        </a:defRPr>
      </a:lvl4pPr>
      <a:lvl5pPr algn="ctr" rtl="0" eaLnBrk="1" fontAlgn="base" hangingPunct="1">
        <a:spcBef>
          <a:spcPct val="0"/>
        </a:spcBef>
        <a:spcAft>
          <a:spcPct val="0"/>
        </a:spcAft>
        <a:defRPr sz="4400">
          <a:solidFill>
            <a:schemeClr val="tx1"/>
          </a:solidFill>
          <a:latin typeface="Arial" charset="0"/>
        </a:defRPr>
      </a:lvl5pPr>
      <a:lvl6pPr marL="457200" algn="ctr" rtl="0" eaLnBrk="1" fontAlgn="base" hangingPunct="1">
        <a:spcBef>
          <a:spcPct val="0"/>
        </a:spcBef>
        <a:spcAft>
          <a:spcPct val="0"/>
        </a:spcAft>
        <a:defRPr sz="4400">
          <a:solidFill>
            <a:schemeClr val="tx1"/>
          </a:solidFill>
          <a:latin typeface="Arial" charset="0"/>
        </a:defRPr>
      </a:lvl6pPr>
      <a:lvl7pPr marL="914400" algn="ctr" rtl="0" eaLnBrk="1" fontAlgn="base" hangingPunct="1">
        <a:spcBef>
          <a:spcPct val="0"/>
        </a:spcBef>
        <a:spcAft>
          <a:spcPct val="0"/>
        </a:spcAft>
        <a:defRPr sz="4400">
          <a:solidFill>
            <a:schemeClr val="tx1"/>
          </a:solidFill>
          <a:latin typeface="Arial" charset="0"/>
        </a:defRPr>
      </a:lvl7pPr>
      <a:lvl8pPr marL="1371600" algn="ctr" rtl="0" eaLnBrk="1" fontAlgn="base" hangingPunct="1">
        <a:spcBef>
          <a:spcPct val="0"/>
        </a:spcBef>
        <a:spcAft>
          <a:spcPct val="0"/>
        </a:spcAft>
        <a:defRPr sz="4400">
          <a:solidFill>
            <a:schemeClr val="tx1"/>
          </a:solidFill>
          <a:latin typeface="Arial" charset="0"/>
        </a:defRPr>
      </a:lvl8pPr>
      <a:lvl9pPr marL="1828800" algn="ctr" rtl="0" eaLnBrk="1" fontAlgn="base" hangingPunct="1">
        <a:spcBef>
          <a:spcPct val="0"/>
        </a:spcBef>
        <a:spcAft>
          <a:spcPct val="0"/>
        </a:spcAft>
        <a:defRPr sz="4400">
          <a:solidFill>
            <a:schemeClr val="tx1"/>
          </a:solidFill>
          <a:latin typeface="Arial" charset="0"/>
        </a:defRPr>
      </a:lvl9pPr>
    </p:titleStyle>
    <p:bodyStyle>
      <a:lvl1pPr marL="342900" indent="-342900" algn="l" rtl="0" eaLnBrk="1" fontAlgn="base" hangingPunct="1">
        <a:spcBef>
          <a:spcPct val="20000"/>
        </a:spcBef>
        <a:spcAft>
          <a:spcPct val="0"/>
        </a:spcAft>
        <a:buFont typeface="Arial" charset="0"/>
        <a:buChar char="•"/>
        <a:defRPr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tiff"/><Relationship Id="rId2" Type="http://schemas.openxmlformats.org/officeDocument/2006/relationships/notesSlide" Target="../notesSlides/notesSlide1.xml"/><Relationship Id="rId1" Type="http://schemas.openxmlformats.org/officeDocument/2006/relationships/slideLayout" Target="../slideLayouts/slideLayout5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tiff"/><Relationship Id="rId2" Type="http://schemas.openxmlformats.org/officeDocument/2006/relationships/hyperlink" Target="https://shorturl.at/7Ak6I" TargetMode="Externa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hyperlink" Target="https://papers.ssrn.com/sol3/papers.cfm?abstract_id=5364015" TargetMode="External"/><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673665"/>
            <a:ext cx="9144000" cy="2047764"/>
          </a:xfrm>
        </p:spPr>
        <p:txBody>
          <a:bodyPr>
            <a:normAutofit/>
          </a:bodyPr>
          <a:lstStyle/>
          <a:p>
            <a:r>
              <a:rPr lang="en-US" b="1" dirty="0"/>
              <a:t>Corporate Taxation</a:t>
            </a:r>
            <a:r>
              <a:rPr lang="en-US" dirty="0"/>
              <a:t>:</a:t>
            </a:r>
          </a:p>
        </p:txBody>
      </p:sp>
      <p:sp>
        <p:nvSpPr>
          <p:cNvPr id="6" name="Footer Placeholder 5"/>
          <p:cNvSpPr>
            <a:spLocks noGrp="1"/>
          </p:cNvSpPr>
          <p:nvPr>
            <p:ph type="ftr" sz="quarter" idx="11"/>
          </p:nvPr>
        </p:nvSpPr>
        <p:spPr/>
        <p:txBody>
          <a:bodyPr/>
          <a:lstStyle/>
          <a:p>
            <a:pPr>
              <a:defRPr/>
            </a:pPr>
            <a:r>
              <a:rPr lang="en-US" dirty="0"/>
              <a:t>351 Transactions</a:t>
            </a:r>
          </a:p>
        </p:txBody>
      </p:sp>
      <p:sp>
        <p:nvSpPr>
          <p:cNvPr id="7" name="Slide Number Placeholder 6"/>
          <p:cNvSpPr>
            <a:spLocks noGrp="1"/>
          </p:cNvSpPr>
          <p:nvPr>
            <p:ph type="sldNum" sz="quarter" idx="12"/>
          </p:nvPr>
        </p:nvSpPr>
        <p:spPr/>
        <p:txBody>
          <a:bodyPr/>
          <a:lstStyle/>
          <a:p>
            <a:fld id="{96D85B43-D788-46F7-A773-91C165729B06}" type="slidenum">
              <a:rPr lang="en-US" smtClean="0"/>
              <a:t>1</a:t>
            </a:fld>
            <a:endParaRPr lang="en-US"/>
          </a:p>
        </p:txBody>
      </p:sp>
      <p:pic>
        <p:nvPicPr>
          <p:cNvPr id="8" name="Picture 7" descr="pic1.tiff">
            <a:extLst>
              <a:ext uri="{FF2B5EF4-FFF2-40B4-BE49-F238E27FC236}">
                <a16:creationId xmlns:a16="http://schemas.microsoft.com/office/drawing/2014/main" id="{875BC4D3-57EF-9946-909E-614DC0E96A2F}"/>
              </a:ext>
            </a:extLst>
          </p:cNvPr>
          <p:cNvPicPr>
            <a:picLocks noChangeAspect="1"/>
          </p:cNvPicPr>
          <p:nvPr/>
        </p:nvPicPr>
        <p:blipFill>
          <a:blip r:embed="rId3"/>
          <a:stretch>
            <a:fillRect/>
          </a:stretch>
        </p:blipFill>
        <p:spPr>
          <a:xfrm>
            <a:off x="4572001" y="5486401"/>
            <a:ext cx="2873661" cy="649527"/>
          </a:xfrm>
          <a:prstGeom prst="rect">
            <a:avLst/>
          </a:prstGeom>
        </p:spPr>
      </p:pic>
      <p:sp>
        <p:nvSpPr>
          <p:cNvPr id="3" name="Subtitle 2">
            <a:extLst>
              <a:ext uri="{FF2B5EF4-FFF2-40B4-BE49-F238E27FC236}">
                <a16:creationId xmlns:a16="http://schemas.microsoft.com/office/drawing/2014/main" id="{7385DACB-5DF7-055C-426C-4179F9FC34A3}"/>
              </a:ext>
            </a:extLst>
          </p:cNvPr>
          <p:cNvSpPr>
            <a:spLocks noGrp="1"/>
          </p:cNvSpPr>
          <p:nvPr>
            <p:ph type="subTitle" idx="1"/>
          </p:nvPr>
        </p:nvSpPr>
        <p:spPr>
          <a:xfrm>
            <a:off x="1436831" y="3338642"/>
            <a:ext cx="9144000" cy="1655762"/>
          </a:xfrm>
        </p:spPr>
        <p:txBody>
          <a:bodyPr>
            <a:normAutofit/>
          </a:bodyPr>
          <a:lstStyle/>
          <a:p>
            <a:r>
              <a:rPr lang="en-US" sz="2800" dirty="0"/>
              <a:t>Prof. Colon</a:t>
            </a:r>
          </a:p>
          <a:p>
            <a:r>
              <a:rPr lang="en-US" sz="2800" dirty="0"/>
              <a:t>Spring 2026</a:t>
            </a:r>
          </a:p>
          <a:p>
            <a:r>
              <a:rPr lang="en-US" sz="2800" dirty="0"/>
              <a:t>Contributions to Controlled Corporations</a:t>
            </a:r>
          </a:p>
        </p:txBody>
      </p:sp>
    </p:spTree>
    <p:extLst>
      <p:ext uri="{BB962C8B-B14F-4D97-AF65-F5344CB8AC3E}">
        <p14:creationId xmlns:p14="http://schemas.microsoft.com/office/powerpoint/2010/main" val="7840591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9EA8183-B58C-7444-81C1-870029AAC288}"/>
              </a:ext>
            </a:extLst>
          </p:cNvPr>
          <p:cNvSpPr>
            <a:spLocks noGrp="1"/>
          </p:cNvSpPr>
          <p:nvPr>
            <p:ph idx="1"/>
          </p:nvPr>
        </p:nvSpPr>
        <p:spPr/>
        <p:txBody>
          <a:bodyPr>
            <a:normAutofit/>
          </a:bodyPr>
          <a:lstStyle/>
          <a:p>
            <a:r>
              <a:rPr lang="en-US" dirty="0"/>
              <a:t>Under section 351, transfers of </a:t>
            </a:r>
            <a:r>
              <a:rPr lang="en-US" b="1" dirty="0"/>
              <a:t>property</a:t>
            </a:r>
            <a:r>
              <a:rPr lang="en-US" dirty="0"/>
              <a:t> to a corporation </a:t>
            </a:r>
            <a:r>
              <a:rPr lang="en-US" b="1" dirty="0"/>
              <a:t>solely in exchange for stock </a:t>
            </a:r>
            <a:r>
              <a:rPr lang="en-US" dirty="0"/>
              <a:t>are generally tax-free if the transferor(s) control the corporation after the transfer</a:t>
            </a:r>
          </a:p>
          <a:p>
            <a:pPr lvl="1"/>
            <a:r>
              <a:rPr lang="en-US" sz="2400" dirty="0"/>
              <a:t>Tax free to transferors, but </a:t>
            </a:r>
            <a:r>
              <a:rPr lang="en-US" sz="2400" i="1" dirty="0"/>
              <a:t>boot </a:t>
            </a:r>
            <a:r>
              <a:rPr lang="en-US" sz="2400" dirty="0"/>
              <a:t>to the extent of gain is taxable</a:t>
            </a:r>
          </a:p>
          <a:p>
            <a:pPr lvl="1"/>
            <a:r>
              <a:rPr lang="en-US" sz="2400" dirty="0"/>
              <a:t>Tax free to transferee corporation</a:t>
            </a:r>
          </a:p>
          <a:p>
            <a:pPr lvl="1"/>
            <a:r>
              <a:rPr lang="en-US" sz="2400" dirty="0"/>
              <a:t>Function similarly to reorganization (M&amp;A) provisions: deferral, not-forgiveness</a:t>
            </a:r>
          </a:p>
          <a:p>
            <a:r>
              <a:rPr lang="en-US" dirty="0"/>
              <a:t>Correlative adjustments</a:t>
            </a:r>
          </a:p>
          <a:p>
            <a:pPr lvl="1"/>
            <a:r>
              <a:rPr lang="en-US" sz="2400" dirty="0"/>
              <a:t>COB in the shares received + gain from boot (</a:t>
            </a:r>
            <a:r>
              <a:rPr lang="en-US" altLang="en-US" sz="2400" dirty="0"/>
              <a:t>§358)</a:t>
            </a:r>
            <a:endParaRPr lang="en-US" sz="2400" dirty="0"/>
          </a:p>
          <a:p>
            <a:pPr lvl="1"/>
            <a:r>
              <a:rPr lang="en-US" sz="2400" dirty="0"/>
              <a:t>COB to corporation + any gain recognized (</a:t>
            </a:r>
            <a:r>
              <a:rPr lang="en-US" altLang="en-US" sz="2400" dirty="0"/>
              <a:t>§362)</a:t>
            </a:r>
          </a:p>
          <a:p>
            <a:pPr lvl="1"/>
            <a:r>
              <a:rPr lang="en-US" sz="2400" dirty="0"/>
              <a:t>Special rules for liabilities (</a:t>
            </a:r>
            <a:r>
              <a:rPr lang="en-US" altLang="en-US" sz="2400" dirty="0"/>
              <a:t>§357)</a:t>
            </a:r>
            <a:endParaRPr lang="en-US" sz="2400" dirty="0"/>
          </a:p>
          <a:p>
            <a:r>
              <a:rPr lang="en-US" dirty="0"/>
              <a:t>Why</a:t>
            </a:r>
          </a:p>
          <a:p>
            <a:pPr lvl="1"/>
            <a:r>
              <a:rPr lang="en-US" sz="2400" dirty="0"/>
              <a:t>Encourage capital formation</a:t>
            </a:r>
          </a:p>
          <a:p>
            <a:pPr lvl="1"/>
            <a:r>
              <a:rPr lang="en-US" sz="2400" dirty="0"/>
              <a:t>Sub v. form, but…</a:t>
            </a:r>
          </a:p>
        </p:txBody>
      </p:sp>
      <p:sp>
        <p:nvSpPr>
          <p:cNvPr id="3" name="Title 2">
            <a:extLst>
              <a:ext uri="{FF2B5EF4-FFF2-40B4-BE49-F238E27FC236}">
                <a16:creationId xmlns:a16="http://schemas.microsoft.com/office/drawing/2014/main" id="{1E77B015-2386-5B41-B2CE-6C48A031039B}"/>
              </a:ext>
            </a:extLst>
          </p:cNvPr>
          <p:cNvSpPr>
            <a:spLocks noGrp="1"/>
          </p:cNvSpPr>
          <p:nvPr>
            <p:ph type="title"/>
          </p:nvPr>
        </p:nvSpPr>
        <p:spPr/>
        <p:txBody>
          <a:bodyPr/>
          <a:lstStyle/>
          <a:p>
            <a:r>
              <a:rPr lang="en-US" dirty="0"/>
              <a:t>Contributions to Controlled Corporations	</a:t>
            </a:r>
          </a:p>
        </p:txBody>
      </p:sp>
      <p:sp>
        <p:nvSpPr>
          <p:cNvPr id="4" name="Slide Number Placeholder 3">
            <a:extLst>
              <a:ext uri="{FF2B5EF4-FFF2-40B4-BE49-F238E27FC236}">
                <a16:creationId xmlns:a16="http://schemas.microsoft.com/office/drawing/2014/main" id="{D0754E2F-4484-9B42-9570-745699B0961B}"/>
              </a:ext>
            </a:extLst>
          </p:cNvPr>
          <p:cNvSpPr>
            <a:spLocks noGrp="1"/>
          </p:cNvSpPr>
          <p:nvPr>
            <p:ph type="sldNum" sz="quarter" idx="10"/>
          </p:nvPr>
        </p:nvSpPr>
        <p:spPr/>
        <p:txBody>
          <a:bodyPr/>
          <a:lstStyle/>
          <a:p>
            <a:fld id="{7B3E355C-57B9-BC4B-95D8-406A1F834537}" type="slidenum">
              <a:rPr lang="en-US" altLang="en-US" smtClean="0"/>
              <a:pPr/>
              <a:t>2</a:t>
            </a:fld>
            <a:endParaRPr lang="en-US" altLang="en-US" dirty="0"/>
          </a:p>
        </p:txBody>
      </p:sp>
      <p:sp>
        <p:nvSpPr>
          <p:cNvPr id="6" name="Footer Placeholder 5"/>
          <p:cNvSpPr>
            <a:spLocks noGrp="1"/>
          </p:cNvSpPr>
          <p:nvPr>
            <p:ph type="ftr" sz="quarter" idx="11"/>
          </p:nvPr>
        </p:nvSpPr>
        <p:spPr/>
        <p:txBody>
          <a:bodyPr/>
          <a:lstStyle/>
          <a:p>
            <a:pPr>
              <a:defRPr/>
            </a:pPr>
            <a:r>
              <a:rPr lang="en-US"/>
              <a:t>351 Transactions</a:t>
            </a:r>
            <a:endParaRPr lang="en-US" dirty="0"/>
          </a:p>
        </p:txBody>
      </p:sp>
    </p:spTree>
    <p:extLst>
      <p:ext uri="{BB962C8B-B14F-4D97-AF65-F5344CB8AC3E}">
        <p14:creationId xmlns:p14="http://schemas.microsoft.com/office/powerpoint/2010/main" val="3050349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5" name="Rectangle 3"/>
          <p:cNvSpPr>
            <a:spLocks noGrp="1" noChangeArrowheads="1"/>
          </p:cNvSpPr>
          <p:nvPr>
            <p:ph idx="1"/>
          </p:nvPr>
        </p:nvSpPr>
        <p:spPr>
          <a:xfrm>
            <a:off x="512064" y="533400"/>
            <a:ext cx="11277600" cy="5812064"/>
          </a:xfrm>
        </p:spPr>
        <p:txBody>
          <a:bodyPr/>
          <a:lstStyle/>
          <a:p>
            <a:pPr eaLnBrk="1" hangingPunct="1"/>
            <a:r>
              <a:rPr lang="en-US" altLang="en-US" sz="2800" dirty="0"/>
              <a:t>The transfer of property to a corporation (</a:t>
            </a:r>
            <a:r>
              <a:rPr lang="en-US" altLang="en-US" sz="2800" i="1" dirty="0"/>
              <a:t>new or existing</a:t>
            </a:r>
            <a:r>
              <a:rPr lang="en-US" altLang="en-US" sz="2800" dirty="0"/>
              <a:t>) solely in exchange for stock is tax free to both the corporation and transferor(s) if the transferor(s) controls the corporation immediately after the transfer.</a:t>
            </a:r>
          </a:p>
          <a:p>
            <a:pPr lvl="1"/>
            <a:r>
              <a:rPr lang="en-US" altLang="en-US" sz="2400" dirty="0"/>
              <a:t>If property other than stock is received, </a:t>
            </a:r>
            <a:r>
              <a:rPr lang="en-US" altLang="en-US" sz="2400" i="1" dirty="0"/>
              <a:t>e.g</a:t>
            </a:r>
            <a:r>
              <a:rPr lang="en-US" altLang="en-US" sz="2400" dirty="0"/>
              <a:t>., money, the transferor recognizes gain (but not loss) to the extent of the value of the property (</a:t>
            </a:r>
            <a:r>
              <a:rPr lang="en-US" altLang="en-US" sz="2400" i="1" dirty="0"/>
              <a:t>boot</a:t>
            </a:r>
            <a:r>
              <a:rPr lang="en-US" altLang="en-US" sz="2400" dirty="0"/>
              <a:t>) received.</a:t>
            </a:r>
          </a:p>
          <a:p>
            <a:pPr lvl="1"/>
            <a:endParaRPr lang="en-US" altLang="en-US" sz="2400" dirty="0"/>
          </a:p>
          <a:p>
            <a:pPr eaLnBrk="1" hangingPunct="1"/>
            <a:r>
              <a:rPr lang="en-US" altLang="en-US" sz="2800" dirty="0"/>
              <a:t>The transferor(s) </a:t>
            </a:r>
            <a:r>
              <a:rPr lang="en-US" altLang="en-US" sz="2800" i="1" dirty="0"/>
              <a:t>and</a:t>
            </a:r>
            <a:r>
              <a:rPr lang="en-US" altLang="en-US" sz="2800" dirty="0"/>
              <a:t> corporation take a carryover basis in the stock and property received, increased by any gain recognized.  </a:t>
            </a:r>
          </a:p>
          <a:p>
            <a:pPr lvl="1" eaLnBrk="1" hangingPunct="1"/>
            <a:r>
              <a:rPr lang="en-US" altLang="en-US" sz="2400" dirty="0"/>
              <a:t>One potential gain (at the </a:t>
            </a:r>
            <a:r>
              <a:rPr lang="en-US" altLang="en-US" sz="2400" dirty="0" err="1"/>
              <a:t>SH</a:t>
            </a:r>
            <a:r>
              <a:rPr lang="en-US" altLang="en-US" sz="2400" dirty="0"/>
              <a:t> level) now becomes two: one at the </a:t>
            </a:r>
            <a:r>
              <a:rPr lang="en-US" altLang="en-US" sz="2400" dirty="0" err="1"/>
              <a:t>SH</a:t>
            </a:r>
            <a:r>
              <a:rPr lang="en-US" altLang="en-US" sz="2400" dirty="0"/>
              <a:t> level and the other at the corporate level.  </a:t>
            </a:r>
          </a:p>
          <a:p>
            <a:pPr lvl="1" eaLnBrk="1" hangingPunct="1"/>
            <a:r>
              <a:rPr lang="en-US" altLang="en-US" sz="2400" dirty="0"/>
              <a:t>Pre-incorporation losses are somewhat restricted.  </a:t>
            </a:r>
          </a:p>
          <a:p>
            <a:pPr lvl="1" eaLnBrk="1" hangingPunct="1"/>
            <a:r>
              <a:rPr lang="en-US" altLang="en-US" sz="2400" dirty="0"/>
              <a:t>Welcome to the world of Sub C.</a:t>
            </a:r>
          </a:p>
        </p:txBody>
      </p:sp>
      <p:sp>
        <p:nvSpPr>
          <p:cNvPr id="5124" name="Rectangle 2"/>
          <p:cNvSpPr>
            <a:spLocks noGrp="1" noChangeArrowheads="1"/>
          </p:cNvSpPr>
          <p:nvPr>
            <p:ph type="title"/>
          </p:nvPr>
        </p:nvSpPr>
        <p:spPr/>
        <p:txBody>
          <a:bodyPr/>
          <a:lstStyle/>
          <a:p>
            <a:pPr eaLnBrk="1" hangingPunct="1"/>
            <a:r>
              <a:rPr lang="en-US" altLang="en-US" b="1" dirty="0"/>
              <a:t>Transfers to Controlled Corporations: Overview of Section 351</a:t>
            </a:r>
            <a:endParaRPr lang="en-US" altLang="en-US" dirty="0"/>
          </a:p>
        </p:txBody>
      </p:sp>
      <p:sp>
        <p:nvSpPr>
          <p:cNvPr id="5123" name="Slide Number Placeholder 4"/>
          <p:cNvSpPr>
            <a:spLocks noGrp="1"/>
          </p:cNvSpPr>
          <p:nvPr>
            <p:ph type="sldNum"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fld id="{46FEBE59-BBB3-2946-80EF-C45AC9142579}" type="slidenum">
              <a:rPr lang="en-US" altLang="en-US">
                <a:latin typeface="Times" charset="0"/>
              </a:rPr>
              <a:pPr/>
              <a:t>3</a:t>
            </a:fld>
            <a:endParaRPr lang="en-US" altLang="en-US">
              <a:latin typeface="Times" charset="0"/>
            </a:endParaRPr>
          </a:p>
        </p:txBody>
      </p:sp>
      <p:sp>
        <p:nvSpPr>
          <p:cNvPr id="3" name="Footer Placeholder 2"/>
          <p:cNvSpPr>
            <a:spLocks noGrp="1"/>
          </p:cNvSpPr>
          <p:nvPr>
            <p:ph type="ftr" sz="quarter" idx="11"/>
          </p:nvPr>
        </p:nvSpPr>
        <p:spPr/>
        <p:txBody>
          <a:bodyPr/>
          <a:lstStyle/>
          <a:p>
            <a:pPr>
              <a:defRPr/>
            </a:pPr>
            <a:r>
              <a:rPr lang="en-US"/>
              <a:t>351 Transactions</a:t>
            </a:r>
            <a:endParaRPr lang="en-US" dirty="0"/>
          </a:p>
        </p:txBody>
      </p:sp>
    </p:spTree>
    <p:extLst>
      <p:ext uri="{BB962C8B-B14F-4D97-AF65-F5344CB8AC3E}">
        <p14:creationId xmlns:p14="http://schemas.microsoft.com/office/powerpoint/2010/main" val="2256821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2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2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25">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125">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125">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5125">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25" grpId="0"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9" name="Rectangle 3"/>
          <p:cNvSpPr>
            <a:spLocks noGrp="1" noChangeArrowheads="1"/>
          </p:cNvSpPr>
          <p:nvPr>
            <p:ph idx="1"/>
          </p:nvPr>
        </p:nvSpPr>
        <p:spPr/>
        <p:txBody>
          <a:bodyPr>
            <a:normAutofit fontScale="92500" lnSpcReduction="10000"/>
          </a:bodyPr>
          <a:lstStyle/>
          <a:p>
            <a:pPr marL="169863" indent="-169863"/>
            <a:r>
              <a:rPr lang="en-US" altLang="en-US" sz="2800" dirty="0"/>
              <a:t>Transferors must transfer </a:t>
            </a:r>
            <a:r>
              <a:rPr lang="en-US" altLang="en-US" sz="2800" b="1" i="1" dirty="0"/>
              <a:t>property</a:t>
            </a:r>
            <a:r>
              <a:rPr lang="is-IS" altLang="en-US" sz="2800" b="1" i="1" dirty="0"/>
              <a:t>…solely </a:t>
            </a:r>
            <a:r>
              <a:rPr lang="en-US" altLang="en-US" sz="2800" dirty="0"/>
              <a:t>in exchange for </a:t>
            </a:r>
            <a:r>
              <a:rPr lang="en-US" altLang="en-US" sz="2800" b="1" i="1" dirty="0"/>
              <a:t>stock</a:t>
            </a:r>
            <a:r>
              <a:rPr lang="en-US" altLang="en-US" sz="2800" dirty="0"/>
              <a:t> </a:t>
            </a:r>
          </a:p>
          <a:p>
            <a:pPr marL="169863" indent="-169863"/>
            <a:r>
              <a:rPr lang="en-US" altLang="en-US" sz="2800" dirty="0"/>
              <a:t>Transferors must be in </a:t>
            </a:r>
            <a:r>
              <a:rPr lang="en-US" altLang="en-US" sz="2800" b="1" i="1" dirty="0"/>
              <a:t>control</a:t>
            </a:r>
            <a:r>
              <a:rPr lang="en-US" altLang="en-US" sz="2800" b="1" dirty="0"/>
              <a:t> </a:t>
            </a:r>
            <a:r>
              <a:rPr lang="en-US" altLang="en-US" sz="2800" dirty="0"/>
              <a:t>of the corporation </a:t>
            </a:r>
            <a:r>
              <a:rPr lang="en-US" altLang="en-US" sz="2800" b="1" i="1" dirty="0"/>
              <a:t>immediately after</a:t>
            </a:r>
            <a:r>
              <a:rPr lang="en-US" altLang="en-US" sz="2800" dirty="0"/>
              <a:t>.  §351(a).</a:t>
            </a:r>
          </a:p>
          <a:p>
            <a:pPr marL="169863" indent="-169863"/>
            <a:r>
              <a:rPr lang="en-US" altLang="en-US" sz="2800" b="1" dirty="0"/>
              <a:t>Property</a:t>
            </a:r>
            <a:r>
              <a:rPr lang="en-US" altLang="en-US" sz="2800" dirty="0"/>
              <a:t>:  includes $, but </a:t>
            </a:r>
            <a:r>
              <a:rPr lang="en-US" altLang="en-US" sz="2800" b="1" dirty="0"/>
              <a:t>not</a:t>
            </a:r>
            <a:r>
              <a:rPr lang="en-US" altLang="en-US" sz="2800" dirty="0"/>
              <a:t> services, open account debt, or accrued interest.  §351(d).  </a:t>
            </a:r>
            <a:endParaRPr lang="en-US" altLang="en-US" sz="2800" i="1" dirty="0"/>
          </a:p>
          <a:p>
            <a:pPr marL="398463" lvl="1" indent="-169863"/>
            <a:r>
              <a:rPr lang="en-US" altLang="en-US" b="1" dirty="0"/>
              <a:t>Rev. Rul. 64-56</a:t>
            </a:r>
            <a:r>
              <a:rPr lang="en-US" altLang="en-US" dirty="0"/>
              <a:t> (know-how, technical assistance, training, all substantial rights, geographic limitations, etc.)</a:t>
            </a:r>
          </a:p>
          <a:p>
            <a:pPr marL="398463" lvl="1" indent="-169863"/>
            <a:r>
              <a:rPr lang="en-US" altLang="en-US" b="1" i="1" dirty="0"/>
              <a:t>Stafford v. US </a:t>
            </a:r>
            <a:r>
              <a:rPr lang="en-US" altLang="en-US" b="1" dirty="0"/>
              <a:t>(1984) </a:t>
            </a:r>
            <a:r>
              <a:rPr lang="en-US" altLang="en-US" dirty="0"/>
              <a:t>(unenforceable letter of intent)</a:t>
            </a:r>
          </a:p>
          <a:p>
            <a:pPr marL="169863" indent="-169863"/>
            <a:r>
              <a:rPr lang="en-US" altLang="en-US" sz="2800" dirty="0"/>
              <a:t>If stock received for </a:t>
            </a:r>
            <a:r>
              <a:rPr lang="en-US" altLang="en-US" sz="2800" b="1" dirty="0"/>
              <a:t>only</a:t>
            </a:r>
            <a:r>
              <a:rPr lang="en-US" altLang="en-US" sz="2800" dirty="0"/>
              <a:t> services, transferor doesn’t count for control purposes.  </a:t>
            </a:r>
            <a:r>
              <a:rPr lang="en-US" altLang="en-US" sz="2800" i="1" dirty="0"/>
              <a:t>See</a:t>
            </a:r>
            <a:r>
              <a:rPr lang="en-US" altLang="en-US" sz="2800" dirty="0"/>
              <a:t> </a:t>
            </a:r>
            <a:r>
              <a:rPr lang="en-US" altLang="en-US" sz="2800" i="1" dirty="0"/>
              <a:t>James v. CIR.</a:t>
            </a:r>
          </a:p>
          <a:p>
            <a:pPr marL="169863" indent="-169863"/>
            <a:r>
              <a:rPr lang="en-US" altLang="en-US" sz="2800" dirty="0"/>
              <a:t>If stock received for property </a:t>
            </a:r>
            <a:r>
              <a:rPr lang="en-US" altLang="en-US" sz="2800" b="1" dirty="0"/>
              <a:t>and</a:t>
            </a:r>
            <a:r>
              <a:rPr lang="en-US" altLang="en-US" sz="2800" dirty="0"/>
              <a:t> services, transferor </a:t>
            </a:r>
            <a:r>
              <a:rPr lang="en-US" altLang="en-US" sz="2800" b="1" dirty="0"/>
              <a:t>is counted </a:t>
            </a:r>
            <a:r>
              <a:rPr lang="en-US" altLang="en-US" sz="2800" dirty="0"/>
              <a:t>for control purposes, provided that the property is not </a:t>
            </a:r>
            <a:r>
              <a:rPr lang="en-US" altLang="en-US" sz="2800" i="1" dirty="0"/>
              <a:t>of small value in comparison to the value of the stock to be received.  </a:t>
            </a:r>
            <a:r>
              <a:rPr lang="en-US" altLang="en-US" sz="2800" dirty="0"/>
              <a:t>Reg. §1.351(a)(1)(ii).  </a:t>
            </a:r>
          </a:p>
          <a:p>
            <a:pPr marL="398463" lvl="1" indent="-169863"/>
            <a:r>
              <a:rPr lang="en-US" altLang="en-US" sz="2600" dirty="0"/>
              <a:t>For ruling purposes, the property must be at least 10% of the value of the stock to be received for services.  Rev. Proc. 77-37.</a:t>
            </a:r>
          </a:p>
        </p:txBody>
      </p:sp>
      <p:sp>
        <p:nvSpPr>
          <p:cNvPr id="6148" name="Rectangle 2"/>
          <p:cNvSpPr>
            <a:spLocks noGrp="1" noChangeArrowheads="1"/>
          </p:cNvSpPr>
          <p:nvPr>
            <p:ph type="title"/>
          </p:nvPr>
        </p:nvSpPr>
        <p:spPr/>
        <p:txBody>
          <a:bodyPr/>
          <a:lstStyle/>
          <a:p>
            <a:r>
              <a:rPr lang="en-US" altLang="en-US" dirty="0"/>
              <a:t>Transfers to Controlled Corporations: Section 351 Requirements</a:t>
            </a:r>
          </a:p>
        </p:txBody>
      </p:sp>
      <p:sp>
        <p:nvSpPr>
          <p:cNvPr id="6147" name="Slide Number Placeholder 4"/>
          <p:cNvSpPr>
            <a:spLocks noGrp="1"/>
          </p:cNvSpPr>
          <p:nvPr>
            <p:ph type="sldNum"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fld id="{5A46B884-C569-364D-AA80-5D3F02F46C6C}" type="slidenum">
              <a:rPr lang="en-US" altLang="en-US">
                <a:latin typeface="Times" charset="0"/>
              </a:rPr>
              <a:pPr/>
              <a:t>4</a:t>
            </a:fld>
            <a:endParaRPr lang="en-US" altLang="en-US">
              <a:latin typeface="Times" charset="0"/>
            </a:endParaRPr>
          </a:p>
        </p:txBody>
      </p:sp>
      <p:sp>
        <p:nvSpPr>
          <p:cNvPr id="3" name="Footer Placeholder 2"/>
          <p:cNvSpPr>
            <a:spLocks noGrp="1"/>
          </p:cNvSpPr>
          <p:nvPr>
            <p:ph type="ftr" sz="quarter" idx="11"/>
          </p:nvPr>
        </p:nvSpPr>
        <p:spPr/>
        <p:txBody>
          <a:bodyPr/>
          <a:lstStyle/>
          <a:p>
            <a:pPr>
              <a:defRPr/>
            </a:pPr>
            <a:r>
              <a:rPr lang="en-US"/>
              <a:t>351 Transactions</a:t>
            </a:r>
            <a:endParaRPr lang="en-US" dirty="0"/>
          </a:p>
        </p:txBody>
      </p:sp>
    </p:spTree>
    <p:extLst>
      <p:ext uri="{BB962C8B-B14F-4D97-AF65-F5344CB8AC3E}">
        <p14:creationId xmlns:p14="http://schemas.microsoft.com/office/powerpoint/2010/main" val="9444222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14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14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14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14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149">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149">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6149">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6149">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49" grpId="0"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altLang="en-US" dirty="0"/>
              <a:t>Transfers to Controlled Corporations</a:t>
            </a:r>
            <a:r>
              <a:rPr lang="en-US" altLang="en-US" i="1" dirty="0"/>
              <a:t>: James v. CIR </a:t>
            </a:r>
            <a:r>
              <a:rPr lang="en-US" altLang="en-US" dirty="0"/>
              <a:t>(TC, 1969)</a:t>
            </a:r>
            <a:endParaRPr lang="en-US" dirty="0"/>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5</a:t>
            </a:fld>
            <a:endParaRPr lang="en-US" altLang="en-US" dirty="0"/>
          </a:p>
        </p:txBody>
      </p:sp>
      <p:sp>
        <p:nvSpPr>
          <p:cNvPr id="6" name="Oval 4"/>
          <p:cNvSpPr>
            <a:spLocks noChangeArrowheads="1"/>
          </p:cNvSpPr>
          <p:nvPr/>
        </p:nvSpPr>
        <p:spPr bwMode="auto">
          <a:xfrm>
            <a:off x="4838700" y="684293"/>
            <a:ext cx="990600" cy="914400"/>
          </a:xfrm>
          <a:prstGeom prst="ellipse">
            <a:avLst/>
          </a:prstGeom>
          <a:solidFill>
            <a:schemeClr val="accent5">
              <a:lumMod val="20000"/>
              <a:lumOff val="80000"/>
            </a:schemeClr>
          </a:solidFill>
          <a:ln w="9525">
            <a:solidFill>
              <a:schemeClr val="tx1"/>
            </a:solidFill>
            <a:round/>
            <a:headEnd/>
            <a:tailEnd/>
          </a:ln>
        </p:spPr>
        <p:txBody>
          <a:bodyPr wrap="none" anchor="ct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b="1"/>
              <a:t>Talbot</a:t>
            </a:r>
            <a:endParaRPr lang="en-US" altLang="en-US"/>
          </a:p>
        </p:txBody>
      </p:sp>
      <p:sp>
        <p:nvSpPr>
          <p:cNvPr id="7" name="Rectangle 5"/>
          <p:cNvSpPr>
            <a:spLocks noChangeArrowheads="1"/>
          </p:cNvSpPr>
          <p:nvPr/>
        </p:nvSpPr>
        <p:spPr bwMode="auto">
          <a:xfrm>
            <a:off x="5372100" y="2741693"/>
            <a:ext cx="1447800" cy="1066800"/>
          </a:xfrm>
          <a:prstGeom prst="rect">
            <a:avLst/>
          </a:prstGeom>
          <a:solidFill>
            <a:schemeClr val="accent1">
              <a:lumMod val="20000"/>
              <a:lumOff val="80000"/>
            </a:schemeClr>
          </a:solidFill>
          <a:ln w="9525">
            <a:solidFill>
              <a:schemeClr val="tx1"/>
            </a:solidFill>
            <a:miter lim="800000"/>
            <a:headEnd/>
            <a:tailEnd/>
          </a:ln>
        </p:spPr>
        <p:txBody>
          <a:bodyPr wrap="none" anchor="ct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2000" b="1"/>
              <a:t>Chicora</a:t>
            </a:r>
            <a:endParaRPr lang="en-US" altLang="en-US" sz="2000"/>
          </a:p>
        </p:txBody>
      </p:sp>
      <p:cxnSp>
        <p:nvCxnSpPr>
          <p:cNvPr id="8" name="AutoShape 6"/>
          <p:cNvCxnSpPr>
            <a:cxnSpLocks noChangeShapeType="1"/>
          </p:cNvCxnSpPr>
          <p:nvPr/>
        </p:nvCxnSpPr>
        <p:spPr bwMode="auto">
          <a:xfrm>
            <a:off x="5334000" y="1598693"/>
            <a:ext cx="762000" cy="114300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sp>
        <p:nvSpPr>
          <p:cNvPr id="9" name="Oval 8"/>
          <p:cNvSpPr>
            <a:spLocks noChangeArrowheads="1"/>
          </p:cNvSpPr>
          <p:nvPr/>
        </p:nvSpPr>
        <p:spPr bwMode="auto">
          <a:xfrm>
            <a:off x="6515100" y="608093"/>
            <a:ext cx="990600" cy="914400"/>
          </a:xfrm>
          <a:prstGeom prst="ellipse">
            <a:avLst/>
          </a:prstGeom>
          <a:solidFill>
            <a:schemeClr val="accent5">
              <a:lumMod val="20000"/>
              <a:lumOff val="80000"/>
            </a:schemeClr>
          </a:solidFill>
          <a:ln w="9525">
            <a:solidFill>
              <a:schemeClr val="tx1"/>
            </a:solidFill>
            <a:round/>
            <a:headEnd/>
            <a:tailEnd/>
          </a:ln>
        </p:spPr>
        <p:txBody>
          <a:bodyPr wrap="none" anchor="ct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b="1" dirty="0"/>
              <a:t>James</a:t>
            </a:r>
            <a:endParaRPr lang="en-US" altLang="en-US" dirty="0"/>
          </a:p>
        </p:txBody>
      </p:sp>
      <p:cxnSp>
        <p:nvCxnSpPr>
          <p:cNvPr id="10" name="AutoShape 9"/>
          <p:cNvCxnSpPr>
            <a:cxnSpLocks noChangeShapeType="1"/>
            <a:stCxn id="9" idx="4"/>
          </p:cNvCxnSpPr>
          <p:nvPr/>
        </p:nvCxnSpPr>
        <p:spPr bwMode="auto">
          <a:xfrm flipH="1">
            <a:off x="6096000" y="1522493"/>
            <a:ext cx="914400" cy="1242807"/>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1" name="AutoShape 10"/>
          <p:cNvCxnSpPr>
            <a:cxnSpLocks noChangeShapeType="1"/>
          </p:cNvCxnSpPr>
          <p:nvPr/>
        </p:nvCxnSpPr>
        <p:spPr bwMode="auto">
          <a:xfrm rot="10800000" flipH="1" flipV="1">
            <a:off x="4838700" y="1141493"/>
            <a:ext cx="533400" cy="2133600"/>
          </a:xfrm>
          <a:prstGeom prst="bentConnector3">
            <a:avLst>
              <a:gd name="adj1" fmla="val -42856"/>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sp>
        <p:nvSpPr>
          <p:cNvPr id="12" name="Rectangle 11"/>
          <p:cNvSpPr>
            <a:spLocks noChangeArrowheads="1"/>
          </p:cNvSpPr>
          <p:nvPr/>
        </p:nvSpPr>
        <p:spPr bwMode="auto">
          <a:xfrm>
            <a:off x="8229599" y="1274783"/>
            <a:ext cx="3654175" cy="1015663"/>
          </a:xfrm>
          <a:prstGeom prst="rect">
            <a:avLst/>
          </a:prstGeom>
          <a:noFill/>
          <a:ln w="63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square" anchor="ctr">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r>
              <a:rPr lang="en-US" altLang="en-US" sz="2000" b="1" dirty="0"/>
              <a:t>FHA and United Mortgage commitments in X for 50% of stock (FMV, 22,000)</a:t>
            </a:r>
            <a:endParaRPr lang="en-US" altLang="en-US" sz="2400" dirty="0"/>
          </a:p>
        </p:txBody>
      </p:sp>
      <p:sp>
        <p:nvSpPr>
          <p:cNvPr id="13" name="Line 13"/>
          <p:cNvSpPr>
            <a:spLocks noChangeShapeType="1"/>
          </p:cNvSpPr>
          <p:nvPr/>
        </p:nvSpPr>
        <p:spPr bwMode="auto">
          <a:xfrm>
            <a:off x="6096000" y="3808492"/>
            <a:ext cx="0" cy="740193"/>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14" name="Rectangle 14"/>
          <p:cNvSpPr>
            <a:spLocks noChangeArrowheads="1"/>
          </p:cNvSpPr>
          <p:nvPr/>
        </p:nvSpPr>
        <p:spPr bwMode="auto">
          <a:xfrm>
            <a:off x="308225" y="1246863"/>
            <a:ext cx="3991169" cy="1015663"/>
          </a:xfrm>
          <a:prstGeom prst="rect">
            <a:avLst/>
          </a:prstGeom>
          <a:noFill/>
          <a:ln w="63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square" anchor="ctr">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r>
              <a:rPr lang="en-US" altLang="en-US" sz="2000" b="1" dirty="0"/>
              <a:t>Land for Rental Apartments</a:t>
            </a:r>
          </a:p>
          <a:p>
            <a:r>
              <a:rPr lang="en-US" altLang="en-US" sz="2000" b="1" dirty="0"/>
              <a:t>AB = 7,325; </a:t>
            </a:r>
            <a:r>
              <a:rPr lang="en-US" altLang="en-US" sz="2000" b="1" dirty="0" err="1"/>
              <a:t>FMV</a:t>
            </a:r>
            <a:r>
              <a:rPr lang="en-US" altLang="en-US" sz="2000" b="1" dirty="0"/>
              <a:t> = 44,000 in </a:t>
            </a:r>
          </a:p>
          <a:p>
            <a:r>
              <a:rPr lang="en-US" altLang="en-US" sz="2000" b="1" dirty="0"/>
              <a:t>X for 50% stock (FMV 22,000)</a:t>
            </a:r>
            <a:endParaRPr lang="en-US" altLang="en-US" sz="2400" dirty="0"/>
          </a:p>
        </p:txBody>
      </p:sp>
      <p:cxnSp>
        <p:nvCxnSpPr>
          <p:cNvPr id="16" name="AutoShape 10"/>
          <p:cNvCxnSpPr>
            <a:cxnSpLocks noChangeShapeType="1"/>
            <a:stCxn id="9" idx="6"/>
            <a:endCxn id="7" idx="3"/>
          </p:cNvCxnSpPr>
          <p:nvPr/>
        </p:nvCxnSpPr>
        <p:spPr bwMode="auto">
          <a:xfrm flipH="1">
            <a:off x="6819900" y="1065293"/>
            <a:ext cx="685800" cy="2209800"/>
          </a:xfrm>
          <a:prstGeom prst="bentConnector3">
            <a:avLst>
              <a:gd name="adj1" fmla="val -33333"/>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sp>
        <p:nvSpPr>
          <p:cNvPr id="17" name="TextBox 16">
            <a:extLst>
              <a:ext uri="{FF2B5EF4-FFF2-40B4-BE49-F238E27FC236}">
                <a16:creationId xmlns:a16="http://schemas.microsoft.com/office/drawing/2014/main" id="{9B96BF5A-5D52-8B4C-8ACB-8082AA412B55}"/>
              </a:ext>
            </a:extLst>
          </p:cNvPr>
          <p:cNvSpPr txBox="1"/>
          <p:nvPr/>
        </p:nvSpPr>
        <p:spPr>
          <a:xfrm>
            <a:off x="5364998" y="5953021"/>
            <a:ext cx="1462003" cy="369332"/>
          </a:xfrm>
          <a:prstGeom prst="rect">
            <a:avLst/>
          </a:prstGeom>
          <a:noFill/>
        </p:spPr>
        <p:txBody>
          <a:bodyPr wrap="none" rtlCol="0">
            <a:spAutoFit/>
          </a:bodyPr>
          <a:lstStyle/>
          <a:p>
            <a:r>
              <a:rPr lang="en-US" dirty="0">
                <a:hlinkClick r:id="rId2"/>
              </a:rPr>
              <a:t>Chicora Apart</a:t>
            </a:r>
            <a:endParaRPr lang="en-US" dirty="0"/>
          </a:p>
        </p:txBody>
      </p:sp>
      <p:pic>
        <p:nvPicPr>
          <p:cNvPr id="18" name="Picture 17">
            <a:extLst>
              <a:ext uri="{FF2B5EF4-FFF2-40B4-BE49-F238E27FC236}">
                <a16:creationId xmlns:a16="http://schemas.microsoft.com/office/drawing/2014/main" id="{AADC60E5-3F42-ED4A-9110-3843EF09C14B}"/>
              </a:ext>
            </a:extLst>
          </p:cNvPr>
          <p:cNvPicPr>
            <a:picLocks noChangeAspect="1"/>
          </p:cNvPicPr>
          <p:nvPr/>
        </p:nvPicPr>
        <p:blipFill>
          <a:blip r:embed="rId3"/>
          <a:stretch>
            <a:fillRect/>
          </a:stretch>
        </p:blipFill>
        <p:spPr>
          <a:xfrm>
            <a:off x="4994979" y="4551043"/>
            <a:ext cx="2510721" cy="1399621"/>
          </a:xfrm>
          <a:prstGeom prst="rect">
            <a:avLst/>
          </a:prstGeom>
        </p:spPr>
      </p:pic>
      <p:sp>
        <p:nvSpPr>
          <p:cNvPr id="5" name="Footer Placeholder 4"/>
          <p:cNvSpPr>
            <a:spLocks noGrp="1"/>
          </p:cNvSpPr>
          <p:nvPr>
            <p:ph type="ftr" sz="quarter" idx="11"/>
          </p:nvPr>
        </p:nvSpPr>
        <p:spPr/>
        <p:txBody>
          <a:bodyPr/>
          <a:lstStyle/>
          <a:p>
            <a:pPr>
              <a:defRPr/>
            </a:pPr>
            <a:r>
              <a:rPr lang="en-US"/>
              <a:t>351 Transactions</a:t>
            </a:r>
            <a:endParaRPr lang="en-US" dirty="0"/>
          </a:p>
        </p:txBody>
      </p:sp>
    </p:spTree>
    <p:extLst>
      <p:ext uri="{BB962C8B-B14F-4D97-AF65-F5344CB8AC3E}">
        <p14:creationId xmlns:p14="http://schemas.microsoft.com/office/powerpoint/2010/main" val="64716061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9" name="Rectangle 3"/>
          <p:cNvSpPr>
            <a:spLocks noGrp="1" noChangeArrowheads="1"/>
          </p:cNvSpPr>
          <p:nvPr>
            <p:ph idx="1"/>
          </p:nvPr>
        </p:nvSpPr>
        <p:spPr>
          <a:prstGeom prst="rect">
            <a:avLst/>
          </a:prstGeom>
        </p:spPr>
        <p:txBody>
          <a:bodyPr/>
          <a:lstStyle/>
          <a:p>
            <a:pPr>
              <a:buFontTx/>
              <a:buNone/>
            </a:pPr>
            <a:r>
              <a:rPr lang="en-US" altLang="en-US" dirty="0"/>
              <a:t>   </a:t>
            </a:r>
          </a:p>
        </p:txBody>
      </p:sp>
      <p:sp>
        <p:nvSpPr>
          <p:cNvPr id="60418" name="Rectangle 2"/>
          <p:cNvSpPr>
            <a:spLocks noGrp="1" noChangeArrowheads="1"/>
          </p:cNvSpPr>
          <p:nvPr>
            <p:ph type="title"/>
          </p:nvPr>
        </p:nvSpPr>
        <p:spPr>
          <a:prstGeom prst="rect">
            <a:avLst/>
          </a:prstGeom>
        </p:spPr>
        <p:txBody>
          <a:bodyPr/>
          <a:lstStyle/>
          <a:p>
            <a:r>
              <a:rPr lang="en-US" altLang="en-US" dirty="0"/>
              <a:t>Transfers to Controlled Corporations: </a:t>
            </a:r>
            <a:r>
              <a:rPr lang="en-US" altLang="en-US" b="1" i="1" dirty="0" err="1"/>
              <a:t>Hempt</a:t>
            </a:r>
            <a:r>
              <a:rPr lang="en-US" altLang="en-US" b="1" i="1" dirty="0"/>
              <a:t> Brothers, Inc. v. US </a:t>
            </a:r>
            <a:r>
              <a:rPr lang="en-US" altLang="en-US" b="1" dirty="0"/>
              <a:t>(3</a:t>
            </a:r>
            <a:r>
              <a:rPr lang="en-US" altLang="en-US" b="1" baseline="30000" dirty="0"/>
              <a:t>rd</a:t>
            </a:r>
            <a:r>
              <a:rPr lang="en-US" altLang="en-US" dirty="0"/>
              <a:t> Cir. </a:t>
            </a:r>
            <a:r>
              <a:rPr lang="en-US" altLang="en-US" b="1" dirty="0"/>
              <a:t>1974)</a:t>
            </a:r>
          </a:p>
        </p:txBody>
      </p:sp>
      <p:sp>
        <p:nvSpPr>
          <p:cNvPr id="60421" name="Rectangle 5"/>
          <p:cNvSpPr>
            <a:spLocks noChangeArrowheads="1"/>
          </p:cNvSpPr>
          <p:nvPr/>
        </p:nvSpPr>
        <p:spPr bwMode="auto">
          <a:xfrm>
            <a:off x="5105400" y="3581400"/>
            <a:ext cx="2209800" cy="914400"/>
          </a:xfrm>
          <a:prstGeom prst="rect">
            <a:avLst/>
          </a:prstGeom>
          <a:solidFill>
            <a:srgbClr val="FFFFCC"/>
          </a:solidFill>
          <a:ln w="9525">
            <a:solidFill>
              <a:schemeClr val="tx1"/>
            </a:solidFill>
            <a:miter lim="800000"/>
            <a:headEnd/>
            <a:tailEnd/>
          </a:ln>
        </p:spPr>
        <p:txBody>
          <a:bodyPr wrap="none" anchor="ct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2900" b="1">
                <a:latin typeface="Verdana" charset="0"/>
              </a:rPr>
              <a:t>Hempt</a:t>
            </a:r>
          </a:p>
          <a:p>
            <a:pPr algn="ctr"/>
            <a:r>
              <a:rPr lang="en-US" altLang="en-US" sz="2900" b="1">
                <a:latin typeface="Verdana" charset="0"/>
              </a:rPr>
              <a:t>Bros. Inc</a:t>
            </a:r>
            <a:endParaRPr lang="en-US" altLang="en-US" sz="3700" b="1">
              <a:latin typeface="Verdana" charset="0"/>
            </a:endParaRPr>
          </a:p>
        </p:txBody>
      </p:sp>
      <p:cxnSp>
        <p:nvCxnSpPr>
          <p:cNvPr id="60422" name="AutoShape 6"/>
          <p:cNvCxnSpPr>
            <a:cxnSpLocks noChangeShapeType="1"/>
          </p:cNvCxnSpPr>
          <p:nvPr/>
        </p:nvCxnSpPr>
        <p:spPr bwMode="auto">
          <a:xfrm>
            <a:off x="6197600" y="2789238"/>
            <a:ext cx="1588" cy="792162"/>
          </a:xfrm>
          <a:prstGeom prst="straightConnector1">
            <a:avLst/>
          </a:prstGeom>
          <a:noFill/>
          <a:ln w="25400">
            <a:solidFill>
              <a:schemeClr val="tx1"/>
            </a:solidFill>
            <a:round/>
            <a:headEnd/>
            <a:tailEnd type="triangle" w="med" len="med"/>
          </a:ln>
          <a:extLst>
            <a:ext uri="{909E8E84-426E-40DD-AFC4-6F175D3DCCD1}">
              <a14:hiddenFill xmlns:a14="http://schemas.microsoft.com/office/drawing/2010/main">
                <a:noFill/>
              </a14:hiddenFill>
            </a:ext>
          </a:extLst>
        </p:spPr>
      </p:cxnSp>
      <p:sp>
        <p:nvSpPr>
          <p:cNvPr id="60423" name="Line 7"/>
          <p:cNvSpPr>
            <a:spLocks noChangeShapeType="1"/>
          </p:cNvSpPr>
          <p:nvPr/>
        </p:nvSpPr>
        <p:spPr bwMode="auto">
          <a:xfrm flipH="1">
            <a:off x="6248400" y="4495800"/>
            <a:ext cx="0" cy="914400"/>
          </a:xfrm>
          <a:prstGeom prst="line">
            <a:avLst/>
          </a:prstGeom>
          <a:noFill/>
          <a:ln w="25400">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60424" name="Text Box 8"/>
          <p:cNvSpPr txBox="1">
            <a:spLocks noChangeArrowheads="1"/>
          </p:cNvSpPr>
          <p:nvPr/>
        </p:nvSpPr>
        <p:spPr bwMode="auto">
          <a:xfrm>
            <a:off x="461772" y="1851680"/>
            <a:ext cx="4415028" cy="1923604"/>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square" anchor="ctr">
            <a:spAutoFit/>
          </a:bodyPr>
          <a:lstStyle>
            <a:lvl1pPr marL="287338" indent="-287338">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buFontTx/>
              <a:buChar char="•"/>
            </a:pPr>
            <a:r>
              <a:rPr lang="en-US" altLang="en-US" sz="1700" b="1" dirty="0">
                <a:latin typeface="Verdana" charset="0"/>
              </a:rPr>
              <a:t>Cash basis PSH transfers 662K of zero basis receivables to HB Inc in exchange for all of its stock</a:t>
            </a:r>
            <a:br>
              <a:rPr lang="en-US" altLang="en-US" sz="1700" b="1" dirty="0">
                <a:latin typeface="Verdana" charset="0"/>
              </a:rPr>
            </a:br>
            <a:endParaRPr lang="en-US" altLang="en-US" sz="1700" b="1" dirty="0">
              <a:latin typeface="Verdana" charset="0"/>
            </a:endParaRPr>
          </a:p>
          <a:p>
            <a:pPr>
              <a:buFontTx/>
              <a:buChar char="•"/>
            </a:pPr>
            <a:r>
              <a:rPr lang="en-US" altLang="en-US" sz="1700" b="1" dirty="0">
                <a:latin typeface="Verdana" charset="0"/>
              </a:rPr>
              <a:t>What’s a potential tax concern if the transfer is tax free?</a:t>
            </a:r>
            <a:endParaRPr lang="en-US" altLang="en-US" sz="2500" dirty="0">
              <a:latin typeface="Verdana" charset="0"/>
            </a:endParaRPr>
          </a:p>
        </p:txBody>
      </p:sp>
      <p:sp>
        <p:nvSpPr>
          <p:cNvPr id="60425" name="Freeform 9"/>
          <p:cNvSpPr>
            <a:spLocks/>
          </p:cNvSpPr>
          <p:nvPr/>
        </p:nvSpPr>
        <p:spPr bwMode="auto">
          <a:xfrm flipV="1">
            <a:off x="4876800" y="2362200"/>
            <a:ext cx="533400" cy="2971800"/>
          </a:xfrm>
          <a:custGeom>
            <a:avLst/>
            <a:gdLst>
              <a:gd name="T0" fmla="*/ 1320 w 1464"/>
              <a:gd name="T1" fmla="*/ 1872 h 1872"/>
              <a:gd name="T2" fmla="*/ 24 w 1464"/>
              <a:gd name="T3" fmla="*/ 960 h 1872"/>
              <a:gd name="T4" fmla="*/ 1464 w 1464"/>
              <a:gd name="T5" fmla="*/ 0 h 1872"/>
              <a:gd name="T6" fmla="*/ 0 60000 65536"/>
              <a:gd name="T7" fmla="*/ 0 60000 65536"/>
              <a:gd name="T8" fmla="*/ 0 60000 65536"/>
              <a:gd name="T9" fmla="*/ 0 w 1464"/>
              <a:gd name="T10" fmla="*/ 0 h 1872"/>
              <a:gd name="T11" fmla="*/ 1464 w 1464"/>
              <a:gd name="T12" fmla="*/ 1872 h 1872"/>
            </a:gdLst>
            <a:ahLst/>
            <a:cxnLst>
              <a:cxn ang="T6">
                <a:pos x="T0" y="T1"/>
              </a:cxn>
              <a:cxn ang="T7">
                <a:pos x="T2" y="T3"/>
              </a:cxn>
              <a:cxn ang="T8">
                <a:pos x="T4" y="T5"/>
              </a:cxn>
            </a:cxnLst>
            <a:rect l="T9" t="T10" r="T11" b="T12"/>
            <a:pathLst>
              <a:path w="1464" h="1872">
                <a:moveTo>
                  <a:pt x="1320" y="1872"/>
                </a:moveTo>
                <a:cubicBezTo>
                  <a:pt x="660" y="1572"/>
                  <a:pt x="0" y="1272"/>
                  <a:pt x="24" y="960"/>
                </a:cubicBezTo>
                <a:cubicBezTo>
                  <a:pt x="48" y="648"/>
                  <a:pt x="756" y="324"/>
                  <a:pt x="1464" y="0"/>
                </a:cubicBezTo>
              </a:path>
            </a:pathLst>
          </a:custGeom>
          <a:noFill/>
          <a:ln w="19050">
            <a:solidFill>
              <a:schemeClr val="tx1"/>
            </a:solidFill>
            <a:round/>
            <a:headEnd/>
            <a:tailEnd type="triangle" w="med" len="med"/>
          </a:ln>
          <a:extLst>
            <a:ext uri="{909E8E84-426E-40DD-AFC4-6F175D3DCCD1}">
              <a14:hiddenFill xmlns:a14="http://schemas.microsoft.com/office/drawing/2010/main">
                <a:solidFill>
                  <a:srgbClr val="FFFFFF"/>
                </a:solidFill>
              </a14:hiddenFill>
            </a:ext>
          </a:extLst>
        </p:spPr>
        <p:txBody>
          <a:bodyPr wrap="none" anchor="ct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endParaRPr lang="en-US" altLang="en-US"/>
          </a:p>
        </p:txBody>
      </p:sp>
      <p:sp>
        <p:nvSpPr>
          <p:cNvPr id="60426" name="Text Box 10"/>
          <p:cNvSpPr txBox="1">
            <a:spLocks noChangeArrowheads="1"/>
          </p:cNvSpPr>
          <p:nvPr/>
        </p:nvSpPr>
        <p:spPr bwMode="auto">
          <a:xfrm>
            <a:off x="5441951" y="5327650"/>
            <a:ext cx="1958975" cy="793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2100" b="1">
                <a:latin typeface="Verdana" charset="0"/>
              </a:rPr>
              <a:t>Receivables</a:t>
            </a:r>
          </a:p>
          <a:p>
            <a:pPr algn="ctr"/>
            <a:endParaRPr lang="en-US" altLang="en-US" sz="2500">
              <a:latin typeface="Verdana" charset="0"/>
            </a:endParaRPr>
          </a:p>
        </p:txBody>
      </p:sp>
      <p:sp>
        <p:nvSpPr>
          <p:cNvPr id="24586" name="AutoShape 11"/>
          <p:cNvSpPr>
            <a:spLocks noChangeArrowheads="1"/>
          </p:cNvSpPr>
          <p:nvPr/>
        </p:nvSpPr>
        <p:spPr bwMode="auto">
          <a:xfrm>
            <a:off x="5334000" y="1066800"/>
            <a:ext cx="1828800" cy="1676400"/>
          </a:xfrm>
          <a:prstGeom prst="triangle">
            <a:avLst>
              <a:gd name="adj" fmla="val 50000"/>
            </a:avLst>
          </a:prstGeom>
          <a:solidFill>
            <a:srgbClr val="E3B276"/>
          </a:solidFill>
          <a:ln w="9525">
            <a:solidFill>
              <a:schemeClr val="tx1"/>
            </a:solidFill>
            <a:miter lim="800000"/>
            <a:headEnd/>
            <a:tailEnd/>
          </a:ln>
        </p:spPr>
        <p:txBody>
          <a:bodyPr wrap="none" anchor="ct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1900" b="1">
                <a:latin typeface="Verdana" charset="0"/>
              </a:rPr>
              <a:t>PSH</a:t>
            </a:r>
          </a:p>
          <a:p>
            <a:pPr algn="ctr"/>
            <a:r>
              <a:rPr lang="en-US" altLang="en-US" sz="1900" b="1">
                <a:latin typeface="Verdana" charset="0"/>
              </a:rPr>
              <a:t>(CMA)</a:t>
            </a:r>
          </a:p>
        </p:txBody>
      </p:sp>
      <p:sp>
        <p:nvSpPr>
          <p:cNvPr id="3" name="Slide Number Placeholder 2"/>
          <p:cNvSpPr>
            <a:spLocks noGrp="1"/>
          </p:cNvSpPr>
          <p:nvPr>
            <p:ph type="sldNum" sz="quarter" idx="10"/>
          </p:nvPr>
        </p:nvSpPr>
        <p:spPr/>
        <p:txBody>
          <a:bodyPr/>
          <a:lstStyle/>
          <a:p>
            <a:fld id="{7B3E355C-57B9-BC4B-95D8-406A1F834537}" type="slidenum">
              <a:rPr lang="en-US" altLang="en-US" smtClean="0"/>
              <a:pPr/>
              <a:t>6</a:t>
            </a:fld>
            <a:endParaRPr lang="en-US" altLang="en-US" dirty="0"/>
          </a:p>
        </p:txBody>
      </p:sp>
      <p:sp>
        <p:nvSpPr>
          <p:cNvPr id="4" name="Footer Placeholder 3"/>
          <p:cNvSpPr>
            <a:spLocks noGrp="1"/>
          </p:cNvSpPr>
          <p:nvPr>
            <p:ph type="ftr" sz="quarter" idx="11"/>
          </p:nvPr>
        </p:nvSpPr>
        <p:spPr/>
        <p:txBody>
          <a:bodyPr/>
          <a:lstStyle/>
          <a:p>
            <a:pPr>
              <a:defRPr/>
            </a:pPr>
            <a:r>
              <a:rPr lang="en-US"/>
              <a:t>351 Transactions</a:t>
            </a:r>
            <a:endParaRPr lang="en-US" dirty="0"/>
          </a:p>
        </p:txBody>
      </p:sp>
    </p:spTree>
    <p:extLst>
      <p:ext uri="{BB962C8B-B14F-4D97-AF65-F5344CB8AC3E}">
        <p14:creationId xmlns:p14="http://schemas.microsoft.com/office/powerpoint/2010/main" val="76037392"/>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0418"/>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458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042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042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042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0425"/>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60423"/>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604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0418" grpId="0"/>
      <p:bldP spid="60421" grpId="0" animBg="1"/>
      <p:bldP spid="60423" grpId="0" animBg="1"/>
      <p:bldP spid="60424" grpId="0" animBg="1"/>
      <p:bldP spid="60425" grpId="0" animBg="1"/>
      <p:bldP spid="60426" grpId="0"/>
      <p:bldP spid="24586"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5" name="Rectangle 3"/>
          <p:cNvSpPr>
            <a:spLocks noGrp="1" noChangeArrowheads="1"/>
          </p:cNvSpPr>
          <p:nvPr>
            <p:ph idx="1"/>
          </p:nvPr>
        </p:nvSpPr>
        <p:spPr/>
        <p:txBody>
          <a:bodyPr/>
          <a:lstStyle/>
          <a:p>
            <a:pPr eaLnBrk="1" hangingPunct="1">
              <a:buFontTx/>
              <a:buNone/>
            </a:pPr>
            <a:r>
              <a:rPr lang="en-US" altLang="en-US" sz="2400" dirty="0"/>
              <a:t> </a:t>
            </a:r>
          </a:p>
        </p:txBody>
      </p:sp>
      <p:sp>
        <p:nvSpPr>
          <p:cNvPr id="20484" name="Rectangle 2"/>
          <p:cNvSpPr>
            <a:spLocks noGrp="1" noChangeArrowheads="1"/>
          </p:cNvSpPr>
          <p:nvPr>
            <p:ph type="title"/>
          </p:nvPr>
        </p:nvSpPr>
        <p:spPr/>
        <p:txBody>
          <a:bodyPr/>
          <a:lstStyle/>
          <a:p>
            <a:r>
              <a:rPr lang="en-US" altLang="en-US" dirty="0"/>
              <a:t>Transfers to Controlled Corporations: </a:t>
            </a:r>
            <a:r>
              <a:rPr lang="en-US" altLang="en-US" b="1" dirty="0"/>
              <a:t>Rev. Rul. 80-198</a:t>
            </a:r>
            <a:endParaRPr lang="en-US" altLang="en-US" dirty="0"/>
          </a:p>
        </p:txBody>
      </p:sp>
      <p:sp>
        <p:nvSpPr>
          <p:cNvPr id="20483" name="Slide Number Placeholder 5"/>
          <p:cNvSpPr>
            <a:spLocks noGrp="1"/>
          </p:cNvSpPr>
          <p:nvPr>
            <p:ph type="sldNum"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fld id="{629BBEDA-2B1E-0744-8A88-6826FE0F9710}" type="slidenum">
              <a:rPr lang="en-US" altLang="en-US">
                <a:latin typeface="Times" charset="0"/>
              </a:rPr>
              <a:pPr/>
              <a:t>7</a:t>
            </a:fld>
            <a:endParaRPr lang="en-US" altLang="en-US">
              <a:latin typeface="Times" charset="0"/>
            </a:endParaRPr>
          </a:p>
        </p:txBody>
      </p:sp>
      <p:sp>
        <p:nvSpPr>
          <p:cNvPr id="20486" name="Oval 4"/>
          <p:cNvSpPr>
            <a:spLocks noChangeArrowheads="1"/>
          </p:cNvSpPr>
          <p:nvPr/>
        </p:nvSpPr>
        <p:spPr bwMode="auto">
          <a:xfrm>
            <a:off x="5948489" y="1518834"/>
            <a:ext cx="1341987" cy="1282197"/>
          </a:xfrm>
          <a:prstGeom prst="ellipse">
            <a:avLst/>
          </a:prstGeom>
          <a:solidFill>
            <a:srgbClr val="E3B276"/>
          </a:solidFill>
          <a:ln w="9525">
            <a:solidFill>
              <a:schemeClr val="tx1"/>
            </a:solidFill>
            <a:round/>
            <a:headEnd/>
            <a:tailEnd/>
          </a:ln>
        </p:spPr>
        <p:txBody>
          <a:bodyPr wrap="none" anchor="ct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b="1" dirty="0"/>
              <a:t>Doctor</a:t>
            </a:r>
            <a:endParaRPr lang="en-US" altLang="en-US" dirty="0"/>
          </a:p>
        </p:txBody>
      </p:sp>
      <p:sp>
        <p:nvSpPr>
          <p:cNvPr id="20487" name="Rectangle 5"/>
          <p:cNvSpPr>
            <a:spLocks noChangeArrowheads="1"/>
          </p:cNvSpPr>
          <p:nvPr/>
        </p:nvSpPr>
        <p:spPr bwMode="auto">
          <a:xfrm>
            <a:off x="5638800" y="3511873"/>
            <a:ext cx="1961366" cy="1495897"/>
          </a:xfrm>
          <a:prstGeom prst="rect">
            <a:avLst/>
          </a:prstGeom>
          <a:solidFill>
            <a:schemeClr val="accent1">
              <a:lumMod val="20000"/>
              <a:lumOff val="80000"/>
            </a:schemeClr>
          </a:solidFill>
          <a:ln w="9525">
            <a:solidFill>
              <a:schemeClr val="tx1"/>
            </a:solidFill>
            <a:miter lim="800000"/>
            <a:headEnd/>
            <a:tailEnd/>
          </a:ln>
        </p:spPr>
        <p:txBody>
          <a:bodyPr wrap="none" anchor="ct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2000" b="1" dirty="0"/>
              <a:t>C Corp</a:t>
            </a:r>
            <a:endParaRPr lang="en-US" altLang="en-US" sz="2000" dirty="0"/>
          </a:p>
        </p:txBody>
      </p:sp>
      <p:cxnSp>
        <p:nvCxnSpPr>
          <p:cNvPr id="20488" name="AutoShape 6"/>
          <p:cNvCxnSpPr>
            <a:cxnSpLocks noChangeShapeType="1"/>
            <a:stCxn id="20486" idx="4"/>
            <a:endCxn id="20487" idx="0"/>
          </p:cNvCxnSpPr>
          <p:nvPr/>
        </p:nvCxnSpPr>
        <p:spPr bwMode="auto">
          <a:xfrm>
            <a:off x="6619483" y="2801031"/>
            <a:ext cx="0" cy="710842"/>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20489" name="AutoShape 9"/>
          <p:cNvCxnSpPr>
            <a:cxnSpLocks noChangeShapeType="1"/>
            <a:stCxn id="20486" idx="2"/>
            <a:endCxn id="20487" idx="1"/>
          </p:cNvCxnSpPr>
          <p:nvPr/>
        </p:nvCxnSpPr>
        <p:spPr bwMode="auto">
          <a:xfrm rot="10800000" flipV="1">
            <a:off x="5638801" y="2159932"/>
            <a:ext cx="309689" cy="2099889"/>
          </a:xfrm>
          <a:prstGeom prst="bentConnector3">
            <a:avLst>
              <a:gd name="adj1" fmla="val 173816"/>
            </a:avLst>
          </a:prstGeom>
          <a:noFill/>
          <a:ln w="28575">
            <a:solidFill>
              <a:schemeClr val="tx1"/>
            </a:solidFill>
            <a:miter lim="800000"/>
            <a:headEnd/>
            <a:tailEnd type="arrow" w="med" len="med"/>
          </a:ln>
          <a:extLst>
            <a:ext uri="{909E8E84-426E-40DD-AFC4-6F175D3DCCD1}">
              <a14:hiddenFill xmlns:a14="http://schemas.microsoft.com/office/drawing/2010/main">
                <a:noFill/>
              </a14:hiddenFill>
            </a:ext>
          </a:extLst>
        </p:spPr>
      </p:cxnSp>
      <p:sp>
        <p:nvSpPr>
          <p:cNvPr id="20490" name="Rectangle 10"/>
          <p:cNvSpPr>
            <a:spLocks noChangeArrowheads="1"/>
          </p:cNvSpPr>
          <p:nvPr/>
        </p:nvSpPr>
        <p:spPr bwMode="auto">
          <a:xfrm>
            <a:off x="8249697" y="3036135"/>
            <a:ext cx="1445217" cy="338057"/>
          </a:xfrm>
          <a:prstGeom prst="rect">
            <a:avLst/>
          </a:prstGeom>
          <a:noFill/>
          <a:ln w="63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square" anchor="ctr">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r>
              <a:rPr lang="en-US" altLang="en-US" sz="1600" b="1" dirty="0"/>
              <a:t>Shares</a:t>
            </a:r>
            <a:endParaRPr lang="en-US" altLang="en-US" dirty="0"/>
          </a:p>
        </p:txBody>
      </p:sp>
      <p:sp>
        <p:nvSpPr>
          <p:cNvPr id="20491" name="Rectangle 13"/>
          <p:cNvSpPr>
            <a:spLocks noChangeArrowheads="1"/>
          </p:cNvSpPr>
          <p:nvPr/>
        </p:nvSpPr>
        <p:spPr bwMode="auto">
          <a:xfrm>
            <a:off x="1054100" y="1866336"/>
            <a:ext cx="4198938" cy="2677656"/>
          </a:xfrm>
          <a:prstGeom prst="rect">
            <a:avLst/>
          </a:prstGeom>
          <a:noFill/>
          <a:ln w="6350">
            <a:noFill/>
            <a:miter lim="800000"/>
            <a:headEnd/>
            <a:tailEnd/>
          </a:ln>
          <a:extLst>
            <a:ext uri="{909E8E84-426E-40DD-AFC4-6F175D3DCCD1}">
              <a14:hiddenFill xmlns:a14="http://schemas.microsoft.com/office/drawing/2010/main">
                <a:solidFill>
                  <a:srgbClr val="FFFFFF"/>
                </a:solidFill>
              </a14:hiddenFill>
            </a:ext>
          </a:extLst>
        </p:spPr>
        <p:txBody>
          <a:bodyPr wrap="square" anchor="ctr">
            <a:spAutoFit/>
          </a:bodyPr>
          <a:lstStyle>
            <a:lvl1pPr>
              <a:defRPr>
                <a:solidFill>
                  <a:schemeClr val="tx1"/>
                </a:solidFill>
                <a:latin typeface="Arial" charset="0"/>
              </a:defRPr>
            </a:lvl1pPr>
            <a:lvl2pPr marL="287338">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2400" b="1" u="sng" dirty="0"/>
              <a:t>Transfer to C Corp</a:t>
            </a:r>
            <a:endParaRPr lang="en-US" altLang="en-US" sz="2400" b="1" dirty="0"/>
          </a:p>
          <a:p>
            <a:pPr algn="ctr"/>
            <a:r>
              <a:rPr lang="en-US" altLang="en-US" sz="2400" dirty="0"/>
              <a:t>Tangible Assets (30K, 40K)</a:t>
            </a:r>
          </a:p>
          <a:p>
            <a:pPr algn="ctr"/>
            <a:r>
              <a:rPr lang="en-US" altLang="en-US" sz="2400" dirty="0"/>
              <a:t>Trade Account Rec (0, 20K)</a:t>
            </a:r>
          </a:p>
          <a:p>
            <a:pPr algn="ctr"/>
            <a:endParaRPr lang="en-US" altLang="en-US" sz="2400" b="1" u="sng" dirty="0"/>
          </a:p>
          <a:p>
            <a:pPr algn="ctr"/>
            <a:r>
              <a:rPr lang="en-US" altLang="en-US" sz="2400" b="1" u="sng" dirty="0"/>
              <a:t>Liabilities Assumed</a:t>
            </a:r>
          </a:p>
          <a:p>
            <a:pPr algn="ctr"/>
            <a:r>
              <a:rPr lang="en-US" altLang="en-US" sz="2400" dirty="0"/>
              <a:t>Trade Acc. Payable (10K)</a:t>
            </a:r>
          </a:p>
          <a:p>
            <a:pPr algn="ctr"/>
            <a:r>
              <a:rPr lang="en-US" altLang="en-US" sz="2400" dirty="0"/>
              <a:t>Mortgage (10K)</a:t>
            </a:r>
            <a:endParaRPr lang="en-US" altLang="en-US" sz="2800" dirty="0"/>
          </a:p>
        </p:txBody>
      </p:sp>
      <p:cxnSp>
        <p:nvCxnSpPr>
          <p:cNvPr id="20492" name="AutoShape 15"/>
          <p:cNvCxnSpPr>
            <a:cxnSpLocks noChangeShapeType="1"/>
            <a:stCxn id="20487" idx="3"/>
            <a:endCxn id="20486" idx="6"/>
          </p:cNvCxnSpPr>
          <p:nvPr/>
        </p:nvCxnSpPr>
        <p:spPr bwMode="auto">
          <a:xfrm flipH="1" flipV="1">
            <a:off x="7290476" y="2159933"/>
            <a:ext cx="309690" cy="2099889"/>
          </a:xfrm>
          <a:prstGeom prst="bentConnector3">
            <a:avLst>
              <a:gd name="adj1" fmla="val -73816"/>
            </a:avLst>
          </a:prstGeom>
          <a:noFill/>
          <a:ln w="31750">
            <a:solidFill>
              <a:schemeClr val="tx1"/>
            </a:solidFill>
            <a:miter lim="800000"/>
            <a:headEnd/>
            <a:tailEnd type="triangle" w="med" len="med"/>
          </a:ln>
          <a:extLst>
            <a:ext uri="{909E8E84-426E-40DD-AFC4-6F175D3DCCD1}">
              <a14:hiddenFill xmlns:a14="http://schemas.microsoft.com/office/drawing/2010/main">
                <a:noFill/>
              </a14:hiddenFill>
            </a:ext>
          </a:extLst>
        </p:spPr>
      </p:cxnSp>
      <p:sp>
        <p:nvSpPr>
          <p:cNvPr id="3" name="Footer Placeholder 2"/>
          <p:cNvSpPr>
            <a:spLocks noGrp="1"/>
          </p:cNvSpPr>
          <p:nvPr>
            <p:ph type="ftr" sz="quarter" idx="11"/>
          </p:nvPr>
        </p:nvSpPr>
        <p:spPr/>
        <p:txBody>
          <a:bodyPr/>
          <a:lstStyle/>
          <a:p>
            <a:pPr>
              <a:defRPr/>
            </a:pPr>
            <a:r>
              <a:rPr lang="en-US"/>
              <a:t>351 Transactions</a:t>
            </a:r>
            <a:endParaRPr lang="en-US" dirty="0"/>
          </a:p>
        </p:txBody>
      </p:sp>
    </p:spTree>
    <p:extLst>
      <p:ext uri="{BB962C8B-B14F-4D97-AF65-F5344CB8AC3E}">
        <p14:creationId xmlns:p14="http://schemas.microsoft.com/office/powerpoint/2010/main" val="6810290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048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048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048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0491"/>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0489"/>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049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049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486" grpId="0" animBg="1"/>
      <p:bldP spid="20487" grpId="0" animBg="1"/>
      <p:bldP spid="20490" grpId="0" animBg="1"/>
      <p:bldP spid="20491"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61" name="Rectangle 3"/>
          <p:cNvSpPr>
            <a:spLocks noGrp="1" noChangeArrowheads="1"/>
          </p:cNvSpPr>
          <p:nvPr>
            <p:ph idx="1"/>
          </p:nvPr>
        </p:nvSpPr>
        <p:spPr/>
        <p:txBody>
          <a:bodyPr>
            <a:normAutofit fontScale="92500" lnSpcReduction="10000"/>
          </a:bodyPr>
          <a:lstStyle/>
          <a:p>
            <a:pPr>
              <a:lnSpc>
                <a:spcPct val="90000"/>
              </a:lnSpc>
            </a:pPr>
            <a:r>
              <a:rPr lang="en-US" altLang="en-US" sz="3200" dirty="0"/>
              <a:t>Transfers to </a:t>
            </a:r>
            <a:r>
              <a:rPr lang="en-US" altLang="en-US" sz="3200" b="1" i="1" dirty="0"/>
              <a:t>Investment Companies</a:t>
            </a:r>
            <a:r>
              <a:rPr lang="en-US" altLang="en-US" sz="3200" b="1" dirty="0"/>
              <a:t> </a:t>
            </a:r>
            <a:r>
              <a:rPr lang="en-US" altLang="en-US" sz="3200" dirty="0"/>
              <a:t>don’t qualify under §351</a:t>
            </a:r>
          </a:p>
          <a:p>
            <a:pPr lvl="1" eaLnBrk="1" hangingPunct="1">
              <a:lnSpc>
                <a:spcPct val="90000"/>
              </a:lnSpc>
            </a:pPr>
            <a:r>
              <a:rPr lang="en-US" altLang="en-US" sz="2800" dirty="0"/>
              <a:t>Transfer results in </a:t>
            </a:r>
            <a:r>
              <a:rPr lang="en-US" altLang="en-US" sz="2800" i="1" dirty="0"/>
              <a:t>diversification</a:t>
            </a:r>
            <a:r>
              <a:rPr lang="en-US" altLang="en-US" sz="2800" dirty="0"/>
              <a:t> of transferors’ interest, and </a:t>
            </a:r>
          </a:p>
          <a:p>
            <a:pPr lvl="1" eaLnBrk="1" hangingPunct="1">
              <a:lnSpc>
                <a:spcPct val="90000"/>
              </a:lnSpc>
            </a:pPr>
            <a:r>
              <a:rPr lang="en-US" altLang="en-US" sz="2800" dirty="0"/>
              <a:t>Transferee is: </a:t>
            </a:r>
          </a:p>
          <a:p>
            <a:pPr lvl="2" eaLnBrk="1" hangingPunct="1">
              <a:lnSpc>
                <a:spcPct val="90000"/>
              </a:lnSpc>
            </a:pPr>
            <a:r>
              <a:rPr lang="en-US" altLang="en-US" sz="2800" dirty="0" err="1"/>
              <a:t>RIC</a:t>
            </a:r>
            <a:endParaRPr lang="en-US" altLang="en-US" sz="2800" dirty="0"/>
          </a:p>
          <a:p>
            <a:pPr lvl="2" eaLnBrk="1" hangingPunct="1">
              <a:lnSpc>
                <a:spcPct val="90000"/>
              </a:lnSpc>
            </a:pPr>
            <a:r>
              <a:rPr lang="en-US" altLang="en-US" sz="2800" dirty="0"/>
              <a:t>REIT</a:t>
            </a:r>
          </a:p>
          <a:p>
            <a:pPr lvl="2" eaLnBrk="1" hangingPunct="1">
              <a:lnSpc>
                <a:spcPct val="90000"/>
              </a:lnSpc>
            </a:pPr>
            <a:r>
              <a:rPr lang="en-US" altLang="en-US" sz="2800" b="1" dirty="0"/>
              <a:t>Corp &gt; 80% of value of assets (excluding $ and nonconvertible debt obligations) are held for investment and are stock or securities (or interests in </a:t>
            </a:r>
            <a:r>
              <a:rPr lang="en-US" altLang="en-US" sz="2800" b="1" dirty="0" err="1"/>
              <a:t>RICs</a:t>
            </a:r>
            <a:r>
              <a:rPr lang="en-US" altLang="en-US" sz="2800" b="1" dirty="0"/>
              <a:t> or REITs). </a:t>
            </a:r>
            <a:r>
              <a:rPr lang="en-US" altLang="en-US" sz="2800" dirty="0"/>
              <a:t>Reg. §1.351-1(c)(1).</a:t>
            </a:r>
          </a:p>
          <a:p>
            <a:pPr lvl="1" eaLnBrk="1" hangingPunct="1">
              <a:lnSpc>
                <a:spcPct val="90000"/>
              </a:lnSpc>
            </a:pPr>
            <a:r>
              <a:rPr lang="en-US" altLang="en-US" sz="2800" i="1" dirty="0"/>
              <a:t>Diversification</a:t>
            </a:r>
            <a:r>
              <a:rPr lang="en-US" altLang="en-US" sz="2800" dirty="0"/>
              <a:t>:  two or more persons transfer non-identical assets. Reg. §1.351-1(c)(5).</a:t>
            </a:r>
          </a:p>
          <a:p>
            <a:pPr lvl="1" eaLnBrk="1" hangingPunct="1">
              <a:lnSpc>
                <a:spcPct val="90000"/>
              </a:lnSpc>
            </a:pPr>
            <a:r>
              <a:rPr lang="en-US" altLang="en-US" sz="2800" dirty="0"/>
              <a:t>Special rules for transfers of diversified portfolios.  Reg. §1.351-1(c)(6).</a:t>
            </a:r>
          </a:p>
          <a:p>
            <a:pPr lvl="2">
              <a:lnSpc>
                <a:spcPct val="90000"/>
              </a:lnSpc>
            </a:pPr>
            <a:r>
              <a:rPr lang="en-US" altLang="en-US" sz="2800" dirty="0"/>
              <a:t>This rule is being used by ETFs to allow the tax-free transfer to ETFs of appreciated portfolios of securities.    </a:t>
            </a:r>
            <a:r>
              <a:rPr lang="en-US" altLang="en-US" sz="2800" i="1" dirty="0"/>
              <a:t>See </a:t>
            </a:r>
            <a:r>
              <a:rPr lang="en-US" altLang="en-US" sz="2800" dirty="0">
                <a:hlinkClick r:id="rId3"/>
              </a:rPr>
              <a:t>The Black Hole of Capital Gains: ETF Swap Funds</a:t>
            </a:r>
            <a:r>
              <a:rPr lang="en-US" altLang="en-US" sz="2800" i="1" dirty="0"/>
              <a:t> </a:t>
            </a:r>
          </a:p>
          <a:p>
            <a:pPr lvl="1">
              <a:lnSpc>
                <a:spcPct val="90000"/>
              </a:lnSpc>
            </a:pPr>
            <a:r>
              <a:rPr lang="en-US" altLang="en-US" sz="2800" dirty="0"/>
              <a:t>This issue arose in </a:t>
            </a:r>
            <a:r>
              <a:rPr lang="en-US" altLang="en-US" sz="2800" i="1" dirty="0"/>
              <a:t>William Cos v. Energy Transfer </a:t>
            </a:r>
            <a:r>
              <a:rPr lang="en-US" altLang="en-US" sz="2800" dirty="0"/>
              <a:t>(Del, 2016).</a:t>
            </a:r>
          </a:p>
        </p:txBody>
      </p:sp>
      <p:sp>
        <p:nvSpPr>
          <p:cNvPr id="19460" name="Rectangle 2"/>
          <p:cNvSpPr>
            <a:spLocks noGrp="1" noChangeArrowheads="1"/>
          </p:cNvSpPr>
          <p:nvPr>
            <p:ph type="title"/>
          </p:nvPr>
        </p:nvSpPr>
        <p:spPr/>
        <p:txBody>
          <a:bodyPr/>
          <a:lstStyle/>
          <a:p>
            <a:r>
              <a:rPr lang="en-US" altLang="en-US" dirty="0"/>
              <a:t>Transfers to Controlled Corporations: </a:t>
            </a:r>
            <a:r>
              <a:rPr lang="en-US" altLang="en-US" b="1" dirty="0"/>
              <a:t>Transfers to Investment Companies</a:t>
            </a:r>
            <a:endParaRPr lang="en-US" altLang="en-US" dirty="0"/>
          </a:p>
        </p:txBody>
      </p:sp>
      <p:sp>
        <p:nvSpPr>
          <p:cNvPr id="19459" name="Slide Number Placeholder 4"/>
          <p:cNvSpPr>
            <a:spLocks noGrp="1"/>
          </p:cNvSpPr>
          <p:nvPr>
            <p:ph type="sldNum"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fld id="{61CD6671-99BE-EA40-AD6F-CC77559A69B6}" type="slidenum">
              <a:rPr lang="en-US" altLang="en-US">
                <a:latin typeface="Times" charset="0"/>
              </a:rPr>
              <a:pPr/>
              <a:t>8</a:t>
            </a:fld>
            <a:endParaRPr lang="en-US" altLang="en-US">
              <a:latin typeface="Times" charset="0"/>
            </a:endParaRPr>
          </a:p>
        </p:txBody>
      </p:sp>
      <p:sp>
        <p:nvSpPr>
          <p:cNvPr id="2" name="Footer Placeholder 1"/>
          <p:cNvSpPr>
            <a:spLocks noGrp="1"/>
          </p:cNvSpPr>
          <p:nvPr>
            <p:ph type="ftr" sz="quarter" idx="11"/>
          </p:nvPr>
        </p:nvSpPr>
        <p:spPr/>
        <p:txBody>
          <a:bodyPr/>
          <a:lstStyle/>
          <a:p>
            <a:pPr>
              <a:defRPr/>
            </a:pPr>
            <a:r>
              <a:rPr lang="en-US"/>
              <a:t>351 Transactions</a:t>
            </a:r>
            <a:endParaRPr lang="en-US" dirty="0"/>
          </a:p>
        </p:txBody>
      </p:sp>
    </p:spTree>
    <p:extLst>
      <p:ext uri="{BB962C8B-B14F-4D97-AF65-F5344CB8AC3E}">
        <p14:creationId xmlns:p14="http://schemas.microsoft.com/office/powerpoint/2010/main" val="12361846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46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946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946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9461">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9461">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9461">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9461">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9461">
                                            <p:txEl>
                                              <p:pRg st="7" end="7"/>
                                            </p:txEl>
                                          </p:spTgt>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9461">
                                            <p:txEl>
                                              <p:pRg st="8" end="8"/>
                                            </p:txEl>
                                          </p:spTgt>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19461">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461" grpId="0"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altLang="en-US" sz="3200" b="1" dirty="0"/>
              <a:t>Control: 80% of</a:t>
            </a:r>
            <a:r>
              <a:rPr lang="en-US" altLang="en-US" sz="3200" dirty="0"/>
              <a:t>: </a:t>
            </a:r>
          </a:p>
          <a:p>
            <a:pPr lvl="1"/>
            <a:r>
              <a:rPr lang="en-US" altLang="en-US" sz="2800" dirty="0"/>
              <a:t>(a) Total </a:t>
            </a:r>
            <a:r>
              <a:rPr lang="en-US" altLang="en-US" sz="2800" b="1" i="1" dirty="0"/>
              <a:t>combined</a:t>
            </a:r>
            <a:r>
              <a:rPr lang="en-US" altLang="en-US" sz="2800" dirty="0"/>
              <a:t> voting power of </a:t>
            </a:r>
            <a:r>
              <a:rPr lang="en-US" altLang="en-US" sz="2800" b="1" dirty="0"/>
              <a:t>all classes of voting stock</a:t>
            </a:r>
            <a:r>
              <a:rPr lang="en-US" altLang="en-US" sz="2800" dirty="0"/>
              <a:t>, and </a:t>
            </a:r>
          </a:p>
          <a:p>
            <a:pPr lvl="1"/>
            <a:r>
              <a:rPr lang="en-US" altLang="en-US" sz="2800" dirty="0"/>
              <a:t>(b) Total number of shares of all other classes of stock.  §368(c).</a:t>
            </a:r>
          </a:p>
          <a:p>
            <a:r>
              <a:rPr lang="en-US" altLang="en-US" sz="3200" dirty="0"/>
              <a:t>To satisfy (b), transferor(s) must own 80% of the total shares of </a:t>
            </a:r>
            <a:r>
              <a:rPr lang="en-US" altLang="en-US" sz="3200" b="1" i="1" dirty="0"/>
              <a:t>each</a:t>
            </a:r>
            <a:r>
              <a:rPr lang="en-US" altLang="en-US" sz="3200" b="1" dirty="0"/>
              <a:t> </a:t>
            </a:r>
            <a:r>
              <a:rPr lang="en-US" altLang="en-US" sz="3200" dirty="0"/>
              <a:t>class of </a:t>
            </a:r>
            <a:r>
              <a:rPr lang="en-US" altLang="en-US" sz="3200" b="1" dirty="0"/>
              <a:t>non-voting </a:t>
            </a:r>
            <a:r>
              <a:rPr lang="en-US" altLang="en-US" sz="3200" dirty="0"/>
              <a:t>stock.  Rev. Rul. 59-259.</a:t>
            </a:r>
          </a:p>
          <a:p>
            <a:r>
              <a:rPr lang="en-US" altLang="en-US" sz="3200" dirty="0"/>
              <a:t>Ownership must be direct and </a:t>
            </a:r>
            <a:r>
              <a:rPr lang="en-US" altLang="en-US" sz="3200" i="1" dirty="0"/>
              <a:t>not</a:t>
            </a:r>
            <a:r>
              <a:rPr lang="en-US" altLang="en-US" sz="3200" dirty="0"/>
              <a:t> by attribution</a:t>
            </a:r>
          </a:p>
          <a:p>
            <a:r>
              <a:rPr lang="en-US" altLang="en-US" sz="3200" dirty="0"/>
              <a:t>For ruling purposes, the property transferred must at least 10% of the value of the transferor’s preexisting holdings in the transferee.  Rev. Proc. §77-37, 3.07.</a:t>
            </a:r>
          </a:p>
          <a:p>
            <a:endParaRPr lang="en-US" altLang="en-US" sz="3200" dirty="0"/>
          </a:p>
          <a:p>
            <a:endParaRPr lang="en-US" sz="3200" dirty="0"/>
          </a:p>
        </p:txBody>
      </p:sp>
      <p:sp>
        <p:nvSpPr>
          <p:cNvPr id="3" name="Title 2"/>
          <p:cNvSpPr>
            <a:spLocks noGrp="1"/>
          </p:cNvSpPr>
          <p:nvPr>
            <p:ph type="title"/>
          </p:nvPr>
        </p:nvSpPr>
        <p:spPr/>
        <p:txBody>
          <a:bodyPr/>
          <a:lstStyle/>
          <a:p>
            <a:r>
              <a:rPr lang="en-US" altLang="en-US" dirty="0"/>
              <a:t>Transfers to Controlled Corporations:  </a:t>
            </a:r>
            <a:r>
              <a:rPr lang="en-US" altLang="en-US" i="1" dirty="0"/>
              <a:t>Control</a:t>
            </a:r>
            <a:endParaRPr lang="en-US" dirty="0"/>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9</a:t>
            </a:fld>
            <a:endParaRPr lang="en-US" altLang="en-US" dirty="0"/>
          </a:p>
        </p:txBody>
      </p:sp>
      <p:sp>
        <p:nvSpPr>
          <p:cNvPr id="6" name="Footer Placeholder 5"/>
          <p:cNvSpPr>
            <a:spLocks noGrp="1"/>
          </p:cNvSpPr>
          <p:nvPr>
            <p:ph type="ftr" sz="quarter" idx="11"/>
          </p:nvPr>
        </p:nvSpPr>
        <p:spPr/>
        <p:txBody>
          <a:bodyPr/>
          <a:lstStyle/>
          <a:p>
            <a:pPr>
              <a:defRPr/>
            </a:pPr>
            <a:r>
              <a:rPr lang="en-US"/>
              <a:t>351 Transactions</a:t>
            </a:r>
            <a:endParaRPr lang="en-US" dirty="0"/>
          </a:p>
        </p:txBody>
      </p:sp>
    </p:spTree>
    <p:extLst>
      <p:ext uri="{BB962C8B-B14F-4D97-AF65-F5344CB8AC3E}">
        <p14:creationId xmlns:p14="http://schemas.microsoft.com/office/powerpoint/2010/main" val="15440316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ext Placeholder 11"/>
          <p:cNvSpPr>
            <a:spLocks noGrp="1"/>
          </p:cNvSpPr>
          <p:nvPr>
            <p:ph type="body" idx="1"/>
          </p:nvPr>
        </p:nvSpPr>
        <p:spPr/>
        <p:txBody>
          <a:bodyPr/>
          <a:lstStyle/>
          <a:p>
            <a:r>
              <a:rPr lang="en-US" dirty="0"/>
              <a:t>Before</a:t>
            </a:r>
          </a:p>
        </p:txBody>
      </p:sp>
      <p:sp>
        <p:nvSpPr>
          <p:cNvPr id="13" name="Text Placeholder 12"/>
          <p:cNvSpPr>
            <a:spLocks noGrp="1"/>
          </p:cNvSpPr>
          <p:nvPr>
            <p:ph type="body" idx="19"/>
          </p:nvPr>
        </p:nvSpPr>
        <p:spPr/>
        <p:txBody>
          <a:bodyPr/>
          <a:lstStyle/>
          <a:p>
            <a:r>
              <a:rPr lang="en-US" dirty="0"/>
              <a:t>After</a:t>
            </a:r>
          </a:p>
        </p:txBody>
      </p:sp>
      <p:sp>
        <p:nvSpPr>
          <p:cNvPr id="7" name="Slide Number Placeholder 6"/>
          <p:cNvSpPr>
            <a:spLocks noGrp="1"/>
          </p:cNvSpPr>
          <p:nvPr>
            <p:ph type="sldNum" sz="quarter" idx="22"/>
          </p:nvPr>
        </p:nvSpPr>
        <p:spPr/>
        <p:txBody>
          <a:bodyPr/>
          <a:lstStyle/>
          <a:p>
            <a:fld id="{856F0A94-AD2E-974D-AF6B-04AF335E854A}" type="slidenum">
              <a:rPr lang="en-US" altLang="en-US" smtClean="0"/>
              <a:pPr/>
              <a:t>10</a:t>
            </a:fld>
            <a:endParaRPr lang="en-US" altLang="en-US"/>
          </a:p>
        </p:txBody>
      </p:sp>
      <p:sp>
        <p:nvSpPr>
          <p:cNvPr id="11" name="Title 10"/>
          <p:cNvSpPr>
            <a:spLocks noGrp="1"/>
          </p:cNvSpPr>
          <p:nvPr>
            <p:ph type="title"/>
          </p:nvPr>
        </p:nvSpPr>
        <p:spPr/>
        <p:txBody>
          <a:bodyPr/>
          <a:lstStyle/>
          <a:p>
            <a:r>
              <a:rPr lang="en-US" altLang="en-US" dirty="0"/>
              <a:t>Transfers to Controlled Corporations: </a:t>
            </a:r>
            <a:r>
              <a:rPr lang="en-US" altLang="en-US" i="1" dirty="0" err="1"/>
              <a:t>Kamborian</a:t>
            </a:r>
            <a:r>
              <a:rPr lang="en-US" altLang="en-US" i="1" dirty="0"/>
              <a:t> v. CIR </a:t>
            </a:r>
            <a:r>
              <a:rPr lang="en-US" altLang="en-US" dirty="0"/>
              <a:t>(1972)</a:t>
            </a:r>
            <a:endParaRPr lang="en-US" dirty="0"/>
          </a:p>
        </p:txBody>
      </p:sp>
      <p:sp>
        <p:nvSpPr>
          <p:cNvPr id="16" name="Oval 5"/>
          <p:cNvSpPr>
            <a:spLocks noChangeArrowheads="1"/>
          </p:cNvSpPr>
          <p:nvPr/>
        </p:nvSpPr>
        <p:spPr bwMode="auto">
          <a:xfrm>
            <a:off x="1397000" y="1991026"/>
            <a:ext cx="990600" cy="914400"/>
          </a:xfrm>
          <a:prstGeom prst="ellipse">
            <a:avLst/>
          </a:prstGeom>
          <a:solidFill>
            <a:srgbClr val="E3B276"/>
          </a:solidFill>
          <a:ln w="9525">
            <a:solidFill>
              <a:schemeClr val="tx1"/>
            </a:solidFill>
            <a:round/>
            <a:headEnd/>
            <a:tailEnd/>
          </a:ln>
        </p:spPr>
        <p:txBody>
          <a:bodyPr wrap="none" anchor="ct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b="1"/>
              <a:t>SHs 1-6</a:t>
            </a:r>
            <a:endParaRPr lang="en-US" altLang="en-US"/>
          </a:p>
        </p:txBody>
      </p:sp>
      <p:sp>
        <p:nvSpPr>
          <p:cNvPr id="17" name="Oval 11"/>
          <p:cNvSpPr>
            <a:spLocks noChangeArrowheads="1"/>
          </p:cNvSpPr>
          <p:nvPr/>
        </p:nvSpPr>
        <p:spPr bwMode="auto">
          <a:xfrm>
            <a:off x="3619500" y="1991026"/>
            <a:ext cx="990600" cy="914400"/>
          </a:xfrm>
          <a:prstGeom prst="ellipse">
            <a:avLst/>
          </a:prstGeom>
          <a:solidFill>
            <a:srgbClr val="E3B276"/>
          </a:solidFill>
          <a:ln w="9525">
            <a:solidFill>
              <a:schemeClr val="tx1"/>
            </a:solidFill>
            <a:round/>
            <a:headEnd/>
            <a:tailEnd/>
          </a:ln>
        </p:spPr>
        <p:txBody>
          <a:bodyPr wrap="none" anchor="ct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b="1"/>
              <a:t>SHs 1-4</a:t>
            </a:r>
            <a:endParaRPr lang="en-US" altLang="en-US"/>
          </a:p>
        </p:txBody>
      </p:sp>
      <p:sp>
        <p:nvSpPr>
          <p:cNvPr id="18" name="Rectangle 15"/>
          <p:cNvSpPr>
            <a:spLocks noChangeArrowheads="1"/>
          </p:cNvSpPr>
          <p:nvPr/>
        </p:nvSpPr>
        <p:spPr bwMode="auto">
          <a:xfrm>
            <a:off x="1168400" y="4124626"/>
            <a:ext cx="1447800" cy="1209374"/>
          </a:xfrm>
          <a:prstGeom prst="rect">
            <a:avLst/>
          </a:prstGeom>
          <a:solidFill>
            <a:schemeClr val="accent3">
              <a:lumMod val="10000"/>
              <a:lumOff val="90000"/>
            </a:schemeClr>
          </a:solidFill>
          <a:ln w="9525">
            <a:solidFill>
              <a:schemeClr val="tx1"/>
            </a:solidFill>
            <a:miter lim="800000"/>
            <a:headEnd/>
            <a:tailEnd/>
          </a:ln>
        </p:spPr>
        <p:txBody>
          <a:bodyPr wrap="none" anchor="ct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b="1" dirty="0"/>
              <a:t>X</a:t>
            </a:r>
          </a:p>
          <a:p>
            <a:pPr algn="ctr"/>
            <a:r>
              <a:rPr lang="en-US" altLang="en-US" sz="1600" b="1" dirty="0"/>
              <a:t>International </a:t>
            </a:r>
          </a:p>
          <a:p>
            <a:pPr algn="ctr"/>
            <a:r>
              <a:rPr lang="en-US" altLang="en-US" sz="1600" b="1" dirty="0"/>
              <a:t>Shoe</a:t>
            </a:r>
          </a:p>
          <a:p>
            <a:pPr algn="ctr"/>
            <a:r>
              <a:rPr lang="en-US" altLang="en-US" sz="1600" b="1" dirty="0"/>
              <a:t>Machine Corp</a:t>
            </a:r>
            <a:endParaRPr lang="en-US" altLang="en-US" sz="2000" dirty="0"/>
          </a:p>
        </p:txBody>
      </p:sp>
      <p:cxnSp>
        <p:nvCxnSpPr>
          <p:cNvPr id="19" name="AutoShape 16"/>
          <p:cNvCxnSpPr>
            <a:cxnSpLocks noChangeShapeType="1"/>
          </p:cNvCxnSpPr>
          <p:nvPr/>
        </p:nvCxnSpPr>
        <p:spPr bwMode="auto">
          <a:xfrm>
            <a:off x="1892300" y="2905426"/>
            <a:ext cx="0" cy="121920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sp>
        <p:nvSpPr>
          <p:cNvPr id="20" name="Rectangle 17"/>
          <p:cNvSpPr>
            <a:spLocks noChangeArrowheads="1"/>
          </p:cNvSpPr>
          <p:nvPr/>
        </p:nvSpPr>
        <p:spPr bwMode="auto">
          <a:xfrm>
            <a:off x="3390900" y="4124626"/>
            <a:ext cx="1447800" cy="1209374"/>
          </a:xfrm>
          <a:prstGeom prst="rect">
            <a:avLst/>
          </a:prstGeom>
          <a:solidFill>
            <a:schemeClr val="accent3">
              <a:lumMod val="10000"/>
              <a:lumOff val="90000"/>
            </a:schemeClr>
          </a:solidFill>
          <a:ln w="9525">
            <a:solidFill>
              <a:schemeClr val="tx1"/>
            </a:solidFill>
            <a:miter lim="800000"/>
            <a:headEnd/>
            <a:tailEnd/>
          </a:ln>
        </p:spPr>
        <p:txBody>
          <a:bodyPr wrap="none" anchor="ct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2000" b="1" dirty="0"/>
              <a:t>Y</a:t>
            </a:r>
            <a:endParaRPr lang="en-US" altLang="en-US" sz="1600" b="1" dirty="0"/>
          </a:p>
          <a:p>
            <a:pPr algn="ctr"/>
            <a:r>
              <a:rPr lang="en-US" altLang="en-US" sz="1600" b="1" dirty="0" err="1"/>
              <a:t>Campex</a:t>
            </a:r>
            <a:endParaRPr lang="en-US" altLang="en-US" sz="1600" b="1" dirty="0"/>
          </a:p>
          <a:p>
            <a:pPr algn="ctr"/>
            <a:r>
              <a:rPr lang="en-US" altLang="en-US" sz="1600" b="1" dirty="0"/>
              <a:t>Research &amp;</a:t>
            </a:r>
          </a:p>
          <a:p>
            <a:pPr algn="ctr"/>
            <a:r>
              <a:rPr lang="en-US" altLang="en-US" sz="1600" b="1" dirty="0"/>
              <a:t>Trading</a:t>
            </a:r>
            <a:endParaRPr lang="en-US" altLang="en-US" sz="2000" dirty="0"/>
          </a:p>
        </p:txBody>
      </p:sp>
      <p:cxnSp>
        <p:nvCxnSpPr>
          <p:cNvPr id="21" name="AutoShape 18"/>
          <p:cNvCxnSpPr>
            <a:cxnSpLocks noChangeShapeType="1"/>
          </p:cNvCxnSpPr>
          <p:nvPr/>
        </p:nvCxnSpPr>
        <p:spPr bwMode="auto">
          <a:xfrm>
            <a:off x="4114800" y="2905426"/>
            <a:ext cx="0" cy="121920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sp>
        <p:nvSpPr>
          <p:cNvPr id="22" name="Oval 19"/>
          <p:cNvSpPr>
            <a:spLocks noChangeArrowheads="1"/>
          </p:cNvSpPr>
          <p:nvPr/>
        </p:nvSpPr>
        <p:spPr bwMode="auto">
          <a:xfrm>
            <a:off x="7505700" y="1714500"/>
            <a:ext cx="990600" cy="914400"/>
          </a:xfrm>
          <a:prstGeom prst="ellipse">
            <a:avLst/>
          </a:prstGeom>
          <a:solidFill>
            <a:srgbClr val="E3B276"/>
          </a:solidFill>
          <a:ln w="9525">
            <a:solidFill>
              <a:schemeClr val="tx1"/>
            </a:solidFill>
            <a:round/>
            <a:headEnd/>
            <a:tailEnd/>
          </a:ln>
        </p:spPr>
        <p:txBody>
          <a:bodyPr wrap="none" anchor="ct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b="1"/>
              <a:t>SHs 1-6</a:t>
            </a:r>
            <a:endParaRPr lang="en-US" altLang="en-US"/>
          </a:p>
        </p:txBody>
      </p:sp>
      <p:sp>
        <p:nvSpPr>
          <p:cNvPr id="23" name="Rectangle 20"/>
          <p:cNvSpPr>
            <a:spLocks noChangeArrowheads="1"/>
          </p:cNvSpPr>
          <p:nvPr/>
        </p:nvSpPr>
        <p:spPr bwMode="auto">
          <a:xfrm>
            <a:off x="8267700" y="3771900"/>
            <a:ext cx="762000" cy="685800"/>
          </a:xfrm>
          <a:prstGeom prst="rect">
            <a:avLst/>
          </a:prstGeom>
          <a:solidFill>
            <a:schemeClr val="accent3">
              <a:lumMod val="10000"/>
              <a:lumOff val="90000"/>
            </a:schemeClr>
          </a:solidFill>
          <a:ln w="9525">
            <a:solidFill>
              <a:schemeClr val="tx1"/>
            </a:solidFill>
            <a:miter lim="800000"/>
            <a:headEnd/>
            <a:tailEnd/>
          </a:ln>
        </p:spPr>
        <p:txBody>
          <a:bodyPr wrap="none" anchor="ct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1600" b="1" dirty="0"/>
              <a:t>X</a:t>
            </a:r>
          </a:p>
          <a:p>
            <a:pPr algn="ctr"/>
            <a:r>
              <a:rPr lang="en-US" altLang="en-US" sz="1600" b="1" dirty="0"/>
              <a:t>ISM</a:t>
            </a:r>
            <a:endParaRPr lang="en-US" altLang="en-US" sz="2000" dirty="0"/>
          </a:p>
        </p:txBody>
      </p:sp>
      <p:cxnSp>
        <p:nvCxnSpPr>
          <p:cNvPr id="24" name="AutoShape 21"/>
          <p:cNvCxnSpPr>
            <a:cxnSpLocks noChangeShapeType="1"/>
          </p:cNvCxnSpPr>
          <p:nvPr/>
        </p:nvCxnSpPr>
        <p:spPr bwMode="auto">
          <a:xfrm>
            <a:off x="8001000" y="2628900"/>
            <a:ext cx="647700" cy="114300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sp>
        <p:nvSpPr>
          <p:cNvPr id="25" name="Oval 24"/>
          <p:cNvSpPr>
            <a:spLocks noChangeArrowheads="1"/>
          </p:cNvSpPr>
          <p:nvPr/>
        </p:nvSpPr>
        <p:spPr bwMode="auto">
          <a:xfrm>
            <a:off x="8953500" y="1638300"/>
            <a:ext cx="990600" cy="914400"/>
          </a:xfrm>
          <a:prstGeom prst="ellipse">
            <a:avLst/>
          </a:prstGeom>
          <a:solidFill>
            <a:srgbClr val="E3B276"/>
          </a:solidFill>
          <a:ln w="9525">
            <a:solidFill>
              <a:schemeClr val="tx1"/>
            </a:solidFill>
            <a:round/>
            <a:headEnd/>
            <a:tailEnd/>
          </a:ln>
        </p:spPr>
        <p:txBody>
          <a:bodyPr wrap="none" anchor="ct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b="1" dirty="0"/>
              <a:t>SHs 1-4</a:t>
            </a:r>
            <a:endParaRPr lang="en-US" altLang="en-US" dirty="0"/>
          </a:p>
        </p:txBody>
      </p:sp>
      <p:cxnSp>
        <p:nvCxnSpPr>
          <p:cNvPr id="26" name="AutoShape 25"/>
          <p:cNvCxnSpPr>
            <a:cxnSpLocks noChangeShapeType="1"/>
          </p:cNvCxnSpPr>
          <p:nvPr/>
        </p:nvCxnSpPr>
        <p:spPr bwMode="auto">
          <a:xfrm flipH="1">
            <a:off x="8648700" y="2552700"/>
            <a:ext cx="800100" cy="121920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sp>
        <p:nvSpPr>
          <p:cNvPr id="27" name="Rectangle 26"/>
          <p:cNvSpPr>
            <a:spLocks noChangeArrowheads="1"/>
          </p:cNvSpPr>
          <p:nvPr/>
        </p:nvSpPr>
        <p:spPr bwMode="auto">
          <a:xfrm>
            <a:off x="8191500" y="4914900"/>
            <a:ext cx="914400" cy="609600"/>
          </a:xfrm>
          <a:prstGeom prst="rect">
            <a:avLst/>
          </a:prstGeom>
          <a:solidFill>
            <a:schemeClr val="accent3">
              <a:lumMod val="10000"/>
              <a:lumOff val="90000"/>
            </a:schemeClr>
          </a:solidFill>
          <a:ln w="9525">
            <a:solidFill>
              <a:schemeClr val="tx1"/>
            </a:solidFill>
            <a:miter lim="800000"/>
            <a:headEnd/>
            <a:tailEnd/>
          </a:ln>
        </p:spPr>
        <p:txBody>
          <a:bodyPr wrap="none" anchor="ct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1600" b="1" dirty="0"/>
              <a:t>Y</a:t>
            </a:r>
          </a:p>
          <a:p>
            <a:pPr algn="ctr"/>
            <a:r>
              <a:rPr lang="en-US" altLang="en-US" sz="1600" b="1" dirty="0"/>
              <a:t>CRT</a:t>
            </a:r>
            <a:endParaRPr lang="en-US" altLang="en-US" sz="2000" dirty="0"/>
          </a:p>
        </p:txBody>
      </p:sp>
      <p:cxnSp>
        <p:nvCxnSpPr>
          <p:cNvPr id="28" name="AutoShape 27"/>
          <p:cNvCxnSpPr>
            <a:cxnSpLocks noChangeShapeType="1"/>
          </p:cNvCxnSpPr>
          <p:nvPr/>
        </p:nvCxnSpPr>
        <p:spPr bwMode="auto">
          <a:xfrm>
            <a:off x="8648700" y="4457700"/>
            <a:ext cx="0" cy="457200"/>
          </a:xfrm>
          <a:prstGeom prst="straightConnector1">
            <a:avLst/>
          </a:prstGeom>
          <a:noFill/>
          <a:ln w="9525">
            <a:solidFill>
              <a:schemeClr val="tx1"/>
            </a:solidFill>
            <a:round/>
            <a:headEnd/>
            <a:tailEnd/>
          </a:ln>
          <a:extLst>
            <a:ext uri="{909E8E84-426E-40DD-AFC4-6F175D3DCCD1}">
              <a14:hiddenFill xmlns:a14="http://schemas.microsoft.com/office/drawing/2010/main">
                <a:noFill/>
              </a14:hiddenFill>
            </a:ext>
          </a:extLst>
        </p:spPr>
      </p:cxnSp>
      <p:cxnSp>
        <p:nvCxnSpPr>
          <p:cNvPr id="29" name="AutoShape 28"/>
          <p:cNvCxnSpPr>
            <a:cxnSpLocks noChangeShapeType="1"/>
          </p:cNvCxnSpPr>
          <p:nvPr/>
        </p:nvCxnSpPr>
        <p:spPr bwMode="auto">
          <a:xfrm rot="16200000" flipH="1">
            <a:off x="7391400" y="3238500"/>
            <a:ext cx="1485900" cy="266700"/>
          </a:xfrm>
          <a:prstGeom prst="bentConnector3">
            <a:avLst>
              <a:gd name="adj1" fmla="val 97648"/>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sp>
        <p:nvSpPr>
          <p:cNvPr id="30" name="Rectangle 29"/>
          <p:cNvSpPr>
            <a:spLocks noChangeArrowheads="1"/>
          </p:cNvSpPr>
          <p:nvPr/>
        </p:nvSpPr>
        <p:spPr bwMode="auto">
          <a:xfrm>
            <a:off x="5257799" y="3033236"/>
            <a:ext cx="2590801" cy="738664"/>
          </a:xfrm>
          <a:prstGeom prst="rect">
            <a:avLst/>
          </a:prstGeom>
          <a:noFill/>
          <a:ln w="63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square" anchor="ctr">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r>
              <a:rPr lang="en-US" altLang="en-US" sz="1400" b="1" dirty="0" err="1"/>
              <a:t>SH</a:t>
            </a:r>
            <a:r>
              <a:rPr lang="en-US" altLang="en-US" sz="1400" b="1" dirty="0"/>
              <a:t> 5 (</a:t>
            </a:r>
            <a:r>
              <a:rPr lang="en-US" altLang="en-US" sz="1400" b="1" dirty="0" err="1"/>
              <a:t>EKT</a:t>
            </a:r>
            <a:r>
              <a:rPr lang="en-US" altLang="en-US" sz="1400" b="1" dirty="0"/>
              <a:t>) “purchases” additional 5K of ISM</a:t>
            </a:r>
          </a:p>
          <a:p>
            <a:r>
              <a:rPr lang="en-US" altLang="en-US" sz="1400" b="1" dirty="0"/>
              <a:t>Stock (42 Cl A and 376 Cl B).</a:t>
            </a:r>
            <a:endParaRPr lang="en-US" altLang="en-US" sz="1600" dirty="0"/>
          </a:p>
        </p:txBody>
      </p:sp>
      <p:sp>
        <p:nvSpPr>
          <p:cNvPr id="31" name="Rectangle 31"/>
          <p:cNvSpPr>
            <a:spLocks noChangeArrowheads="1"/>
          </p:cNvSpPr>
          <p:nvPr/>
        </p:nvSpPr>
        <p:spPr bwMode="auto">
          <a:xfrm>
            <a:off x="9791700" y="3100269"/>
            <a:ext cx="2057400" cy="1600438"/>
          </a:xfrm>
          <a:prstGeom prst="rect">
            <a:avLst/>
          </a:prstGeom>
          <a:noFill/>
          <a:ln w="63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square" anchor="ctr">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r>
              <a:rPr lang="en-US" altLang="en-US" sz="1400" b="1" dirty="0" err="1"/>
              <a:t>SHs</a:t>
            </a:r>
            <a:r>
              <a:rPr lang="en-US" altLang="en-US" sz="1400" b="1" dirty="0"/>
              <a:t> 1-4 transfer </a:t>
            </a:r>
          </a:p>
          <a:p>
            <a:r>
              <a:rPr lang="en-US" altLang="en-US" sz="1400" b="1" dirty="0"/>
              <a:t>stock of </a:t>
            </a:r>
            <a:r>
              <a:rPr lang="en-US" altLang="en-US" sz="1400" b="1" dirty="0" err="1"/>
              <a:t>Campex</a:t>
            </a:r>
            <a:r>
              <a:rPr lang="en-US" altLang="en-US" sz="1400" b="1" dirty="0"/>
              <a:t> for ISM stock. </a:t>
            </a:r>
          </a:p>
          <a:p>
            <a:endParaRPr lang="en-US" altLang="en-US" sz="1400" b="1" dirty="0"/>
          </a:p>
          <a:p>
            <a:r>
              <a:rPr lang="en-US" altLang="en-US" sz="1400" b="1" dirty="0"/>
              <a:t>After transfer, </a:t>
            </a:r>
            <a:r>
              <a:rPr lang="en-US" altLang="en-US" sz="1400" b="1" dirty="0" err="1"/>
              <a:t>SHs</a:t>
            </a:r>
            <a:r>
              <a:rPr lang="en-US" altLang="en-US" sz="1400" b="1" dirty="0"/>
              <a:t> 1-4 own 77.3% of ISM stock.</a:t>
            </a:r>
            <a:endParaRPr lang="en-US" altLang="en-US" sz="1600" dirty="0"/>
          </a:p>
        </p:txBody>
      </p:sp>
      <p:cxnSp>
        <p:nvCxnSpPr>
          <p:cNvPr id="32" name="AutoShape 32"/>
          <p:cNvCxnSpPr>
            <a:cxnSpLocks noChangeShapeType="1"/>
          </p:cNvCxnSpPr>
          <p:nvPr/>
        </p:nvCxnSpPr>
        <p:spPr bwMode="auto">
          <a:xfrm rot="5400000">
            <a:off x="8458200" y="3124200"/>
            <a:ext cx="1562100" cy="419100"/>
          </a:xfrm>
          <a:prstGeom prst="bentConnector2">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sp>
        <p:nvSpPr>
          <p:cNvPr id="33" name="TextBox 32"/>
          <p:cNvSpPr txBox="1"/>
          <p:nvPr/>
        </p:nvSpPr>
        <p:spPr>
          <a:xfrm>
            <a:off x="7162799" y="5678269"/>
            <a:ext cx="3581401" cy="646331"/>
          </a:xfrm>
          <a:prstGeom prst="rect">
            <a:avLst/>
          </a:prstGeom>
          <a:noFill/>
        </p:spPr>
        <p:txBody>
          <a:bodyPr wrap="square" rtlCol="0">
            <a:spAutoFit/>
          </a:bodyPr>
          <a:lstStyle/>
          <a:p>
            <a:r>
              <a:rPr lang="en-US" b="1" dirty="0"/>
              <a:t>If </a:t>
            </a:r>
            <a:r>
              <a:rPr lang="en-US" b="1" dirty="0" err="1"/>
              <a:t>SH</a:t>
            </a:r>
            <a:r>
              <a:rPr lang="en-US" b="1" dirty="0"/>
              <a:t> 5’s stock is taken into account, the transferors will own &gt;80% of X</a:t>
            </a:r>
          </a:p>
        </p:txBody>
      </p:sp>
      <p:sp>
        <p:nvSpPr>
          <p:cNvPr id="3" name="Footer Placeholder 2"/>
          <p:cNvSpPr>
            <a:spLocks noGrp="1"/>
          </p:cNvSpPr>
          <p:nvPr>
            <p:ph type="ftr" sz="quarter" idx="23"/>
          </p:nvPr>
        </p:nvSpPr>
        <p:spPr/>
        <p:txBody>
          <a:bodyPr/>
          <a:lstStyle/>
          <a:p>
            <a:pPr>
              <a:defRPr/>
            </a:pPr>
            <a:r>
              <a:rPr lang="en-US"/>
              <a:t>351 Transactions</a:t>
            </a:r>
          </a:p>
        </p:txBody>
      </p:sp>
    </p:spTree>
    <p:extLst>
      <p:ext uri="{BB962C8B-B14F-4D97-AF65-F5344CB8AC3E}">
        <p14:creationId xmlns:p14="http://schemas.microsoft.com/office/powerpoint/2010/main" val="18012580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bg/>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xEl>
                                              <p:pRg st="0" end="0"/>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1"/>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3">
                                            <p:bg/>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3">
                                            <p:txEl>
                                              <p:pRg st="0" end="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5"/>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2"/>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3"/>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24"/>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26"/>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32"/>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29"/>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30"/>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31"/>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28"/>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grpId="0" nodeType="clickEffect">
                                  <p:stCondLst>
                                    <p:cond delay="0"/>
                                  </p:stCondLst>
                                  <p:childTnLst>
                                    <p:set>
                                      <p:cBhvr>
                                        <p:cTn id="60" dur="1" fill="hold">
                                          <p:stCondLst>
                                            <p:cond delay="0"/>
                                          </p:stCondLst>
                                        </p:cTn>
                                        <p:tgtEl>
                                          <p:spTgt spid="27"/>
                                        </p:tgtEl>
                                        <p:attrNameLst>
                                          <p:attrName>style.visibility</p:attrName>
                                        </p:attrNameLst>
                                      </p:cBhvr>
                                      <p:to>
                                        <p:strVal val="visible"/>
                                      </p:to>
                                    </p:set>
                                  </p:childTnLst>
                                </p:cTn>
                              </p:par>
                            </p:childTnLst>
                          </p:cTn>
                        </p:par>
                      </p:childTnLst>
                    </p:cTn>
                  </p:par>
                  <p:par>
                    <p:cTn id="61" fill="hold">
                      <p:stCondLst>
                        <p:cond delay="indefinite"/>
                      </p:stCondLst>
                      <p:childTnLst>
                        <p:par>
                          <p:cTn id="62" fill="hold">
                            <p:stCondLst>
                              <p:cond delay="0"/>
                            </p:stCondLst>
                            <p:childTnLst>
                              <p:par>
                                <p:cTn id="63" presetID="1" presetClass="entr" presetSubtype="0" fill="hold" grpId="0" nodeType="clickEffect">
                                  <p:stCondLst>
                                    <p:cond delay="0"/>
                                  </p:stCondLst>
                                  <p:childTnLst>
                                    <p:set>
                                      <p:cBhvr>
                                        <p:cTn id="64" dur="1" fill="hold">
                                          <p:stCondLst>
                                            <p:cond delay="0"/>
                                          </p:stCondLst>
                                        </p:cTn>
                                        <p:tgtEl>
                                          <p:spTgt spid="3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build="p" animBg="1"/>
      <p:bldP spid="13" grpId="0" build="p" animBg="1"/>
      <p:bldP spid="16" grpId="0" animBg="1"/>
      <p:bldP spid="17" grpId="0" animBg="1"/>
      <p:bldP spid="18" grpId="0" animBg="1"/>
      <p:bldP spid="20" grpId="0" animBg="1"/>
      <p:bldP spid="22" grpId="0" animBg="1"/>
      <p:bldP spid="23" grpId="0" animBg="1"/>
      <p:bldP spid="25" grpId="0" animBg="1"/>
      <p:bldP spid="27" grpId="0" animBg="1"/>
      <p:bldP spid="30" grpId="0" animBg="1"/>
      <p:bldP spid="31" grpId="0" animBg="1"/>
      <p:bldP spid="33"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Content Placeholder 8"/>
          <p:cNvSpPr>
            <a:spLocks noGrp="1"/>
          </p:cNvSpPr>
          <p:nvPr>
            <p:ph idx="1"/>
          </p:nvPr>
        </p:nvSpPr>
        <p:spPr/>
        <p:txBody>
          <a:bodyPr/>
          <a:lstStyle/>
          <a:p>
            <a:pPr>
              <a:lnSpc>
                <a:spcPct val="90000"/>
              </a:lnSpc>
            </a:pPr>
            <a:r>
              <a:rPr lang="en-US" altLang="en-US" sz="3200" dirty="0"/>
              <a:t>Distribution by corporate transferor to </a:t>
            </a:r>
            <a:r>
              <a:rPr lang="en-US" altLang="en-US" sz="3200" dirty="0" err="1"/>
              <a:t>SHs</a:t>
            </a:r>
            <a:r>
              <a:rPr lang="en-US" altLang="en-US" sz="3200" dirty="0"/>
              <a:t> </a:t>
            </a:r>
            <a:r>
              <a:rPr lang="en-US" altLang="en-US" sz="3200" i="1" dirty="0"/>
              <a:t>not</a:t>
            </a:r>
            <a:r>
              <a:rPr lang="en-US" altLang="en-US" sz="3200" dirty="0"/>
              <a:t> taken into account. §351(c)(1).</a:t>
            </a:r>
          </a:p>
          <a:p>
            <a:pPr lvl="1">
              <a:lnSpc>
                <a:spcPct val="90000"/>
              </a:lnSpc>
            </a:pPr>
            <a:r>
              <a:rPr lang="en-US" altLang="en-US" sz="2800" dirty="0"/>
              <a:t>Note:  Distribution may be taxable (§311)</a:t>
            </a:r>
          </a:p>
          <a:p>
            <a:pPr>
              <a:lnSpc>
                <a:spcPct val="90000"/>
              </a:lnSpc>
            </a:pPr>
            <a:r>
              <a:rPr lang="en-US" altLang="en-US" sz="3200" b="1" dirty="0"/>
              <a:t>Post-transfer sales</a:t>
            </a:r>
            <a:r>
              <a:rPr lang="en-US" altLang="en-US" sz="3200" dirty="0"/>
              <a:t> of stock by one transferor to another transferor of property are ok.  Rev. Rul. 79-194. </a:t>
            </a:r>
          </a:p>
          <a:p>
            <a:pPr>
              <a:lnSpc>
                <a:spcPct val="90000"/>
              </a:lnSpc>
            </a:pPr>
            <a:r>
              <a:rPr lang="en-US" altLang="en-US" sz="3200" b="1" dirty="0"/>
              <a:t>Double dropdowns</a:t>
            </a:r>
            <a:r>
              <a:rPr lang="en-US" altLang="en-US" sz="3200" dirty="0"/>
              <a:t>.  </a:t>
            </a:r>
            <a:r>
              <a:rPr lang="en-US" altLang="en-US" sz="3200" i="1" dirty="0"/>
              <a:t>See </a:t>
            </a:r>
            <a:r>
              <a:rPr lang="en-US" altLang="en-US" sz="3200" dirty="0"/>
              <a:t>Rev. Rul. 77-449 and Rev. Rul. 83-34. </a:t>
            </a:r>
          </a:p>
          <a:p>
            <a:pPr>
              <a:lnSpc>
                <a:spcPct val="90000"/>
              </a:lnSpc>
            </a:pPr>
            <a:r>
              <a:rPr lang="en-US" altLang="en-US" sz="3200" dirty="0"/>
              <a:t>Post-contribution transfers of shares received to another corporation in a tax-free exchange for shares.  </a:t>
            </a:r>
            <a:r>
              <a:rPr lang="en-US" altLang="en-US" sz="3200" i="1" dirty="0"/>
              <a:t>See </a:t>
            </a:r>
            <a:r>
              <a:rPr lang="en-US" altLang="en-US" sz="3200" dirty="0"/>
              <a:t>Rev. Rul. 2003-51.</a:t>
            </a:r>
          </a:p>
          <a:p>
            <a:endParaRPr lang="en-US" sz="3200" dirty="0"/>
          </a:p>
        </p:txBody>
      </p:sp>
      <p:sp>
        <p:nvSpPr>
          <p:cNvPr id="8" name="Title 7"/>
          <p:cNvSpPr>
            <a:spLocks noGrp="1"/>
          </p:cNvSpPr>
          <p:nvPr>
            <p:ph type="title"/>
          </p:nvPr>
        </p:nvSpPr>
        <p:spPr/>
        <p:txBody>
          <a:bodyPr/>
          <a:lstStyle/>
          <a:p>
            <a:r>
              <a:rPr lang="en-US" altLang="en-US" dirty="0"/>
              <a:t>Transfers to Controlled Corporations: </a:t>
            </a:r>
            <a:r>
              <a:rPr lang="en-US" altLang="en-US" i="1" dirty="0"/>
              <a:t>Immediately After</a:t>
            </a:r>
            <a:r>
              <a:rPr lang="en-US" altLang="en-US" dirty="0"/>
              <a:t> </a:t>
            </a:r>
            <a:endParaRPr lang="en-US" dirty="0"/>
          </a:p>
        </p:txBody>
      </p:sp>
      <p:sp>
        <p:nvSpPr>
          <p:cNvPr id="6" name="Slide Number Placeholder 5"/>
          <p:cNvSpPr>
            <a:spLocks noGrp="1"/>
          </p:cNvSpPr>
          <p:nvPr>
            <p:ph type="sldNum" sz="quarter" idx="10"/>
          </p:nvPr>
        </p:nvSpPr>
        <p:spPr/>
        <p:txBody>
          <a:bodyPr/>
          <a:lstStyle/>
          <a:p>
            <a:fld id="{856F0A94-AD2E-974D-AF6B-04AF335E854A}" type="slidenum">
              <a:rPr lang="en-US" altLang="en-US" smtClean="0"/>
              <a:pPr/>
              <a:t>11</a:t>
            </a:fld>
            <a:endParaRPr lang="en-US" altLang="en-US"/>
          </a:p>
        </p:txBody>
      </p:sp>
      <p:sp>
        <p:nvSpPr>
          <p:cNvPr id="3" name="Footer Placeholder 2"/>
          <p:cNvSpPr>
            <a:spLocks noGrp="1"/>
          </p:cNvSpPr>
          <p:nvPr>
            <p:ph type="ftr" sz="quarter" idx="11"/>
          </p:nvPr>
        </p:nvSpPr>
        <p:spPr/>
        <p:txBody>
          <a:bodyPr/>
          <a:lstStyle/>
          <a:p>
            <a:pPr>
              <a:defRPr/>
            </a:pPr>
            <a:r>
              <a:rPr lang="en-US"/>
              <a:t>351 Transactions</a:t>
            </a:r>
            <a:endParaRPr lang="en-US" dirty="0"/>
          </a:p>
        </p:txBody>
      </p:sp>
    </p:spTree>
    <p:extLst>
      <p:ext uri="{BB962C8B-B14F-4D97-AF65-F5344CB8AC3E}">
        <p14:creationId xmlns:p14="http://schemas.microsoft.com/office/powerpoint/2010/main" val="7977166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9">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type="body" idx="1"/>
          </p:nvPr>
        </p:nvSpPr>
        <p:spPr/>
        <p:txBody>
          <a:bodyPr/>
          <a:lstStyle/>
          <a:p>
            <a:r>
              <a:rPr lang="en-US" altLang="en-US" sz="2400" dirty="0"/>
              <a:t>Rev. Rul. 77-449</a:t>
            </a:r>
            <a:endParaRPr lang="en-US" sz="2400" dirty="0"/>
          </a:p>
        </p:txBody>
      </p:sp>
      <p:sp>
        <p:nvSpPr>
          <p:cNvPr id="4" name="Text Placeholder 3"/>
          <p:cNvSpPr>
            <a:spLocks noGrp="1"/>
          </p:cNvSpPr>
          <p:nvPr>
            <p:ph type="body" idx="19"/>
          </p:nvPr>
        </p:nvSpPr>
        <p:spPr/>
        <p:txBody>
          <a:bodyPr/>
          <a:lstStyle/>
          <a:p>
            <a:r>
              <a:rPr lang="en-US" altLang="en-US" sz="2800" dirty="0"/>
              <a:t> Rev. Rul. 83-34</a:t>
            </a:r>
          </a:p>
        </p:txBody>
      </p:sp>
      <p:sp>
        <p:nvSpPr>
          <p:cNvPr id="13315" name="Slide Number Placeholder 4"/>
          <p:cNvSpPr>
            <a:spLocks noGrp="1"/>
          </p:cNvSpPr>
          <p:nvPr>
            <p:ph type="sldNum" sz="quarter" idx="2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fld id="{04E35A86-8D40-F64B-83F8-0404A9D85337}" type="slidenum">
              <a:rPr lang="en-US" altLang="en-US">
                <a:latin typeface="Times" charset="0"/>
              </a:rPr>
              <a:pPr/>
              <a:t>12</a:t>
            </a:fld>
            <a:endParaRPr lang="en-US" altLang="en-US">
              <a:latin typeface="Times" charset="0"/>
            </a:endParaRPr>
          </a:p>
        </p:txBody>
      </p:sp>
      <p:sp>
        <p:nvSpPr>
          <p:cNvPr id="13316" name="Rectangle 2"/>
          <p:cNvSpPr>
            <a:spLocks noGrp="1" noChangeArrowheads="1"/>
          </p:cNvSpPr>
          <p:nvPr>
            <p:ph type="title"/>
          </p:nvPr>
        </p:nvSpPr>
        <p:spPr/>
        <p:txBody>
          <a:bodyPr/>
          <a:lstStyle/>
          <a:p>
            <a:r>
              <a:rPr lang="en-US" altLang="en-US" dirty="0"/>
              <a:t>Transfers to Controlled Corporations: </a:t>
            </a:r>
            <a:r>
              <a:rPr lang="en-US" altLang="en-US" b="1" dirty="0"/>
              <a:t>Rev. </a:t>
            </a:r>
            <a:r>
              <a:rPr lang="en-US" altLang="en-US" b="1" dirty="0" err="1"/>
              <a:t>Ruls</a:t>
            </a:r>
            <a:r>
              <a:rPr lang="en-US" altLang="en-US" b="1" dirty="0"/>
              <a:t>. 77-449 and 83-34</a:t>
            </a:r>
          </a:p>
        </p:txBody>
      </p:sp>
      <p:sp>
        <p:nvSpPr>
          <p:cNvPr id="13320" name="Rectangle 14"/>
          <p:cNvSpPr>
            <a:spLocks noChangeArrowheads="1"/>
          </p:cNvSpPr>
          <p:nvPr/>
        </p:nvSpPr>
        <p:spPr bwMode="auto">
          <a:xfrm>
            <a:off x="2082800" y="2590800"/>
            <a:ext cx="990600" cy="762000"/>
          </a:xfrm>
          <a:prstGeom prst="rect">
            <a:avLst/>
          </a:prstGeom>
          <a:solidFill>
            <a:schemeClr val="accent1">
              <a:lumMod val="20000"/>
              <a:lumOff val="80000"/>
            </a:schemeClr>
          </a:solidFill>
          <a:ln w="9525">
            <a:solidFill>
              <a:schemeClr val="tx1"/>
            </a:solidFill>
            <a:miter lim="800000"/>
            <a:headEnd/>
            <a:tailEnd/>
          </a:ln>
        </p:spPr>
        <p:txBody>
          <a:bodyPr wrap="none" anchor="ct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2000" b="1"/>
              <a:t>S1</a:t>
            </a:r>
            <a:endParaRPr lang="en-US" altLang="en-US" sz="2000"/>
          </a:p>
        </p:txBody>
      </p:sp>
      <p:sp>
        <p:nvSpPr>
          <p:cNvPr id="13321" name="Oval 15"/>
          <p:cNvSpPr>
            <a:spLocks noChangeArrowheads="1"/>
          </p:cNvSpPr>
          <p:nvPr/>
        </p:nvSpPr>
        <p:spPr bwMode="auto">
          <a:xfrm>
            <a:off x="2082800" y="4800600"/>
            <a:ext cx="990600" cy="533400"/>
          </a:xfrm>
          <a:prstGeom prst="ellipse">
            <a:avLst/>
          </a:prstGeom>
          <a:solidFill>
            <a:srgbClr val="FFFFCC"/>
          </a:solidFill>
          <a:ln w="9525">
            <a:solidFill>
              <a:schemeClr val="tx1"/>
            </a:solidFill>
            <a:round/>
            <a:headEnd/>
            <a:tailEnd/>
          </a:ln>
        </p:spPr>
        <p:txBody>
          <a:bodyPr wrap="none" anchor="ct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1400" b="1"/>
              <a:t>Assets</a:t>
            </a:r>
          </a:p>
        </p:txBody>
      </p:sp>
      <p:cxnSp>
        <p:nvCxnSpPr>
          <p:cNvPr id="13322" name="AutoShape 16"/>
          <p:cNvCxnSpPr>
            <a:cxnSpLocks noChangeShapeType="1"/>
            <a:stCxn id="13341" idx="2"/>
            <a:endCxn id="13320" idx="0"/>
          </p:cNvCxnSpPr>
          <p:nvPr/>
        </p:nvCxnSpPr>
        <p:spPr bwMode="auto">
          <a:xfrm>
            <a:off x="2578100" y="2133600"/>
            <a:ext cx="0" cy="45720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sp>
        <p:nvSpPr>
          <p:cNvPr id="13324" name="Rectangle 18"/>
          <p:cNvSpPr>
            <a:spLocks noChangeArrowheads="1"/>
          </p:cNvSpPr>
          <p:nvPr/>
        </p:nvSpPr>
        <p:spPr bwMode="auto">
          <a:xfrm>
            <a:off x="6870700" y="1676400"/>
            <a:ext cx="914400" cy="457200"/>
          </a:xfrm>
          <a:prstGeom prst="rect">
            <a:avLst/>
          </a:prstGeom>
          <a:solidFill>
            <a:schemeClr val="accent3">
              <a:lumMod val="10000"/>
              <a:lumOff val="90000"/>
            </a:schemeClr>
          </a:solidFill>
          <a:ln w="9525">
            <a:solidFill>
              <a:schemeClr val="tx1"/>
            </a:solidFill>
            <a:miter lim="800000"/>
            <a:headEnd/>
            <a:tailEnd/>
          </a:ln>
        </p:spPr>
        <p:txBody>
          <a:bodyPr wrap="none" anchor="ct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2000" b="1" dirty="0"/>
              <a:t>W</a:t>
            </a:r>
            <a:endParaRPr lang="en-US" altLang="en-US" sz="2000" dirty="0"/>
          </a:p>
        </p:txBody>
      </p:sp>
      <p:sp>
        <p:nvSpPr>
          <p:cNvPr id="13325" name="Rectangle 19"/>
          <p:cNvSpPr>
            <a:spLocks noChangeArrowheads="1"/>
          </p:cNvSpPr>
          <p:nvPr/>
        </p:nvSpPr>
        <p:spPr bwMode="auto">
          <a:xfrm>
            <a:off x="2082800" y="3733800"/>
            <a:ext cx="990600" cy="762000"/>
          </a:xfrm>
          <a:prstGeom prst="rect">
            <a:avLst/>
          </a:prstGeom>
          <a:solidFill>
            <a:schemeClr val="accent1">
              <a:lumMod val="20000"/>
              <a:lumOff val="80000"/>
            </a:schemeClr>
          </a:solidFill>
          <a:ln w="9525">
            <a:solidFill>
              <a:schemeClr val="tx1"/>
            </a:solidFill>
            <a:miter lim="800000"/>
            <a:headEnd/>
            <a:tailEnd/>
          </a:ln>
        </p:spPr>
        <p:txBody>
          <a:bodyPr wrap="none" anchor="ct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2000" b="1"/>
              <a:t>S2</a:t>
            </a:r>
            <a:endParaRPr lang="en-US" altLang="en-US" sz="2000"/>
          </a:p>
        </p:txBody>
      </p:sp>
      <p:sp>
        <p:nvSpPr>
          <p:cNvPr id="13326" name="Rectangle 20"/>
          <p:cNvSpPr>
            <a:spLocks noChangeArrowheads="1"/>
          </p:cNvSpPr>
          <p:nvPr/>
        </p:nvSpPr>
        <p:spPr bwMode="auto">
          <a:xfrm>
            <a:off x="8242300" y="2743200"/>
            <a:ext cx="990600" cy="457200"/>
          </a:xfrm>
          <a:prstGeom prst="rect">
            <a:avLst/>
          </a:prstGeom>
          <a:solidFill>
            <a:schemeClr val="accent1">
              <a:lumMod val="20000"/>
              <a:lumOff val="80000"/>
            </a:schemeClr>
          </a:solidFill>
          <a:ln w="9525">
            <a:solidFill>
              <a:schemeClr val="tx1"/>
            </a:solidFill>
            <a:miter lim="800000"/>
            <a:headEnd/>
            <a:tailEnd/>
          </a:ln>
        </p:spPr>
        <p:txBody>
          <a:bodyPr wrap="none" anchor="ct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2000" b="1"/>
              <a:t>S1</a:t>
            </a:r>
          </a:p>
        </p:txBody>
      </p:sp>
      <p:sp>
        <p:nvSpPr>
          <p:cNvPr id="13327" name="Oval 21"/>
          <p:cNvSpPr>
            <a:spLocks noChangeArrowheads="1"/>
          </p:cNvSpPr>
          <p:nvPr/>
        </p:nvSpPr>
        <p:spPr bwMode="auto">
          <a:xfrm>
            <a:off x="8013700" y="4419600"/>
            <a:ext cx="1447800" cy="457200"/>
          </a:xfrm>
          <a:prstGeom prst="ellipse">
            <a:avLst/>
          </a:prstGeom>
          <a:solidFill>
            <a:srgbClr val="FFFFCC"/>
          </a:solidFill>
          <a:ln w="9525">
            <a:solidFill>
              <a:schemeClr val="tx1"/>
            </a:solidFill>
            <a:round/>
            <a:headEnd/>
            <a:tailEnd/>
          </a:ln>
        </p:spPr>
        <p:txBody>
          <a:bodyPr wrap="none" anchor="ct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1600" b="1"/>
              <a:t>Assets</a:t>
            </a:r>
          </a:p>
        </p:txBody>
      </p:sp>
      <p:cxnSp>
        <p:nvCxnSpPr>
          <p:cNvPr id="13328" name="AutoShape 22"/>
          <p:cNvCxnSpPr>
            <a:cxnSpLocks noChangeShapeType="1"/>
            <a:stCxn id="13320" idx="2"/>
            <a:endCxn id="13325" idx="0"/>
          </p:cNvCxnSpPr>
          <p:nvPr/>
        </p:nvCxnSpPr>
        <p:spPr bwMode="auto">
          <a:xfrm>
            <a:off x="2578100" y="3352800"/>
            <a:ext cx="0" cy="38100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3329" name="AutoShape 23"/>
          <p:cNvCxnSpPr>
            <a:cxnSpLocks noChangeShapeType="1"/>
            <a:stCxn id="13325" idx="2"/>
            <a:endCxn id="13321" idx="0"/>
          </p:cNvCxnSpPr>
          <p:nvPr/>
        </p:nvCxnSpPr>
        <p:spPr bwMode="auto">
          <a:xfrm>
            <a:off x="2578100" y="4495800"/>
            <a:ext cx="0" cy="30480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sp>
        <p:nvSpPr>
          <p:cNvPr id="13330" name="Rectangle 24"/>
          <p:cNvSpPr>
            <a:spLocks noChangeArrowheads="1"/>
          </p:cNvSpPr>
          <p:nvPr/>
        </p:nvSpPr>
        <p:spPr bwMode="auto">
          <a:xfrm>
            <a:off x="8166100" y="1676400"/>
            <a:ext cx="1143000" cy="457200"/>
          </a:xfrm>
          <a:prstGeom prst="rect">
            <a:avLst/>
          </a:prstGeom>
          <a:solidFill>
            <a:schemeClr val="accent1">
              <a:lumMod val="20000"/>
              <a:lumOff val="80000"/>
            </a:schemeClr>
          </a:solidFill>
          <a:ln w="9525">
            <a:solidFill>
              <a:schemeClr val="tx1"/>
            </a:solidFill>
            <a:miter lim="800000"/>
            <a:headEnd/>
            <a:tailEnd/>
          </a:ln>
        </p:spPr>
        <p:txBody>
          <a:bodyPr wrap="none" anchor="ct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2000" b="1"/>
              <a:t>P</a:t>
            </a:r>
          </a:p>
        </p:txBody>
      </p:sp>
      <p:sp>
        <p:nvSpPr>
          <p:cNvPr id="13331" name="Rectangle 25"/>
          <p:cNvSpPr>
            <a:spLocks noChangeArrowheads="1"/>
          </p:cNvSpPr>
          <p:nvPr/>
        </p:nvSpPr>
        <p:spPr bwMode="auto">
          <a:xfrm>
            <a:off x="8318500" y="3657600"/>
            <a:ext cx="838200" cy="533400"/>
          </a:xfrm>
          <a:prstGeom prst="rect">
            <a:avLst/>
          </a:prstGeom>
          <a:solidFill>
            <a:schemeClr val="accent1">
              <a:lumMod val="20000"/>
              <a:lumOff val="80000"/>
            </a:schemeClr>
          </a:solidFill>
          <a:ln w="9525">
            <a:solidFill>
              <a:schemeClr val="tx1"/>
            </a:solidFill>
            <a:miter lim="800000"/>
            <a:headEnd/>
            <a:tailEnd/>
          </a:ln>
        </p:spPr>
        <p:txBody>
          <a:bodyPr wrap="none" anchor="ct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2000" b="1"/>
              <a:t>S2</a:t>
            </a:r>
          </a:p>
        </p:txBody>
      </p:sp>
      <p:cxnSp>
        <p:nvCxnSpPr>
          <p:cNvPr id="13332" name="AutoShape 26"/>
          <p:cNvCxnSpPr>
            <a:cxnSpLocks noChangeShapeType="1"/>
            <a:stCxn id="13324" idx="2"/>
            <a:endCxn id="13326" idx="1"/>
          </p:cNvCxnSpPr>
          <p:nvPr/>
        </p:nvCxnSpPr>
        <p:spPr bwMode="auto">
          <a:xfrm>
            <a:off x="7327900" y="2133600"/>
            <a:ext cx="914400" cy="83820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3333" name="AutoShape 27"/>
          <p:cNvCxnSpPr>
            <a:cxnSpLocks noChangeShapeType="1"/>
            <a:stCxn id="13331" idx="2"/>
            <a:endCxn id="13327" idx="0"/>
          </p:cNvCxnSpPr>
          <p:nvPr/>
        </p:nvCxnSpPr>
        <p:spPr bwMode="auto">
          <a:xfrm>
            <a:off x="8737600" y="4191000"/>
            <a:ext cx="0" cy="22860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3334" name="AutoShape 28"/>
          <p:cNvCxnSpPr>
            <a:cxnSpLocks noChangeShapeType="1"/>
            <a:stCxn id="13326" idx="2"/>
            <a:endCxn id="13331" idx="0"/>
          </p:cNvCxnSpPr>
          <p:nvPr/>
        </p:nvCxnSpPr>
        <p:spPr bwMode="auto">
          <a:xfrm>
            <a:off x="8737600" y="3200400"/>
            <a:ext cx="0" cy="45720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3335" name="AutoShape 29"/>
          <p:cNvCxnSpPr>
            <a:cxnSpLocks noChangeShapeType="1"/>
            <a:stCxn id="13330" idx="2"/>
            <a:endCxn id="13326" idx="0"/>
          </p:cNvCxnSpPr>
          <p:nvPr/>
        </p:nvCxnSpPr>
        <p:spPr bwMode="auto">
          <a:xfrm>
            <a:off x="8737600" y="2133600"/>
            <a:ext cx="0" cy="60960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3336" name="AutoShape 30"/>
          <p:cNvCxnSpPr>
            <a:cxnSpLocks noChangeShapeType="1"/>
            <a:stCxn id="13330" idx="3"/>
            <a:endCxn id="13326" idx="3"/>
          </p:cNvCxnSpPr>
          <p:nvPr/>
        </p:nvCxnSpPr>
        <p:spPr bwMode="auto">
          <a:xfrm flipH="1">
            <a:off x="9232900" y="1905000"/>
            <a:ext cx="76200" cy="1066800"/>
          </a:xfrm>
          <a:prstGeom prst="bentConnector3">
            <a:avLst>
              <a:gd name="adj1" fmla="val -300000"/>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cxnSp>
        <p:nvCxnSpPr>
          <p:cNvPr id="13337" name="AutoShape 32"/>
          <p:cNvCxnSpPr>
            <a:cxnSpLocks noChangeShapeType="1"/>
            <a:stCxn id="13326" idx="3"/>
            <a:endCxn id="13331" idx="3"/>
          </p:cNvCxnSpPr>
          <p:nvPr/>
        </p:nvCxnSpPr>
        <p:spPr bwMode="auto">
          <a:xfrm flipH="1">
            <a:off x="9156700" y="2971800"/>
            <a:ext cx="76200" cy="952500"/>
          </a:xfrm>
          <a:prstGeom prst="bentConnector3">
            <a:avLst>
              <a:gd name="adj1" fmla="val -400000"/>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sp>
        <p:nvSpPr>
          <p:cNvPr id="13338" name="Rectangle 34"/>
          <p:cNvSpPr>
            <a:spLocks noChangeArrowheads="1"/>
          </p:cNvSpPr>
          <p:nvPr/>
        </p:nvSpPr>
        <p:spPr bwMode="auto">
          <a:xfrm>
            <a:off x="7023100" y="2286000"/>
            <a:ext cx="539750"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1400" b="1"/>
              <a:t>20%</a:t>
            </a:r>
          </a:p>
        </p:txBody>
      </p:sp>
      <p:sp>
        <p:nvSpPr>
          <p:cNvPr id="13339" name="Rectangle 35"/>
          <p:cNvSpPr>
            <a:spLocks noChangeArrowheads="1"/>
          </p:cNvSpPr>
          <p:nvPr/>
        </p:nvSpPr>
        <p:spPr bwMode="auto">
          <a:xfrm>
            <a:off x="8699500" y="2209800"/>
            <a:ext cx="539750"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1400" b="1"/>
              <a:t>80%</a:t>
            </a:r>
          </a:p>
        </p:txBody>
      </p:sp>
      <p:sp>
        <p:nvSpPr>
          <p:cNvPr id="13340" name="Rectangle 36"/>
          <p:cNvSpPr>
            <a:spLocks noChangeArrowheads="1"/>
          </p:cNvSpPr>
          <p:nvPr/>
        </p:nvSpPr>
        <p:spPr bwMode="auto">
          <a:xfrm>
            <a:off x="2616201" y="3429000"/>
            <a:ext cx="638175"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1400" b="1"/>
              <a:t>100%</a:t>
            </a:r>
          </a:p>
        </p:txBody>
      </p:sp>
      <p:sp>
        <p:nvSpPr>
          <p:cNvPr id="13341" name="Rectangle 37"/>
          <p:cNvSpPr>
            <a:spLocks noChangeArrowheads="1"/>
          </p:cNvSpPr>
          <p:nvPr/>
        </p:nvSpPr>
        <p:spPr bwMode="auto">
          <a:xfrm>
            <a:off x="2082800" y="1676400"/>
            <a:ext cx="990600" cy="457200"/>
          </a:xfrm>
          <a:prstGeom prst="rect">
            <a:avLst/>
          </a:prstGeom>
          <a:solidFill>
            <a:schemeClr val="accent1">
              <a:lumMod val="20000"/>
              <a:lumOff val="80000"/>
            </a:schemeClr>
          </a:solidFill>
          <a:ln w="9525">
            <a:solidFill>
              <a:schemeClr val="tx1"/>
            </a:solidFill>
            <a:miter lim="800000"/>
            <a:headEnd/>
            <a:tailEnd/>
          </a:ln>
        </p:spPr>
        <p:txBody>
          <a:bodyPr wrap="none" anchor="ct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2000" b="1"/>
              <a:t>P</a:t>
            </a:r>
            <a:endParaRPr lang="en-US" altLang="en-US" sz="2000"/>
          </a:p>
        </p:txBody>
      </p:sp>
      <p:cxnSp>
        <p:nvCxnSpPr>
          <p:cNvPr id="13342" name="AutoShape 38"/>
          <p:cNvCxnSpPr>
            <a:cxnSpLocks noChangeShapeType="1"/>
            <a:stCxn id="13341" idx="3"/>
            <a:endCxn id="13320" idx="3"/>
          </p:cNvCxnSpPr>
          <p:nvPr/>
        </p:nvCxnSpPr>
        <p:spPr bwMode="auto">
          <a:xfrm>
            <a:off x="3073400" y="1905000"/>
            <a:ext cx="1588" cy="1066800"/>
          </a:xfrm>
          <a:prstGeom prst="bentConnector3">
            <a:avLst>
              <a:gd name="adj1" fmla="val 14400005"/>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cxnSp>
        <p:nvCxnSpPr>
          <p:cNvPr id="13343" name="AutoShape 39"/>
          <p:cNvCxnSpPr>
            <a:cxnSpLocks noChangeShapeType="1"/>
            <a:stCxn id="13320" idx="3"/>
            <a:endCxn id="13325" idx="3"/>
          </p:cNvCxnSpPr>
          <p:nvPr/>
        </p:nvCxnSpPr>
        <p:spPr bwMode="auto">
          <a:xfrm>
            <a:off x="3073400" y="2971800"/>
            <a:ext cx="1588" cy="1143000"/>
          </a:xfrm>
          <a:prstGeom prst="bentConnector3">
            <a:avLst>
              <a:gd name="adj1" fmla="val 14400005"/>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sp>
        <p:nvSpPr>
          <p:cNvPr id="13344" name="Rectangle 40"/>
          <p:cNvSpPr>
            <a:spLocks noChangeArrowheads="1"/>
          </p:cNvSpPr>
          <p:nvPr/>
        </p:nvSpPr>
        <p:spPr bwMode="auto">
          <a:xfrm>
            <a:off x="2616201" y="2209800"/>
            <a:ext cx="638175"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1400" b="1"/>
              <a:t>100%</a:t>
            </a:r>
          </a:p>
        </p:txBody>
      </p:sp>
      <p:sp>
        <p:nvSpPr>
          <p:cNvPr id="13345" name="Rectangle 41"/>
          <p:cNvSpPr>
            <a:spLocks noChangeArrowheads="1"/>
          </p:cNvSpPr>
          <p:nvPr/>
        </p:nvSpPr>
        <p:spPr bwMode="auto">
          <a:xfrm>
            <a:off x="6794500" y="3124200"/>
            <a:ext cx="914400" cy="457200"/>
          </a:xfrm>
          <a:prstGeom prst="rect">
            <a:avLst/>
          </a:prstGeom>
          <a:solidFill>
            <a:schemeClr val="accent4">
              <a:lumMod val="20000"/>
              <a:lumOff val="80000"/>
            </a:schemeClr>
          </a:solidFill>
          <a:ln w="9525">
            <a:solidFill>
              <a:schemeClr val="tx1"/>
            </a:solidFill>
            <a:miter lim="800000"/>
            <a:headEnd/>
            <a:tailEnd/>
          </a:ln>
        </p:spPr>
        <p:txBody>
          <a:bodyPr wrap="none" anchor="ct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2000" b="1" dirty="0"/>
              <a:t>X</a:t>
            </a:r>
          </a:p>
        </p:txBody>
      </p:sp>
      <p:cxnSp>
        <p:nvCxnSpPr>
          <p:cNvPr id="13346" name="AutoShape 42"/>
          <p:cNvCxnSpPr>
            <a:cxnSpLocks noChangeShapeType="1"/>
            <a:endCxn id="13331" idx="1"/>
          </p:cNvCxnSpPr>
          <p:nvPr/>
        </p:nvCxnSpPr>
        <p:spPr bwMode="auto">
          <a:xfrm>
            <a:off x="7251700" y="3581400"/>
            <a:ext cx="1066800" cy="34290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sp>
        <p:nvSpPr>
          <p:cNvPr id="13347" name="Rectangle 43"/>
          <p:cNvSpPr>
            <a:spLocks noChangeArrowheads="1"/>
          </p:cNvSpPr>
          <p:nvPr/>
        </p:nvSpPr>
        <p:spPr bwMode="auto">
          <a:xfrm>
            <a:off x="7175500" y="3733800"/>
            <a:ext cx="539750"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1400" b="1"/>
              <a:t>20%</a:t>
            </a:r>
          </a:p>
        </p:txBody>
      </p:sp>
      <p:sp>
        <p:nvSpPr>
          <p:cNvPr id="13348" name="Rectangle 44"/>
          <p:cNvSpPr>
            <a:spLocks noChangeArrowheads="1"/>
          </p:cNvSpPr>
          <p:nvPr/>
        </p:nvSpPr>
        <p:spPr bwMode="auto">
          <a:xfrm>
            <a:off x="8775700" y="3276600"/>
            <a:ext cx="539750"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1400" b="1"/>
              <a:t>80%</a:t>
            </a:r>
          </a:p>
        </p:txBody>
      </p:sp>
      <p:sp>
        <p:nvSpPr>
          <p:cNvPr id="13349" name="Oval 45"/>
          <p:cNvSpPr>
            <a:spLocks noChangeArrowheads="1"/>
          </p:cNvSpPr>
          <p:nvPr/>
        </p:nvSpPr>
        <p:spPr bwMode="auto">
          <a:xfrm>
            <a:off x="3454400" y="2286000"/>
            <a:ext cx="990600" cy="533400"/>
          </a:xfrm>
          <a:prstGeom prst="ellipse">
            <a:avLst/>
          </a:prstGeom>
          <a:solidFill>
            <a:srgbClr val="FFFFCC"/>
          </a:solidFill>
          <a:ln w="9525">
            <a:solidFill>
              <a:schemeClr val="tx1"/>
            </a:solidFill>
            <a:round/>
            <a:headEnd/>
            <a:tailEnd/>
          </a:ln>
        </p:spPr>
        <p:txBody>
          <a:bodyPr wrap="none" anchor="ct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1400" b="1"/>
              <a:t>Assets</a:t>
            </a:r>
          </a:p>
        </p:txBody>
      </p:sp>
      <p:sp>
        <p:nvSpPr>
          <p:cNvPr id="13350" name="Oval 46"/>
          <p:cNvSpPr>
            <a:spLocks noChangeArrowheads="1"/>
          </p:cNvSpPr>
          <p:nvPr/>
        </p:nvSpPr>
        <p:spPr bwMode="auto">
          <a:xfrm>
            <a:off x="9690100" y="2133600"/>
            <a:ext cx="990600" cy="457200"/>
          </a:xfrm>
          <a:prstGeom prst="ellipse">
            <a:avLst/>
          </a:prstGeom>
          <a:solidFill>
            <a:srgbClr val="FFFFCC"/>
          </a:solidFill>
          <a:ln w="9525">
            <a:solidFill>
              <a:schemeClr val="tx1"/>
            </a:solidFill>
            <a:round/>
            <a:headEnd/>
            <a:tailEnd/>
          </a:ln>
        </p:spPr>
        <p:txBody>
          <a:bodyPr wrap="none" anchor="ct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1600" b="1"/>
              <a:t>Assets</a:t>
            </a:r>
          </a:p>
        </p:txBody>
      </p:sp>
      <p:sp>
        <p:nvSpPr>
          <p:cNvPr id="13351" name="Oval 47"/>
          <p:cNvSpPr>
            <a:spLocks noChangeArrowheads="1"/>
          </p:cNvSpPr>
          <p:nvPr/>
        </p:nvSpPr>
        <p:spPr bwMode="auto">
          <a:xfrm>
            <a:off x="3454400" y="3352800"/>
            <a:ext cx="990600" cy="533400"/>
          </a:xfrm>
          <a:prstGeom prst="ellipse">
            <a:avLst/>
          </a:prstGeom>
          <a:solidFill>
            <a:srgbClr val="FFFFCC"/>
          </a:solidFill>
          <a:ln w="9525">
            <a:solidFill>
              <a:schemeClr val="tx1"/>
            </a:solidFill>
            <a:round/>
            <a:headEnd/>
            <a:tailEnd/>
          </a:ln>
        </p:spPr>
        <p:txBody>
          <a:bodyPr wrap="none" anchor="ct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1400" b="1"/>
              <a:t>Assets</a:t>
            </a:r>
          </a:p>
        </p:txBody>
      </p:sp>
      <p:sp>
        <p:nvSpPr>
          <p:cNvPr id="13352" name="Oval 50"/>
          <p:cNvSpPr>
            <a:spLocks noChangeArrowheads="1"/>
          </p:cNvSpPr>
          <p:nvPr/>
        </p:nvSpPr>
        <p:spPr bwMode="auto">
          <a:xfrm>
            <a:off x="4673600" y="2362200"/>
            <a:ext cx="228600" cy="304800"/>
          </a:xfrm>
          <a:prstGeom prst="ellipse">
            <a:avLst/>
          </a:prstGeom>
          <a:solidFill>
            <a:schemeClr val="accent1">
              <a:lumMod val="20000"/>
              <a:lumOff val="80000"/>
            </a:schemeClr>
          </a:solidFill>
          <a:ln w="9525">
            <a:solidFill>
              <a:schemeClr val="tx1"/>
            </a:solidFill>
            <a:round/>
            <a:headEnd/>
            <a:tailEnd/>
          </a:ln>
        </p:spPr>
        <p:txBody>
          <a:bodyPr wrap="none" anchor="ct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b="1" dirty="0"/>
              <a:t>1</a:t>
            </a:r>
          </a:p>
        </p:txBody>
      </p:sp>
      <p:sp>
        <p:nvSpPr>
          <p:cNvPr id="13353" name="Oval 51"/>
          <p:cNvSpPr>
            <a:spLocks noChangeArrowheads="1"/>
          </p:cNvSpPr>
          <p:nvPr/>
        </p:nvSpPr>
        <p:spPr bwMode="auto">
          <a:xfrm>
            <a:off x="4597400" y="3352800"/>
            <a:ext cx="228600" cy="304800"/>
          </a:xfrm>
          <a:prstGeom prst="ellipse">
            <a:avLst/>
          </a:prstGeom>
          <a:solidFill>
            <a:schemeClr val="accent1">
              <a:lumMod val="20000"/>
              <a:lumOff val="80000"/>
            </a:schemeClr>
          </a:solidFill>
          <a:ln w="9525">
            <a:solidFill>
              <a:schemeClr val="tx1"/>
            </a:solidFill>
            <a:round/>
            <a:headEnd/>
            <a:tailEnd/>
          </a:ln>
        </p:spPr>
        <p:txBody>
          <a:bodyPr wrap="none" anchor="ct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b="1"/>
              <a:t>2</a:t>
            </a:r>
          </a:p>
        </p:txBody>
      </p:sp>
      <p:sp>
        <p:nvSpPr>
          <p:cNvPr id="13354" name="Oval 52"/>
          <p:cNvSpPr>
            <a:spLocks noChangeArrowheads="1"/>
          </p:cNvSpPr>
          <p:nvPr/>
        </p:nvSpPr>
        <p:spPr bwMode="auto">
          <a:xfrm>
            <a:off x="9690100" y="3200400"/>
            <a:ext cx="990600" cy="457200"/>
          </a:xfrm>
          <a:prstGeom prst="ellipse">
            <a:avLst/>
          </a:prstGeom>
          <a:solidFill>
            <a:srgbClr val="FFFFCC"/>
          </a:solidFill>
          <a:ln w="9525">
            <a:solidFill>
              <a:schemeClr val="tx1"/>
            </a:solidFill>
            <a:round/>
            <a:headEnd/>
            <a:tailEnd/>
          </a:ln>
        </p:spPr>
        <p:txBody>
          <a:bodyPr wrap="none" anchor="ct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1600" b="1"/>
              <a:t>Assets</a:t>
            </a:r>
          </a:p>
        </p:txBody>
      </p:sp>
      <p:sp>
        <p:nvSpPr>
          <p:cNvPr id="13355" name="Oval 53"/>
          <p:cNvSpPr>
            <a:spLocks noChangeArrowheads="1"/>
          </p:cNvSpPr>
          <p:nvPr/>
        </p:nvSpPr>
        <p:spPr bwMode="auto">
          <a:xfrm>
            <a:off x="10833100" y="2209800"/>
            <a:ext cx="228600" cy="304800"/>
          </a:xfrm>
          <a:prstGeom prst="ellipse">
            <a:avLst/>
          </a:prstGeom>
          <a:solidFill>
            <a:schemeClr val="accent1">
              <a:lumMod val="20000"/>
              <a:lumOff val="80000"/>
            </a:schemeClr>
          </a:solidFill>
          <a:ln w="9525">
            <a:solidFill>
              <a:schemeClr val="tx1"/>
            </a:solidFill>
            <a:round/>
            <a:headEnd/>
            <a:tailEnd/>
          </a:ln>
        </p:spPr>
        <p:txBody>
          <a:bodyPr wrap="none" anchor="ct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b="1"/>
              <a:t>1</a:t>
            </a:r>
          </a:p>
        </p:txBody>
      </p:sp>
      <p:sp>
        <p:nvSpPr>
          <p:cNvPr id="13356" name="Oval 54"/>
          <p:cNvSpPr>
            <a:spLocks noChangeArrowheads="1"/>
          </p:cNvSpPr>
          <p:nvPr/>
        </p:nvSpPr>
        <p:spPr bwMode="auto">
          <a:xfrm>
            <a:off x="10833100" y="3276600"/>
            <a:ext cx="228600" cy="304800"/>
          </a:xfrm>
          <a:prstGeom prst="ellipse">
            <a:avLst/>
          </a:prstGeom>
          <a:solidFill>
            <a:schemeClr val="accent1">
              <a:lumMod val="20000"/>
              <a:lumOff val="80000"/>
            </a:schemeClr>
          </a:solidFill>
          <a:ln w="9525">
            <a:solidFill>
              <a:schemeClr val="tx1"/>
            </a:solidFill>
            <a:round/>
            <a:headEnd/>
            <a:tailEnd/>
          </a:ln>
        </p:spPr>
        <p:txBody>
          <a:bodyPr wrap="none" anchor="ct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b="1"/>
              <a:t>2</a:t>
            </a:r>
          </a:p>
        </p:txBody>
      </p:sp>
      <p:sp>
        <p:nvSpPr>
          <p:cNvPr id="5" name="Footer Placeholder 4"/>
          <p:cNvSpPr>
            <a:spLocks noGrp="1"/>
          </p:cNvSpPr>
          <p:nvPr>
            <p:ph type="ftr" sz="quarter" idx="23"/>
          </p:nvPr>
        </p:nvSpPr>
        <p:spPr/>
        <p:txBody>
          <a:bodyPr/>
          <a:lstStyle/>
          <a:p>
            <a:pPr>
              <a:defRPr/>
            </a:pPr>
            <a:r>
              <a:rPr lang="en-US"/>
              <a:t>351 Transactions</a:t>
            </a:r>
          </a:p>
        </p:txBody>
      </p:sp>
    </p:spTree>
    <p:extLst>
      <p:ext uri="{BB962C8B-B14F-4D97-AF65-F5344CB8AC3E}">
        <p14:creationId xmlns:p14="http://schemas.microsoft.com/office/powerpoint/2010/main" val="19288581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bg/>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332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321"/>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332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3325"/>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3328"/>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332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334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3341"/>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3342"/>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3343"/>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3344"/>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3349"/>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3351"/>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13352"/>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13353"/>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4">
                                            <p:bg/>
                                          </p:spTgt>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4">
                                            <p:txEl>
                                              <p:pRg st="0" end="0"/>
                                            </p:txEl>
                                          </p:spTgt>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13324"/>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13326"/>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13327"/>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13330"/>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13331"/>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13332"/>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13333"/>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13334"/>
                                        </p:tgtEl>
                                        <p:attrNameLst>
                                          <p:attrName>style.visibility</p:attrName>
                                        </p:attrNameLst>
                                      </p:cBhvr>
                                      <p:to>
                                        <p:strVal val="visible"/>
                                      </p:to>
                                    </p:set>
                                  </p:childTnLst>
                                </p:cTn>
                              </p:par>
                              <p:par>
                                <p:cTn id="65" presetID="1" presetClass="entr" presetSubtype="0" fill="hold" nodeType="withEffect">
                                  <p:stCondLst>
                                    <p:cond delay="0"/>
                                  </p:stCondLst>
                                  <p:childTnLst>
                                    <p:set>
                                      <p:cBhvr>
                                        <p:cTn id="66" dur="1" fill="hold">
                                          <p:stCondLst>
                                            <p:cond delay="0"/>
                                          </p:stCondLst>
                                        </p:cTn>
                                        <p:tgtEl>
                                          <p:spTgt spid="13335"/>
                                        </p:tgtEl>
                                        <p:attrNameLst>
                                          <p:attrName>style.visibility</p:attrName>
                                        </p:attrNameLst>
                                      </p:cBhvr>
                                      <p:to>
                                        <p:strVal val="visible"/>
                                      </p:to>
                                    </p:set>
                                  </p:childTnLst>
                                </p:cTn>
                              </p:par>
                              <p:par>
                                <p:cTn id="67" presetID="1" presetClass="entr" presetSubtype="0" fill="hold" nodeType="withEffect">
                                  <p:stCondLst>
                                    <p:cond delay="0"/>
                                  </p:stCondLst>
                                  <p:childTnLst>
                                    <p:set>
                                      <p:cBhvr>
                                        <p:cTn id="68" dur="1" fill="hold">
                                          <p:stCondLst>
                                            <p:cond delay="0"/>
                                          </p:stCondLst>
                                        </p:cTn>
                                        <p:tgtEl>
                                          <p:spTgt spid="13336"/>
                                        </p:tgtEl>
                                        <p:attrNameLst>
                                          <p:attrName>style.visibility</p:attrName>
                                        </p:attrNameLst>
                                      </p:cBhvr>
                                      <p:to>
                                        <p:strVal val="visible"/>
                                      </p:to>
                                    </p:set>
                                  </p:childTnLst>
                                </p:cTn>
                              </p:par>
                              <p:par>
                                <p:cTn id="69" presetID="1" presetClass="entr" presetSubtype="0" fill="hold" nodeType="withEffect">
                                  <p:stCondLst>
                                    <p:cond delay="0"/>
                                  </p:stCondLst>
                                  <p:childTnLst>
                                    <p:set>
                                      <p:cBhvr>
                                        <p:cTn id="70" dur="1" fill="hold">
                                          <p:stCondLst>
                                            <p:cond delay="0"/>
                                          </p:stCondLst>
                                        </p:cTn>
                                        <p:tgtEl>
                                          <p:spTgt spid="13337"/>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13338"/>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13339"/>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13345"/>
                                        </p:tgtEl>
                                        <p:attrNameLst>
                                          <p:attrName>style.visibility</p:attrName>
                                        </p:attrNameLst>
                                      </p:cBhvr>
                                      <p:to>
                                        <p:strVal val="visible"/>
                                      </p:to>
                                    </p:set>
                                  </p:childTnLst>
                                </p:cTn>
                              </p:par>
                              <p:par>
                                <p:cTn id="77" presetID="1" presetClass="entr" presetSubtype="0" fill="hold" nodeType="withEffect">
                                  <p:stCondLst>
                                    <p:cond delay="0"/>
                                  </p:stCondLst>
                                  <p:childTnLst>
                                    <p:set>
                                      <p:cBhvr>
                                        <p:cTn id="78" dur="1" fill="hold">
                                          <p:stCondLst>
                                            <p:cond delay="0"/>
                                          </p:stCondLst>
                                        </p:cTn>
                                        <p:tgtEl>
                                          <p:spTgt spid="13346"/>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13347"/>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13348"/>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13350"/>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13354"/>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13355"/>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1335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animBg="1"/>
      <p:bldP spid="4" grpId="0" build="p" animBg="1"/>
      <p:bldP spid="13320" grpId="0" animBg="1"/>
      <p:bldP spid="13321" grpId="0" animBg="1"/>
      <p:bldP spid="13324" grpId="0" animBg="1"/>
      <p:bldP spid="13325" grpId="0" animBg="1"/>
      <p:bldP spid="13326" grpId="0" animBg="1"/>
      <p:bldP spid="13327" grpId="0" animBg="1"/>
      <p:bldP spid="13330" grpId="0" animBg="1"/>
      <p:bldP spid="13331" grpId="0" animBg="1"/>
      <p:bldP spid="13338" grpId="0"/>
      <p:bldP spid="13339" grpId="0"/>
      <p:bldP spid="13340" grpId="0"/>
      <p:bldP spid="13341" grpId="0" animBg="1"/>
      <p:bldP spid="13344" grpId="0"/>
      <p:bldP spid="13345" grpId="0" animBg="1"/>
      <p:bldP spid="13347" grpId="0"/>
      <p:bldP spid="13348" grpId="0"/>
      <p:bldP spid="13349" grpId="0" animBg="1"/>
      <p:bldP spid="13350" grpId="0" animBg="1"/>
      <p:bldP spid="13351" grpId="0" animBg="1"/>
      <p:bldP spid="13352" grpId="0" animBg="1"/>
      <p:bldP spid="13353" grpId="0" animBg="1"/>
      <p:bldP spid="13354" grpId="0" animBg="1"/>
      <p:bldP spid="13355" grpId="0" animBg="1"/>
      <p:bldP spid="13356"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Text Placeholder 20"/>
          <p:cNvSpPr>
            <a:spLocks noGrp="1"/>
          </p:cNvSpPr>
          <p:nvPr>
            <p:ph type="body" idx="1"/>
          </p:nvPr>
        </p:nvSpPr>
        <p:spPr/>
        <p:txBody>
          <a:bodyPr/>
          <a:lstStyle/>
          <a:p>
            <a:r>
              <a:rPr lang="en-US" altLang="en-US" sz="2400" dirty="0"/>
              <a:t>Before</a:t>
            </a:r>
            <a:endParaRPr lang="en-US" altLang="en-US" dirty="0"/>
          </a:p>
        </p:txBody>
      </p:sp>
      <p:sp>
        <p:nvSpPr>
          <p:cNvPr id="22" name="Text Placeholder 21"/>
          <p:cNvSpPr>
            <a:spLocks noGrp="1"/>
          </p:cNvSpPr>
          <p:nvPr>
            <p:ph type="body" idx="19"/>
          </p:nvPr>
        </p:nvSpPr>
        <p:spPr/>
        <p:txBody>
          <a:bodyPr/>
          <a:lstStyle/>
          <a:p>
            <a:r>
              <a:rPr lang="en-US" sz="2400" dirty="0"/>
              <a:t>AFTER</a:t>
            </a:r>
            <a:endParaRPr lang="en-US" dirty="0"/>
          </a:p>
        </p:txBody>
      </p:sp>
      <p:sp>
        <p:nvSpPr>
          <p:cNvPr id="15363" name="Slide Number Placeholder 4"/>
          <p:cNvSpPr>
            <a:spLocks noGrp="1"/>
          </p:cNvSpPr>
          <p:nvPr>
            <p:ph type="sldNum" sz="quarter" idx="2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fld id="{7D8AF6B1-2259-F541-B916-D669E0D899C6}" type="slidenum">
              <a:rPr lang="en-US" altLang="en-US">
                <a:latin typeface="Times" charset="0"/>
              </a:rPr>
              <a:pPr/>
              <a:t>13</a:t>
            </a:fld>
            <a:endParaRPr lang="en-US" altLang="en-US">
              <a:latin typeface="Times" charset="0"/>
            </a:endParaRPr>
          </a:p>
        </p:txBody>
      </p:sp>
      <p:sp>
        <p:nvSpPr>
          <p:cNvPr id="15364" name="Rectangle 2"/>
          <p:cNvSpPr>
            <a:spLocks noGrp="1" noChangeArrowheads="1"/>
          </p:cNvSpPr>
          <p:nvPr>
            <p:ph type="title"/>
          </p:nvPr>
        </p:nvSpPr>
        <p:spPr/>
        <p:txBody>
          <a:bodyPr/>
          <a:lstStyle/>
          <a:p>
            <a:r>
              <a:rPr lang="en-US" altLang="en-US" dirty="0"/>
              <a:t>Transfers to Controlled Corporations: </a:t>
            </a:r>
            <a:r>
              <a:rPr lang="en-US" altLang="en-US" b="1" dirty="0"/>
              <a:t>Rev. Rul. 2003-51</a:t>
            </a:r>
          </a:p>
        </p:txBody>
      </p:sp>
      <p:sp>
        <p:nvSpPr>
          <p:cNvPr id="15366" name="Oval 4"/>
          <p:cNvSpPr>
            <a:spLocks noChangeArrowheads="1"/>
          </p:cNvSpPr>
          <p:nvPr/>
        </p:nvSpPr>
        <p:spPr bwMode="auto">
          <a:xfrm>
            <a:off x="2156524" y="1718794"/>
            <a:ext cx="838200" cy="609600"/>
          </a:xfrm>
          <a:prstGeom prst="ellipse">
            <a:avLst/>
          </a:prstGeom>
          <a:solidFill>
            <a:srgbClr val="E3B276"/>
          </a:solidFill>
          <a:ln w="9525">
            <a:solidFill>
              <a:schemeClr val="tx1"/>
            </a:solidFill>
            <a:round/>
            <a:headEnd/>
            <a:tailEnd/>
          </a:ln>
        </p:spPr>
        <p:txBody>
          <a:bodyPr wrap="none" anchor="ct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b="1" dirty="0"/>
              <a:t>W</a:t>
            </a:r>
          </a:p>
          <a:p>
            <a:pPr algn="ctr"/>
            <a:r>
              <a:rPr lang="en-US" altLang="en-US" b="1" dirty="0" err="1"/>
              <a:t>SHs</a:t>
            </a:r>
            <a:endParaRPr lang="en-US" altLang="en-US" b="1" dirty="0"/>
          </a:p>
        </p:txBody>
      </p:sp>
      <p:sp>
        <p:nvSpPr>
          <p:cNvPr id="15367" name="Rectangle 5"/>
          <p:cNvSpPr>
            <a:spLocks noChangeArrowheads="1"/>
          </p:cNvSpPr>
          <p:nvPr/>
        </p:nvSpPr>
        <p:spPr bwMode="auto">
          <a:xfrm>
            <a:off x="2080324" y="2743200"/>
            <a:ext cx="990600" cy="762000"/>
          </a:xfrm>
          <a:prstGeom prst="rect">
            <a:avLst/>
          </a:prstGeom>
          <a:solidFill>
            <a:schemeClr val="accent4">
              <a:lumMod val="20000"/>
              <a:lumOff val="80000"/>
            </a:schemeClr>
          </a:solidFill>
          <a:ln w="9525">
            <a:solidFill>
              <a:schemeClr val="tx1"/>
            </a:solidFill>
            <a:miter lim="800000"/>
            <a:headEnd/>
            <a:tailEnd/>
          </a:ln>
        </p:spPr>
        <p:txBody>
          <a:bodyPr wrap="none" anchor="ct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2000" b="1" dirty="0"/>
              <a:t>W</a:t>
            </a:r>
            <a:endParaRPr lang="en-US" altLang="en-US" sz="2000" dirty="0"/>
          </a:p>
        </p:txBody>
      </p:sp>
      <p:cxnSp>
        <p:nvCxnSpPr>
          <p:cNvPr id="15368" name="AutoShape 6"/>
          <p:cNvCxnSpPr>
            <a:cxnSpLocks noChangeShapeType="1"/>
            <a:stCxn id="15366" idx="4"/>
            <a:endCxn id="15367" idx="0"/>
          </p:cNvCxnSpPr>
          <p:nvPr/>
        </p:nvCxnSpPr>
        <p:spPr bwMode="auto">
          <a:xfrm>
            <a:off x="2575624" y="2328394"/>
            <a:ext cx="0" cy="414806"/>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sp>
        <p:nvSpPr>
          <p:cNvPr id="15369" name="Rectangle 9"/>
          <p:cNvSpPr>
            <a:spLocks noChangeArrowheads="1"/>
          </p:cNvSpPr>
          <p:nvPr/>
        </p:nvSpPr>
        <p:spPr bwMode="auto">
          <a:xfrm>
            <a:off x="1905000" y="5380039"/>
            <a:ext cx="3048000" cy="949325"/>
          </a:xfrm>
          <a:prstGeom prst="rect">
            <a:avLst/>
          </a:prstGeom>
          <a:noFill/>
          <a:ln w="63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r>
              <a:rPr lang="en-US" altLang="en-US" sz="1400" b="1"/>
              <a:t>A(w), B, and C are worth 40x, 30x, and 30x, respectively.  The FMV of Y is 30x.  W and X wish to consolidate their A businesses.</a:t>
            </a:r>
            <a:endParaRPr lang="en-US" altLang="en-US" sz="1600"/>
          </a:p>
        </p:txBody>
      </p:sp>
      <p:sp>
        <p:nvSpPr>
          <p:cNvPr id="15371" name="Rectangle 18"/>
          <p:cNvSpPr>
            <a:spLocks noChangeArrowheads="1"/>
          </p:cNvSpPr>
          <p:nvPr/>
        </p:nvSpPr>
        <p:spPr bwMode="auto">
          <a:xfrm>
            <a:off x="6883400" y="5059363"/>
            <a:ext cx="4343400" cy="1162050"/>
          </a:xfrm>
          <a:prstGeom prst="rect">
            <a:avLst/>
          </a:prstGeom>
          <a:noFill/>
          <a:ln w="63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spAutoFit/>
          </a:bodyPr>
          <a:lstStyle>
            <a:lvl1pPr marL="228600" indent="-228600">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buFontTx/>
              <a:buAutoNum type="arabicPeriod"/>
            </a:pPr>
            <a:r>
              <a:rPr lang="en-US" altLang="en-US" sz="1400" b="1"/>
              <a:t>W forms Z and contributes A business to Z.</a:t>
            </a:r>
          </a:p>
          <a:p>
            <a:pPr>
              <a:buFontTx/>
              <a:buAutoNum type="arabicPeriod"/>
            </a:pPr>
            <a:r>
              <a:rPr lang="en-US" altLang="en-US" sz="1400" b="1"/>
              <a:t>W contributes Z stock to Y for Y stock.</a:t>
            </a:r>
          </a:p>
          <a:p>
            <a:pPr>
              <a:buFontTx/>
              <a:buAutoNum type="arabicPeriod"/>
            </a:pPr>
            <a:r>
              <a:rPr lang="en-US" altLang="en-US" sz="1400" b="1"/>
              <a:t>X contributes 30 to Y for Y stock.</a:t>
            </a:r>
          </a:p>
          <a:p>
            <a:pPr>
              <a:buFontTx/>
              <a:buAutoNum type="arabicPeriod"/>
            </a:pPr>
            <a:r>
              <a:rPr lang="en-US" altLang="en-US" sz="1400" b="1"/>
              <a:t>Y transfers 30 and A assets to Z.</a:t>
            </a:r>
          </a:p>
          <a:p>
            <a:r>
              <a:rPr lang="en-US" altLang="en-US" sz="1400" b="1"/>
              <a:t>W &amp; X own 40% and 60% of the Y stock.</a:t>
            </a:r>
          </a:p>
        </p:txBody>
      </p:sp>
      <p:cxnSp>
        <p:nvCxnSpPr>
          <p:cNvPr id="15373" name="AutoShape 23"/>
          <p:cNvCxnSpPr>
            <a:cxnSpLocks noChangeShapeType="1"/>
            <a:stCxn id="15367" idx="2"/>
            <a:endCxn id="15374" idx="0"/>
          </p:cNvCxnSpPr>
          <p:nvPr/>
        </p:nvCxnSpPr>
        <p:spPr bwMode="auto">
          <a:xfrm flipH="1">
            <a:off x="2552700" y="3505200"/>
            <a:ext cx="22924" cy="53340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sp>
        <p:nvSpPr>
          <p:cNvPr id="15374" name="Oval 25"/>
          <p:cNvSpPr>
            <a:spLocks noChangeArrowheads="1"/>
          </p:cNvSpPr>
          <p:nvPr/>
        </p:nvSpPr>
        <p:spPr bwMode="auto">
          <a:xfrm>
            <a:off x="1981200" y="4038600"/>
            <a:ext cx="1143000" cy="457200"/>
          </a:xfrm>
          <a:prstGeom prst="ellipse">
            <a:avLst/>
          </a:prstGeom>
          <a:solidFill>
            <a:srgbClr val="FFFFCC"/>
          </a:solidFill>
          <a:ln w="9525">
            <a:solidFill>
              <a:schemeClr val="tx1"/>
            </a:solidFill>
            <a:round/>
            <a:headEnd/>
            <a:tailEnd/>
          </a:ln>
        </p:spPr>
        <p:txBody>
          <a:bodyPr wrap="none" anchor="ct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1400" b="1"/>
              <a:t>A(w), B, &amp; C</a:t>
            </a:r>
          </a:p>
        </p:txBody>
      </p:sp>
      <p:sp>
        <p:nvSpPr>
          <p:cNvPr id="15375" name="Oval 26"/>
          <p:cNvSpPr>
            <a:spLocks noChangeArrowheads="1"/>
          </p:cNvSpPr>
          <p:nvPr/>
        </p:nvSpPr>
        <p:spPr bwMode="auto">
          <a:xfrm>
            <a:off x="3451924" y="1691481"/>
            <a:ext cx="838200" cy="609600"/>
          </a:xfrm>
          <a:prstGeom prst="ellipse">
            <a:avLst/>
          </a:prstGeom>
          <a:solidFill>
            <a:srgbClr val="E3B276"/>
          </a:solidFill>
          <a:ln w="9525">
            <a:solidFill>
              <a:schemeClr val="tx1"/>
            </a:solidFill>
            <a:round/>
            <a:headEnd/>
            <a:tailEnd/>
          </a:ln>
        </p:spPr>
        <p:txBody>
          <a:bodyPr wrap="none" anchor="ct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b="1"/>
              <a:t>X</a:t>
            </a:r>
          </a:p>
          <a:p>
            <a:pPr algn="ctr"/>
            <a:r>
              <a:rPr lang="en-US" altLang="en-US" b="1"/>
              <a:t>SHs</a:t>
            </a:r>
          </a:p>
        </p:txBody>
      </p:sp>
      <p:sp>
        <p:nvSpPr>
          <p:cNvPr id="15376" name="Rectangle 27"/>
          <p:cNvSpPr>
            <a:spLocks noChangeArrowheads="1"/>
          </p:cNvSpPr>
          <p:nvPr/>
        </p:nvSpPr>
        <p:spPr bwMode="auto">
          <a:xfrm>
            <a:off x="3375724" y="2743200"/>
            <a:ext cx="990600" cy="762000"/>
          </a:xfrm>
          <a:prstGeom prst="rect">
            <a:avLst/>
          </a:prstGeom>
          <a:solidFill>
            <a:schemeClr val="accent3">
              <a:lumMod val="10000"/>
              <a:lumOff val="90000"/>
            </a:schemeClr>
          </a:solidFill>
          <a:ln w="9525">
            <a:solidFill>
              <a:schemeClr val="tx1"/>
            </a:solidFill>
            <a:miter lim="800000"/>
            <a:headEnd/>
            <a:tailEnd/>
          </a:ln>
        </p:spPr>
        <p:txBody>
          <a:bodyPr wrap="none" anchor="ct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2000" b="1"/>
              <a:t>X</a:t>
            </a:r>
            <a:endParaRPr lang="en-US" altLang="en-US" sz="2000"/>
          </a:p>
        </p:txBody>
      </p:sp>
      <p:sp>
        <p:nvSpPr>
          <p:cNvPr id="15377" name="Oval 29"/>
          <p:cNvSpPr>
            <a:spLocks noChangeArrowheads="1"/>
          </p:cNvSpPr>
          <p:nvPr/>
        </p:nvSpPr>
        <p:spPr bwMode="auto">
          <a:xfrm>
            <a:off x="3352800" y="4724400"/>
            <a:ext cx="990600" cy="533400"/>
          </a:xfrm>
          <a:prstGeom prst="ellipse">
            <a:avLst/>
          </a:prstGeom>
          <a:solidFill>
            <a:srgbClr val="FFFFCC"/>
          </a:solidFill>
          <a:ln w="9525">
            <a:solidFill>
              <a:schemeClr val="tx1"/>
            </a:solidFill>
            <a:round/>
            <a:headEnd/>
            <a:tailEnd/>
          </a:ln>
        </p:spPr>
        <p:txBody>
          <a:bodyPr wrap="none" anchor="ct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1400" b="1"/>
              <a:t>A(x)</a:t>
            </a:r>
          </a:p>
        </p:txBody>
      </p:sp>
      <p:cxnSp>
        <p:nvCxnSpPr>
          <p:cNvPr id="15378" name="AutoShape 30"/>
          <p:cNvCxnSpPr>
            <a:cxnSpLocks noChangeShapeType="1"/>
            <a:stCxn id="15375" idx="4"/>
            <a:endCxn id="15376" idx="0"/>
          </p:cNvCxnSpPr>
          <p:nvPr/>
        </p:nvCxnSpPr>
        <p:spPr bwMode="auto">
          <a:xfrm>
            <a:off x="3871024" y="2301081"/>
            <a:ext cx="0" cy="442119"/>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sp>
        <p:nvSpPr>
          <p:cNvPr id="15380" name="Rectangle 32"/>
          <p:cNvSpPr>
            <a:spLocks noChangeArrowheads="1"/>
          </p:cNvSpPr>
          <p:nvPr/>
        </p:nvSpPr>
        <p:spPr bwMode="auto">
          <a:xfrm>
            <a:off x="6753924" y="1524000"/>
            <a:ext cx="914400" cy="457200"/>
          </a:xfrm>
          <a:prstGeom prst="rect">
            <a:avLst/>
          </a:prstGeom>
          <a:solidFill>
            <a:schemeClr val="accent4">
              <a:lumMod val="20000"/>
              <a:lumOff val="80000"/>
            </a:schemeClr>
          </a:solidFill>
          <a:ln w="9525">
            <a:solidFill>
              <a:schemeClr val="tx1"/>
            </a:solidFill>
            <a:miter lim="800000"/>
            <a:headEnd/>
            <a:tailEnd/>
          </a:ln>
        </p:spPr>
        <p:txBody>
          <a:bodyPr wrap="none" anchor="ct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2000" b="1"/>
              <a:t>W</a:t>
            </a:r>
            <a:endParaRPr lang="en-US" altLang="en-US" sz="2000"/>
          </a:p>
        </p:txBody>
      </p:sp>
      <p:sp>
        <p:nvSpPr>
          <p:cNvPr id="15381" name="Rectangle 33"/>
          <p:cNvSpPr>
            <a:spLocks noChangeArrowheads="1"/>
          </p:cNvSpPr>
          <p:nvPr/>
        </p:nvSpPr>
        <p:spPr bwMode="auto">
          <a:xfrm>
            <a:off x="3375724" y="3733800"/>
            <a:ext cx="990600" cy="762000"/>
          </a:xfrm>
          <a:prstGeom prst="rect">
            <a:avLst/>
          </a:prstGeom>
          <a:solidFill>
            <a:schemeClr val="accent1">
              <a:lumMod val="20000"/>
              <a:lumOff val="80000"/>
            </a:schemeClr>
          </a:solidFill>
          <a:ln w="9525">
            <a:solidFill>
              <a:schemeClr val="tx1"/>
            </a:solidFill>
            <a:miter lim="800000"/>
            <a:headEnd/>
            <a:tailEnd/>
          </a:ln>
        </p:spPr>
        <p:txBody>
          <a:bodyPr wrap="none" anchor="ct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2000" b="1"/>
              <a:t>Y</a:t>
            </a:r>
            <a:endParaRPr lang="en-US" altLang="en-US" sz="2000"/>
          </a:p>
        </p:txBody>
      </p:sp>
      <p:sp>
        <p:nvSpPr>
          <p:cNvPr id="15382" name="Rectangle 34"/>
          <p:cNvSpPr>
            <a:spLocks noChangeArrowheads="1"/>
          </p:cNvSpPr>
          <p:nvPr/>
        </p:nvSpPr>
        <p:spPr bwMode="auto">
          <a:xfrm>
            <a:off x="8712200" y="2781300"/>
            <a:ext cx="990600" cy="457200"/>
          </a:xfrm>
          <a:prstGeom prst="rect">
            <a:avLst/>
          </a:prstGeom>
          <a:solidFill>
            <a:schemeClr val="accent1">
              <a:lumMod val="20000"/>
              <a:lumOff val="80000"/>
            </a:schemeClr>
          </a:solidFill>
          <a:ln w="9525">
            <a:solidFill>
              <a:schemeClr val="tx1"/>
            </a:solidFill>
            <a:miter lim="800000"/>
            <a:headEnd/>
            <a:tailEnd/>
          </a:ln>
        </p:spPr>
        <p:txBody>
          <a:bodyPr wrap="none" anchor="ct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2000" b="1"/>
              <a:t>Y</a:t>
            </a:r>
          </a:p>
        </p:txBody>
      </p:sp>
      <p:sp>
        <p:nvSpPr>
          <p:cNvPr id="15383" name="Oval 35"/>
          <p:cNvSpPr>
            <a:spLocks noChangeArrowheads="1"/>
          </p:cNvSpPr>
          <p:nvPr/>
        </p:nvSpPr>
        <p:spPr bwMode="auto">
          <a:xfrm>
            <a:off x="8483600" y="4419600"/>
            <a:ext cx="1447800" cy="457200"/>
          </a:xfrm>
          <a:prstGeom prst="ellipse">
            <a:avLst/>
          </a:prstGeom>
          <a:solidFill>
            <a:srgbClr val="FFFFCC"/>
          </a:solidFill>
          <a:ln w="9525">
            <a:solidFill>
              <a:schemeClr val="tx1"/>
            </a:solidFill>
            <a:round/>
            <a:headEnd/>
            <a:tailEnd/>
          </a:ln>
        </p:spPr>
        <p:txBody>
          <a:bodyPr wrap="none" anchor="ct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1600" b="1" dirty="0"/>
              <a:t>A(x +w) + 30</a:t>
            </a:r>
          </a:p>
        </p:txBody>
      </p:sp>
      <p:cxnSp>
        <p:nvCxnSpPr>
          <p:cNvPr id="15384" name="AutoShape 37"/>
          <p:cNvCxnSpPr>
            <a:cxnSpLocks noChangeShapeType="1"/>
            <a:stCxn id="15376" idx="2"/>
            <a:endCxn id="15381" idx="0"/>
          </p:cNvCxnSpPr>
          <p:nvPr/>
        </p:nvCxnSpPr>
        <p:spPr bwMode="auto">
          <a:xfrm>
            <a:off x="3871024" y="3505200"/>
            <a:ext cx="0" cy="22860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5385" name="AutoShape 38"/>
          <p:cNvCxnSpPr>
            <a:cxnSpLocks noChangeShapeType="1"/>
            <a:stCxn id="15381" idx="2"/>
            <a:endCxn id="15377" idx="0"/>
          </p:cNvCxnSpPr>
          <p:nvPr/>
        </p:nvCxnSpPr>
        <p:spPr bwMode="auto">
          <a:xfrm flipH="1">
            <a:off x="3848100" y="4495800"/>
            <a:ext cx="22924" cy="22860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sp>
        <p:nvSpPr>
          <p:cNvPr id="15386" name="Rectangle 39"/>
          <p:cNvSpPr>
            <a:spLocks noChangeArrowheads="1"/>
          </p:cNvSpPr>
          <p:nvPr/>
        </p:nvSpPr>
        <p:spPr bwMode="auto">
          <a:xfrm>
            <a:off x="8636000" y="1714500"/>
            <a:ext cx="1143000" cy="457200"/>
          </a:xfrm>
          <a:prstGeom prst="rect">
            <a:avLst/>
          </a:prstGeom>
          <a:solidFill>
            <a:schemeClr val="accent3">
              <a:lumMod val="10000"/>
              <a:lumOff val="90000"/>
            </a:schemeClr>
          </a:solidFill>
          <a:ln w="9525">
            <a:solidFill>
              <a:schemeClr val="tx1"/>
            </a:solidFill>
            <a:miter lim="800000"/>
            <a:headEnd/>
            <a:tailEnd/>
          </a:ln>
        </p:spPr>
        <p:txBody>
          <a:bodyPr wrap="none" anchor="ct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2000" b="1"/>
              <a:t>X</a:t>
            </a:r>
            <a:endParaRPr lang="en-US" altLang="en-US" sz="2000"/>
          </a:p>
        </p:txBody>
      </p:sp>
      <p:sp>
        <p:nvSpPr>
          <p:cNvPr id="15387" name="Rectangle 40"/>
          <p:cNvSpPr>
            <a:spLocks noChangeArrowheads="1"/>
          </p:cNvSpPr>
          <p:nvPr/>
        </p:nvSpPr>
        <p:spPr bwMode="auto">
          <a:xfrm>
            <a:off x="8788400" y="3657600"/>
            <a:ext cx="838200" cy="533400"/>
          </a:xfrm>
          <a:prstGeom prst="rect">
            <a:avLst/>
          </a:prstGeom>
          <a:solidFill>
            <a:schemeClr val="accent5">
              <a:lumMod val="20000"/>
              <a:lumOff val="80000"/>
            </a:schemeClr>
          </a:solidFill>
          <a:ln w="9525">
            <a:solidFill>
              <a:schemeClr val="tx1"/>
            </a:solidFill>
            <a:miter lim="800000"/>
            <a:headEnd/>
            <a:tailEnd/>
          </a:ln>
        </p:spPr>
        <p:txBody>
          <a:bodyPr wrap="none" anchor="ct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2000" b="1" dirty="0"/>
              <a:t>Z</a:t>
            </a:r>
          </a:p>
        </p:txBody>
      </p:sp>
      <p:cxnSp>
        <p:nvCxnSpPr>
          <p:cNvPr id="15388" name="AutoShape 41"/>
          <p:cNvCxnSpPr>
            <a:cxnSpLocks noChangeShapeType="1"/>
            <a:stCxn id="15380" idx="2"/>
            <a:endCxn id="15382" idx="1"/>
          </p:cNvCxnSpPr>
          <p:nvPr/>
        </p:nvCxnSpPr>
        <p:spPr bwMode="auto">
          <a:xfrm>
            <a:off x="7211124" y="1981200"/>
            <a:ext cx="1501076" cy="102870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5389" name="AutoShape 42"/>
          <p:cNvCxnSpPr>
            <a:cxnSpLocks noChangeShapeType="1"/>
            <a:stCxn id="15387" idx="2"/>
            <a:endCxn id="15383" idx="0"/>
          </p:cNvCxnSpPr>
          <p:nvPr/>
        </p:nvCxnSpPr>
        <p:spPr bwMode="auto">
          <a:xfrm>
            <a:off x="9207500" y="4191000"/>
            <a:ext cx="0" cy="22860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5390" name="AutoShape 43"/>
          <p:cNvCxnSpPr>
            <a:cxnSpLocks noChangeShapeType="1"/>
            <a:stCxn id="15382" idx="2"/>
            <a:endCxn id="15387" idx="0"/>
          </p:cNvCxnSpPr>
          <p:nvPr/>
        </p:nvCxnSpPr>
        <p:spPr bwMode="auto">
          <a:xfrm>
            <a:off x="9207500" y="3238500"/>
            <a:ext cx="0" cy="41910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5391" name="AutoShape 44"/>
          <p:cNvCxnSpPr>
            <a:cxnSpLocks noChangeShapeType="1"/>
            <a:stCxn id="15386" idx="2"/>
            <a:endCxn id="15382" idx="0"/>
          </p:cNvCxnSpPr>
          <p:nvPr/>
        </p:nvCxnSpPr>
        <p:spPr bwMode="auto">
          <a:xfrm>
            <a:off x="9207500" y="2171700"/>
            <a:ext cx="0" cy="60960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5392" name="AutoShape 45"/>
          <p:cNvCxnSpPr>
            <a:cxnSpLocks noChangeShapeType="1"/>
            <a:stCxn id="15386" idx="3"/>
            <a:endCxn id="15382" idx="3"/>
          </p:cNvCxnSpPr>
          <p:nvPr/>
        </p:nvCxnSpPr>
        <p:spPr bwMode="auto">
          <a:xfrm flipH="1">
            <a:off x="9702800" y="1943100"/>
            <a:ext cx="76200" cy="1066800"/>
          </a:xfrm>
          <a:prstGeom prst="bentConnector3">
            <a:avLst>
              <a:gd name="adj1" fmla="val -300000"/>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sp>
        <p:nvSpPr>
          <p:cNvPr id="15393" name="Rectangle 46"/>
          <p:cNvSpPr>
            <a:spLocks noChangeArrowheads="1"/>
          </p:cNvSpPr>
          <p:nvPr/>
        </p:nvSpPr>
        <p:spPr bwMode="auto">
          <a:xfrm>
            <a:off x="10083800" y="2209801"/>
            <a:ext cx="4381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b="1"/>
              <a:t>30</a:t>
            </a:r>
          </a:p>
        </p:txBody>
      </p:sp>
      <p:cxnSp>
        <p:nvCxnSpPr>
          <p:cNvPr id="15394" name="AutoShape 47"/>
          <p:cNvCxnSpPr>
            <a:cxnSpLocks noChangeShapeType="1"/>
          </p:cNvCxnSpPr>
          <p:nvPr/>
        </p:nvCxnSpPr>
        <p:spPr bwMode="auto">
          <a:xfrm flipH="1">
            <a:off x="9626600" y="3040063"/>
            <a:ext cx="76200" cy="914400"/>
          </a:xfrm>
          <a:prstGeom prst="bentConnector3">
            <a:avLst>
              <a:gd name="adj1" fmla="val -416667"/>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sp>
        <p:nvSpPr>
          <p:cNvPr id="15395" name="Rectangle 48"/>
          <p:cNvSpPr>
            <a:spLocks noChangeArrowheads="1"/>
          </p:cNvSpPr>
          <p:nvPr/>
        </p:nvSpPr>
        <p:spPr bwMode="auto">
          <a:xfrm>
            <a:off x="10236729" y="3367087"/>
            <a:ext cx="1449388"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b="1"/>
              <a:t>30 + Assets</a:t>
            </a:r>
          </a:p>
        </p:txBody>
      </p:sp>
      <p:sp>
        <p:nvSpPr>
          <p:cNvPr id="15396" name="Rectangle 49"/>
          <p:cNvSpPr>
            <a:spLocks noChangeArrowheads="1"/>
          </p:cNvSpPr>
          <p:nvPr/>
        </p:nvSpPr>
        <p:spPr bwMode="auto">
          <a:xfrm>
            <a:off x="7264400" y="2209800"/>
            <a:ext cx="539750"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1400" b="1"/>
              <a:t>40%</a:t>
            </a:r>
          </a:p>
        </p:txBody>
      </p:sp>
      <p:sp>
        <p:nvSpPr>
          <p:cNvPr id="15397" name="Rectangle 50"/>
          <p:cNvSpPr>
            <a:spLocks noChangeArrowheads="1"/>
          </p:cNvSpPr>
          <p:nvPr/>
        </p:nvSpPr>
        <p:spPr bwMode="auto">
          <a:xfrm>
            <a:off x="8712200" y="2209800"/>
            <a:ext cx="539750"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1400" b="1"/>
              <a:t>60%</a:t>
            </a:r>
          </a:p>
        </p:txBody>
      </p:sp>
      <p:sp>
        <p:nvSpPr>
          <p:cNvPr id="12" name="TextBox 11"/>
          <p:cNvSpPr txBox="1"/>
          <p:nvPr/>
        </p:nvSpPr>
        <p:spPr>
          <a:xfrm>
            <a:off x="7169500" y="3253293"/>
            <a:ext cx="729550" cy="389513"/>
          </a:xfrm>
          <a:prstGeom prst="ellipse">
            <a:avLst/>
          </a:prstGeom>
          <a:solidFill>
            <a:srgbClr val="F2FD92"/>
          </a:solidFill>
          <a:ln>
            <a:solidFill>
              <a:schemeClr val="tx1"/>
            </a:solidFill>
          </a:ln>
        </p:spPr>
        <p:txBody>
          <a:bodyPr wrap="square" rtlCol="0">
            <a:spAutoFit/>
          </a:bodyPr>
          <a:lstStyle/>
          <a:p>
            <a:pPr algn="ctr"/>
            <a:r>
              <a:rPr lang="en-US" sz="1200" b="1" dirty="0"/>
              <a:t>A(w)</a:t>
            </a:r>
            <a:endParaRPr lang="en-US" sz="1050" dirty="0"/>
          </a:p>
        </p:txBody>
      </p:sp>
      <p:sp>
        <p:nvSpPr>
          <p:cNvPr id="13" name="TextBox 12"/>
          <p:cNvSpPr txBox="1"/>
          <p:nvPr/>
        </p:nvSpPr>
        <p:spPr>
          <a:xfrm>
            <a:off x="7251904" y="2697460"/>
            <a:ext cx="572373" cy="369332"/>
          </a:xfrm>
          <a:prstGeom prst="rect">
            <a:avLst/>
          </a:prstGeom>
          <a:solidFill>
            <a:schemeClr val="accent6">
              <a:lumMod val="40000"/>
              <a:lumOff val="60000"/>
            </a:schemeClr>
          </a:solidFill>
          <a:ln>
            <a:solidFill>
              <a:schemeClr val="tx1"/>
            </a:solidFill>
          </a:ln>
        </p:spPr>
        <p:txBody>
          <a:bodyPr wrap="square" rtlCol="0">
            <a:spAutoFit/>
          </a:bodyPr>
          <a:lstStyle/>
          <a:p>
            <a:pPr algn="ctr"/>
            <a:r>
              <a:rPr lang="en-US" b="1" dirty="0"/>
              <a:t>Z</a:t>
            </a:r>
          </a:p>
        </p:txBody>
      </p:sp>
      <p:cxnSp>
        <p:nvCxnSpPr>
          <p:cNvPr id="15" name="Straight Connector 14"/>
          <p:cNvCxnSpPr>
            <a:stCxn id="13" idx="2"/>
            <a:endCxn id="12" idx="0"/>
          </p:cNvCxnSpPr>
          <p:nvPr/>
        </p:nvCxnSpPr>
        <p:spPr>
          <a:xfrm flipH="1">
            <a:off x="7534275" y="3066792"/>
            <a:ext cx="3816" cy="186501"/>
          </a:xfrm>
          <a:prstGeom prst="line">
            <a:avLst/>
          </a:prstGeom>
        </p:spPr>
        <p:style>
          <a:lnRef idx="1">
            <a:schemeClr val="accent1"/>
          </a:lnRef>
          <a:fillRef idx="0">
            <a:schemeClr val="accent1"/>
          </a:fillRef>
          <a:effectRef idx="0">
            <a:schemeClr val="accent1"/>
          </a:effectRef>
          <a:fontRef idx="minor">
            <a:schemeClr val="tx1"/>
          </a:fontRef>
        </p:style>
      </p:cxnSp>
      <p:sp>
        <p:nvSpPr>
          <p:cNvPr id="3" name="Oval 2"/>
          <p:cNvSpPr/>
          <p:nvPr/>
        </p:nvSpPr>
        <p:spPr>
          <a:xfrm>
            <a:off x="6792025" y="2576515"/>
            <a:ext cx="1474409" cy="1081086"/>
          </a:xfrm>
          <a:prstGeom prst="ellipse">
            <a:avLst/>
          </a:prstGeom>
          <a:noFill/>
          <a:ln w="63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Elbow Connector 4">
            <a:extLst>
              <a:ext uri="{FF2B5EF4-FFF2-40B4-BE49-F238E27FC236}">
                <a16:creationId xmlns:a16="http://schemas.microsoft.com/office/drawing/2014/main" id="{7FB52559-52F9-FF4E-955B-88D94E13CEC7}"/>
              </a:ext>
            </a:extLst>
          </p:cNvPr>
          <p:cNvCxnSpPr>
            <a:cxnSpLocks/>
            <a:stCxn id="15380" idx="1"/>
          </p:cNvCxnSpPr>
          <p:nvPr/>
        </p:nvCxnSpPr>
        <p:spPr>
          <a:xfrm rot="10800000" flipH="1" flipV="1">
            <a:off x="6753924" y="1752600"/>
            <a:ext cx="496014" cy="1138076"/>
          </a:xfrm>
          <a:prstGeom prst="bentConnector4">
            <a:avLst>
              <a:gd name="adj1" fmla="val -46087"/>
              <a:gd name="adj2" fmla="val 101963"/>
            </a:avLst>
          </a:prstGeom>
          <a:ln>
            <a:tailEnd type="triangle" w="lg" len="lg"/>
          </a:ln>
        </p:spPr>
        <p:style>
          <a:lnRef idx="1">
            <a:schemeClr val="accent1"/>
          </a:lnRef>
          <a:fillRef idx="0">
            <a:schemeClr val="accent1"/>
          </a:fillRef>
          <a:effectRef idx="0">
            <a:schemeClr val="accent1"/>
          </a:effectRef>
          <a:fontRef idx="minor">
            <a:schemeClr val="tx1"/>
          </a:fontRef>
        </p:style>
      </p:cxnSp>
      <p:sp>
        <p:nvSpPr>
          <p:cNvPr id="47" name="Oval 50">
            <a:extLst>
              <a:ext uri="{FF2B5EF4-FFF2-40B4-BE49-F238E27FC236}">
                <a16:creationId xmlns:a16="http://schemas.microsoft.com/office/drawing/2014/main" id="{40932C17-6C37-C94A-89DD-1047BF37A08F}"/>
              </a:ext>
            </a:extLst>
          </p:cNvPr>
          <p:cNvSpPr>
            <a:spLocks noChangeArrowheads="1"/>
          </p:cNvSpPr>
          <p:nvPr/>
        </p:nvSpPr>
        <p:spPr bwMode="auto">
          <a:xfrm>
            <a:off x="6258624" y="2125444"/>
            <a:ext cx="228600" cy="304800"/>
          </a:xfrm>
          <a:prstGeom prst="ellipse">
            <a:avLst/>
          </a:prstGeom>
          <a:solidFill>
            <a:schemeClr val="accent1">
              <a:lumMod val="20000"/>
              <a:lumOff val="80000"/>
            </a:schemeClr>
          </a:solidFill>
          <a:ln w="9525">
            <a:solidFill>
              <a:schemeClr val="tx1"/>
            </a:solidFill>
            <a:round/>
            <a:headEnd/>
            <a:tailEnd/>
          </a:ln>
        </p:spPr>
        <p:txBody>
          <a:bodyPr wrap="none" anchor="ct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b="1" dirty="0"/>
              <a:t>1</a:t>
            </a:r>
          </a:p>
        </p:txBody>
      </p:sp>
      <p:sp>
        <p:nvSpPr>
          <p:cNvPr id="48" name="Oval 51">
            <a:extLst>
              <a:ext uri="{FF2B5EF4-FFF2-40B4-BE49-F238E27FC236}">
                <a16:creationId xmlns:a16="http://schemas.microsoft.com/office/drawing/2014/main" id="{98FDA972-43C6-8142-BBD4-192563A46CE8}"/>
              </a:ext>
            </a:extLst>
          </p:cNvPr>
          <p:cNvSpPr>
            <a:spLocks noChangeArrowheads="1"/>
          </p:cNvSpPr>
          <p:nvPr/>
        </p:nvSpPr>
        <p:spPr bwMode="auto">
          <a:xfrm>
            <a:off x="8227124" y="2344829"/>
            <a:ext cx="228600" cy="304800"/>
          </a:xfrm>
          <a:prstGeom prst="ellipse">
            <a:avLst/>
          </a:prstGeom>
          <a:solidFill>
            <a:schemeClr val="accent1">
              <a:lumMod val="20000"/>
              <a:lumOff val="80000"/>
            </a:schemeClr>
          </a:solidFill>
          <a:ln w="9525">
            <a:solidFill>
              <a:schemeClr val="tx1"/>
            </a:solidFill>
            <a:round/>
            <a:headEnd/>
            <a:tailEnd/>
          </a:ln>
        </p:spPr>
        <p:txBody>
          <a:bodyPr wrap="none" anchor="ct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b="1"/>
              <a:t>2</a:t>
            </a:r>
          </a:p>
        </p:txBody>
      </p:sp>
      <p:sp>
        <p:nvSpPr>
          <p:cNvPr id="4" name="Footer Placeholder 3"/>
          <p:cNvSpPr>
            <a:spLocks noGrp="1"/>
          </p:cNvSpPr>
          <p:nvPr>
            <p:ph type="ftr" sz="quarter" idx="23"/>
          </p:nvPr>
        </p:nvSpPr>
        <p:spPr/>
        <p:txBody>
          <a:bodyPr/>
          <a:lstStyle/>
          <a:p>
            <a:pPr>
              <a:defRPr/>
            </a:pPr>
            <a:r>
              <a:rPr lang="en-US"/>
              <a:t>351 Transactions</a:t>
            </a:r>
          </a:p>
        </p:txBody>
      </p:sp>
    </p:spTree>
    <p:extLst>
      <p:ext uri="{BB962C8B-B14F-4D97-AF65-F5344CB8AC3E}">
        <p14:creationId xmlns:p14="http://schemas.microsoft.com/office/powerpoint/2010/main" val="4126122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1">
                                            <p:bg/>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1">
                                            <p:txEl>
                                              <p:pRg st="0" end="0"/>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536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5367"/>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536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5369"/>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537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537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5375"/>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537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5377"/>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537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5381"/>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5384"/>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5385"/>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22">
                                            <p:bg/>
                                          </p:spTgt>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22">
                                            <p:txEl>
                                              <p:pRg st="0" end="0"/>
                                            </p:txEl>
                                          </p:spTgt>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15371"/>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15380"/>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15382"/>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15383"/>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15386"/>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15387"/>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15388"/>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15389"/>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15390"/>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15391"/>
                                        </p:tgtEl>
                                        <p:attrNameLst>
                                          <p:attrName>style.visibility</p:attrName>
                                        </p:attrNameLst>
                                      </p:cBhvr>
                                      <p:to>
                                        <p:strVal val="visible"/>
                                      </p:to>
                                    </p:set>
                                  </p:childTnLst>
                                </p:cTn>
                              </p:par>
                              <p:par>
                                <p:cTn id="65" presetID="1" presetClass="entr" presetSubtype="0" fill="hold" nodeType="withEffect">
                                  <p:stCondLst>
                                    <p:cond delay="0"/>
                                  </p:stCondLst>
                                  <p:childTnLst>
                                    <p:set>
                                      <p:cBhvr>
                                        <p:cTn id="66" dur="1" fill="hold">
                                          <p:stCondLst>
                                            <p:cond delay="0"/>
                                          </p:stCondLst>
                                        </p:cTn>
                                        <p:tgtEl>
                                          <p:spTgt spid="15392"/>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15393"/>
                                        </p:tgtEl>
                                        <p:attrNameLst>
                                          <p:attrName>style.visibility</p:attrName>
                                        </p:attrNameLst>
                                      </p:cBhvr>
                                      <p:to>
                                        <p:strVal val="visible"/>
                                      </p:to>
                                    </p:set>
                                  </p:childTnLst>
                                </p:cTn>
                              </p:par>
                              <p:par>
                                <p:cTn id="69" presetID="1" presetClass="entr" presetSubtype="0" fill="hold" nodeType="withEffect">
                                  <p:stCondLst>
                                    <p:cond delay="0"/>
                                  </p:stCondLst>
                                  <p:childTnLst>
                                    <p:set>
                                      <p:cBhvr>
                                        <p:cTn id="70" dur="1" fill="hold">
                                          <p:stCondLst>
                                            <p:cond delay="0"/>
                                          </p:stCondLst>
                                        </p:cTn>
                                        <p:tgtEl>
                                          <p:spTgt spid="15394"/>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15395"/>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15396"/>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15397"/>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12"/>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13"/>
                                        </p:tgtEl>
                                        <p:attrNameLst>
                                          <p:attrName>style.visibility</p:attrName>
                                        </p:attrNameLst>
                                      </p:cBhvr>
                                      <p:to>
                                        <p:strVal val="visible"/>
                                      </p:to>
                                    </p:set>
                                  </p:childTnLst>
                                </p:cTn>
                              </p:par>
                              <p:par>
                                <p:cTn id="81" presetID="1" presetClass="entr" presetSubtype="0" fill="hold" nodeType="withEffect">
                                  <p:stCondLst>
                                    <p:cond delay="0"/>
                                  </p:stCondLst>
                                  <p:childTnLst>
                                    <p:set>
                                      <p:cBhvr>
                                        <p:cTn id="82" dur="1" fill="hold">
                                          <p:stCondLst>
                                            <p:cond delay="0"/>
                                          </p:stCondLst>
                                        </p:cTn>
                                        <p:tgtEl>
                                          <p:spTgt spid="15"/>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3"/>
                                        </p:tgtEl>
                                        <p:attrNameLst>
                                          <p:attrName>style.visibility</p:attrName>
                                        </p:attrNameLst>
                                      </p:cBhvr>
                                      <p:to>
                                        <p:strVal val="visible"/>
                                      </p:to>
                                    </p:set>
                                  </p:childTnLst>
                                </p:cTn>
                              </p:par>
                              <p:par>
                                <p:cTn id="85" presetID="1" presetClass="entr" presetSubtype="0" fill="hold" nodeType="withEffect">
                                  <p:stCondLst>
                                    <p:cond delay="0"/>
                                  </p:stCondLst>
                                  <p:childTnLst>
                                    <p:set>
                                      <p:cBhvr>
                                        <p:cTn id="86" dur="1" fill="hold">
                                          <p:stCondLst>
                                            <p:cond delay="0"/>
                                          </p:stCondLst>
                                        </p:cTn>
                                        <p:tgtEl>
                                          <p:spTgt spid="5"/>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47"/>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4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build="p" animBg="1"/>
      <p:bldP spid="22" grpId="0" build="p" animBg="1"/>
      <p:bldP spid="15366" grpId="0" animBg="1"/>
      <p:bldP spid="15367" grpId="0" animBg="1"/>
      <p:bldP spid="15369" grpId="0" animBg="1"/>
      <p:bldP spid="15371" grpId="0" animBg="1"/>
      <p:bldP spid="15374" grpId="0" animBg="1"/>
      <p:bldP spid="15375" grpId="0" animBg="1"/>
      <p:bldP spid="15376" grpId="0" animBg="1"/>
      <p:bldP spid="15377" grpId="0" animBg="1"/>
      <p:bldP spid="15380" grpId="0" animBg="1"/>
      <p:bldP spid="15381" grpId="0" animBg="1"/>
      <p:bldP spid="15382" grpId="0" animBg="1"/>
      <p:bldP spid="15383" grpId="0" animBg="1"/>
      <p:bldP spid="15386" grpId="0" animBg="1"/>
      <p:bldP spid="15387" grpId="0" animBg="1"/>
      <p:bldP spid="15393" grpId="0"/>
      <p:bldP spid="15395" grpId="0"/>
      <p:bldP spid="15396" grpId="0"/>
      <p:bldP spid="15397" grpId="0"/>
      <p:bldP spid="12" grpId="0" animBg="1"/>
      <p:bldP spid="13" grpId="0" animBg="1"/>
      <p:bldP spid="3" grpId="0" animBg="1"/>
      <p:bldP spid="47" grpId="0" animBg="1"/>
      <p:bldP spid="48"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normAutofit/>
          </a:bodyPr>
          <a:lstStyle/>
          <a:p>
            <a:r>
              <a:rPr lang="en-US" altLang="en-US" dirty="0"/>
              <a:t>SH takes carryover basis in stock received. §358(a)(1).</a:t>
            </a:r>
          </a:p>
          <a:p>
            <a:pPr lvl="1"/>
            <a:r>
              <a:rPr lang="en-US" altLang="en-US" dirty="0"/>
              <a:t>If more than one class of stock received, basis allocated in proportion to FMV.  Reg. §1.358-2(b).</a:t>
            </a:r>
          </a:p>
          <a:p>
            <a:r>
              <a:rPr lang="en-US" altLang="en-US" dirty="0"/>
              <a:t>Tacked holding period for capital or §1231 assets. §1223(1).  Shares can have part LT and ST holding period if ST assets, e.g., inventory or cash, are also transferred.</a:t>
            </a:r>
          </a:p>
          <a:p>
            <a:r>
              <a:rPr lang="en-US" altLang="en-US" dirty="0"/>
              <a:t>SH probably must allocate basis of transferred property to shares received on an </a:t>
            </a:r>
            <a:r>
              <a:rPr lang="en-US" altLang="en-US" b="1" i="1" dirty="0"/>
              <a:t>aggregate basis (no tracing)</a:t>
            </a:r>
            <a:r>
              <a:rPr lang="en-US" altLang="en-US" dirty="0"/>
              <a:t>.  Thus, all shares will have the same basis.  </a:t>
            </a:r>
            <a:r>
              <a:rPr lang="en-US" altLang="en-US" i="1" dirty="0"/>
              <a:t>See </a:t>
            </a:r>
            <a:r>
              <a:rPr lang="en-US" altLang="en-US" dirty="0"/>
              <a:t>Rev. Rul. 85-164.</a:t>
            </a:r>
          </a:p>
          <a:p>
            <a:pPr lvl="1"/>
            <a:r>
              <a:rPr lang="en-US" altLang="en-US" dirty="0"/>
              <a:t>Planning idea to obtain tracing?</a:t>
            </a:r>
          </a:p>
          <a:p>
            <a:pPr marL="0" indent="0">
              <a:buNone/>
            </a:pPr>
            <a:endParaRPr lang="en-US" altLang="en-US" dirty="0"/>
          </a:p>
          <a:p>
            <a:endParaRPr lang="en-US" dirty="0"/>
          </a:p>
        </p:txBody>
      </p:sp>
      <p:sp>
        <p:nvSpPr>
          <p:cNvPr id="3" name="Title 2"/>
          <p:cNvSpPr>
            <a:spLocks noGrp="1"/>
          </p:cNvSpPr>
          <p:nvPr>
            <p:ph type="title"/>
          </p:nvPr>
        </p:nvSpPr>
        <p:spPr/>
        <p:txBody>
          <a:bodyPr/>
          <a:lstStyle/>
          <a:p>
            <a:r>
              <a:rPr lang="en-US" altLang="en-US" dirty="0"/>
              <a:t>Transfers to Controlled Corporations: Shareholder-Level Consequences</a:t>
            </a:r>
            <a:endParaRPr lang="en-US" dirty="0"/>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14</a:t>
            </a:fld>
            <a:endParaRPr lang="en-US" altLang="en-US" dirty="0"/>
          </a:p>
        </p:txBody>
      </p:sp>
      <p:sp>
        <p:nvSpPr>
          <p:cNvPr id="7" name="Footer Placeholder 6"/>
          <p:cNvSpPr>
            <a:spLocks noGrp="1"/>
          </p:cNvSpPr>
          <p:nvPr>
            <p:ph type="ftr" sz="quarter" idx="11"/>
          </p:nvPr>
        </p:nvSpPr>
        <p:spPr/>
        <p:txBody>
          <a:bodyPr/>
          <a:lstStyle/>
          <a:p>
            <a:pPr>
              <a:defRPr/>
            </a:pPr>
            <a:r>
              <a:rPr lang="en-US"/>
              <a:t>351 Transactions</a:t>
            </a:r>
            <a:endParaRPr lang="en-US" dirty="0"/>
          </a:p>
        </p:txBody>
      </p:sp>
    </p:spTree>
    <p:extLst>
      <p:ext uri="{BB962C8B-B14F-4D97-AF65-F5344CB8AC3E}">
        <p14:creationId xmlns:p14="http://schemas.microsoft.com/office/powerpoint/2010/main" val="9371701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altLang="en-US" sz="2800" dirty="0"/>
              <a:t>The transferee corporation takes a carry-over basis in the property transferred increased by any gain recognized by the transferor. §362(a).</a:t>
            </a:r>
          </a:p>
          <a:p>
            <a:r>
              <a:rPr lang="en-US" altLang="en-US" sz="2800" dirty="0"/>
              <a:t>For transferee corporation, gain probably allocated to each asset based on gain recognized by transferor.</a:t>
            </a:r>
          </a:p>
          <a:p>
            <a:r>
              <a:rPr lang="en-US" altLang="en-US" sz="2800" dirty="0"/>
              <a:t>If property w/ a </a:t>
            </a:r>
            <a:r>
              <a:rPr lang="en-US" altLang="en-US" sz="2800" b="1" i="1" dirty="0"/>
              <a:t>net built-in loss</a:t>
            </a:r>
            <a:r>
              <a:rPr lang="en-US" altLang="en-US" sz="2800" dirty="0"/>
              <a:t> is transferred in a §351 transaction, the corporation’s </a:t>
            </a:r>
            <a:r>
              <a:rPr lang="en-US" altLang="en-US" sz="2800" b="1" dirty="0"/>
              <a:t>aggregate AB</a:t>
            </a:r>
            <a:r>
              <a:rPr lang="en-US" altLang="en-US" sz="2800" dirty="0"/>
              <a:t> is limited to the </a:t>
            </a:r>
            <a:r>
              <a:rPr lang="en-US" altLang="en-US" sz="2800" b="1" dirty="0"/>
              <a:t>aggregate FMV of the property</a:t>
            </a:r>
            <a:r>
              <a:rPr lang="en-US" altLang="en-US" sz="2800" dirty="0"/>
              <a:t>. §362(e)(2)(A).</a:t>
            </a:r>
          </a:p>
          <a:p>
            <a:pPr lvl="1"/>
            <a:r>
              <a:rPr lang="en-US" altLang="en-US" sz="2400" b="1" dirty="0"/>
              <a:t>NBIL</a:t>
            </a:r>
            <a:r>
              <a:rPr lang="en-US" altLang="en-US" sz="2400" dirty="0"/>
              <a:t>:  transferee’s </a:t>
            </a:r>
            <a:r>
              <a:rPr lang="en-US" altLang="en-US" sz="2400" i="1" dirty="0"/>
              <a:t>aggregate</a:t>
            </a:r>
            <a:r>
              <a:rPr lang="en-US" altLang="en-US" sz="2400" dirty="0"/>
              <a:t> AB &gt; aggregate FMV  </a:t>
            </a:r>
          </a:p>
          <a:p>
            <a:pPr lvl="1"/>
            <a:r>
              <a:rPr lang="en-US" altLang="en-US" sz="2400" dirty="0"/>
              <a:t>A joint election can be made to reduce instead the transferor’s basis in the stock to its FMV. §362(e)(2)(C).</a:t>
            </a:r>
          </a:p>
          <a:p>
            <a:pPr lvl="1"/>
            <a:r>
              <a:rPr lang="en-US" altLang="en-US" sz="2400" dirty="0"/>
              <a:t>Legislative History:  applies on a “control group” basis, </a:t>
            </a:r>
            <a:r>
              <a:rPr lang="en-US" altLang="en-US" sz="2400" b="1" dirty="0"/>
              <a:t>but</a:t>
            </a:r>
            <a:r>
              <a:rPr lang="en-US" altLang="en-US" sz="2400" dirty="0"/>
              <a:t> Reg. §1.362-2(b) provides that §362(e)(2) applies separately to each transferor.</a:t>
            </a:r>
          </a:p>
          <a:p>
            <a:r>
              <a:rPr lang="en-US" altLang="en-US" sz="2800" dirty="0"/>
              <a:t>Tacked holding period for all property. §1223(2).</a:t>
            </a:r>
            <a:endParaRPr lang="en-US" altLang="en-US" dirty="0"/>
          </a:p>
          <a:p>
            <a:pPr marL="0" indent="0">
              <a:buNone/>
            </a:pPr>
            <a:endParaRPr lang="en-US" dirty="0"/>
          </a:p>
        </p:txBody>
      </p:sp>
      <p:sp>
        <p:nvSpPr>
          <p:cNvPr id="3" name="Title 2"/>
          <p:cNvSpPr>
            <a:spLocks noGrp="1"/>
          </p:cNvSpPr>
          <p:nvPr>
            <p:ph type="title"/>
          </p:nvPr>
        </p:nvSpPr>
        <p:spPr/>
        <p:txBody>
          <a:bodyPr/>
          <a:lstStyle/>
          <a:p>
            <a:r>
              <a:rPr lang="en-US" altLang="en-US" dirty="0"/>
              <a:t>Transfers to Controlled Corporations: Corporate-Level Consequences</a:t>
            </a:r>
            <a:endParaRPr lang="en-US" dirty="0"/>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15</a:t>
            </a:fld>
            <a:endParaRPr lang="en-US" altLang="en-US" dirty="0"/>
          </a:p>
        </p:txBody>
      </p:sp>
      <p:sp>
        <p:nvSpPr>
          <p:cNvPr id="6" name="Footer Placeholder 5"/>
          <p:cNvSpPr>
            <a:spLocks noGrp="1"/>
          </p:cNvSpPr>
          <p:nvPr>
            <p:ph type="ftr" sz="quarter" idx="11"/>
          </p:nvPr>
        </p:nvSpPr>
        <p:spPr/>
        <p:txBody>
          <a:bodyPr/>
          <a:lstStyle/>
          <a:p>
            <a:pPr>
              <a:defRPr/>
            </a:pPr>
            <a:r>
              <a:rPr lang="en-US"/>
              <a:t>351 Transactions</a:t>
            </a:r>
            <a:endParaRPr lang="en-US" dirty="0"/>
          </a:p>
        </p:txBody>
      </p:sp>
    </p:spTree>
    <p:extLst>
      <p:ext uri="{BB962C8B-B14F-4D97-AF65-F5344CB8AC3E}">
        <p14:creationId xmlns:p14="http://schemas.microsoft.com/office/powerpoint/2010/main" val="32390276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normAutofit/>
          </a:bodyPr>
          <a:lstStyle/>
          <a:p>
            <a:pPr marL="177800" indent="-177800"/>
            <a:r>
              <a:rPr lang="en-US" altLang="en-US" sz="2800" dirty="0"/>
              <a:t>A owns Asset 1 with an AB of $90 and a FMV of $60, and Asset 2 with an AB of $110 and a FMV $120. A transfers Asset 1 and Asset 2 to newly formed corporation X in exchange for all the X common stock. (Assume no §362(e)(2)(C) election):</a:t>
            </a:r>
          </a:p>
          <a:p>
            <a:pPr marL="406400" lvl="1" indent="-177800" algn="l"/>
            <a:r>
              <a:rPr lang="en-US" altLang="en-US" sz="2400" dirty="0"/>
              <a:t>The assets have a net built-in loss of $20, and X reduces its basis in Asset 1 by $20 to $70 and, under §362(a), takes a basis in Asset 2 of $110. Under §358(a), A receives X stock with a basis of $200.  Notice, the entire loss is preserved at the SH level.</a:t>
            </a:r>
          </a:p>
          <a:p>
            <a:pPr marL="406400" lvl="1" indent="-177800" algn="l"/>
            <a:r>
              <a:rPr lang="en-US" altLang="en-US" sz="2400" dirty="0"/>
              <a:t>If the §362(e)(2)(C) election applies, A reduces its basis in the X stock received by $20 to $180. X receives Asset 1 with a basis of $90 and Asset 2 with a basis of $110.  Reg. §1.362-4(h), Ex. 1. </a:t>
            </a:r>
          </a:p>
          <a:p>
            <a:pPr marL="0" indent="0" algn="l">
              <a:lnSpc>
                <a:spcPct val="70000"/>
              </a:lnSpc>
              <a:buNone/>
            </a:pPr>
            <a:endParaRPr lang="en-US" altLang="en-US" dirty="0"/>
          </a:p>
          <a:p>
            <a:pPr marL="177800" indent="-177800" algn="l">
              <a:lnSpc>
                <a:spcPct val="70000"/>
              </a:lnSpc>
            </a:pPr>
            <a:endParaRPr lang="en-US" altLang="en-US" dirty="0"/>
          </a:p>
        </p:txBody>
      </p:sp>
      <p:sp>
        <p:nvSpPr>
          <p:cNvPr id="3" name="Title 2"/>
          <p:cNvSpPr>
            <a:spLocks noGrp="1"/>
          </p:cNvSpPr>
          <p:nvPr>
            <p:ph type="title"/>
          </p:nvPr>
        </p:nvSpPr>
        <p:spPr/>
        <p:txBody>
          <a:bodyPr/>
          <a:lstStyle/>
          <a:p>
            <a:r>
              <a:rPr lang="en-US" altLang="en-US" dirty="0"/>
              <a:t>Transfers to Controlled Corporations: Corporate-Level Consequences</a:t>
            </a:r>
            <a:endParaRPr lang="en-US" dirty="0"/>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16</a:t>
            </a:fld>
            <a:endParaRPr lang="en-US" altLang="en-US" dirty="0"/>
          </a:p>
        </p:txBody>
      </p:sp>
      <p:sp>
        <p:nvSpPr>
          <p:cNvPr id="6" name="Footer Placeholder 5"/>
          <p:cNvSpPr>
            <a:spLocks noGrp="1"/>
          </p:cNvSpPr>
          <p:nvPr>
            <p:ph type="ftr" sz="quarter" idx="11"/>
          </p:nvPr>
        </p:nvSpPr>
        <p:spPr/>
        <p:txBody>
          <a:bodyPr/>
          <a:lstStyle/>
          <a:p>
            <a:pPr>
              <a:defRPr/>
            </a:pPr>
            <a:r>
              <a:rPr lang="en-US"/>
              <a:t>351 Transactions</a:t>
            </a:r>
            <a:endParaRPr lang="en-US" dirty="0"/>
          </a:p>
        </p:txBody>
      </p:sp>
    </p:spTree>
    <p:extLst>
      <p:ext uri="{BB962C8B-B14F-4D97-AF65-F5344CB8AC3E}">
        <p14:creationId xmlns:p14="http://schemas.microsoft.com/office/powerpoint/2010/main" val="6029491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Content Placeholder 8"/>
          <p:cNvSpPr>
            <a:spLocks noGrp="1"/>
          </p:cNvSpPr>
          <p:nvPr>
            <p:ph idx="1"/>
          </p:nvPr>
        </p:nvSpPr>
        <p:spPr/>
        <p:txBody>
          <a:bodyPr/>
          <a:lstStyle/>
          <a:p>
            <a:r>
              <a:rPr lang="en-US" altLang="en-US" dirty="0"/>
              <a:t>If boot (non-stock consideration) is received in an otherwise good 351(a) transaction, </a:t>
            </a:r>
            <a:r>
              <a:rPr lang="en-US" altLang="en-US" b="1" i="1" dirty="0"/>
              <a:t>gain</a:t>
            </a:r>
            <a:r>
              <a:rPr lang="en-US" altLang="en-US" i="1" dirty="0"/>
              <a:t> (but not loss) </a:t>
            </a:r>
            <a:r>
              <a:rPr lang="en-US" altLang="en-US" dirty="0"/>
              <a:t>is recognized</a:t>
            </a:r>
            <a:r>
              <a:rPr lang="en-US" altLang="en-US" i="1" dirty="0"/>
              <a:t> </a:t>
            </a:r>
            <a:r>
              <a:rPr lang="en-US" altLang="en-US" dirty="0"/>
              <a:t>up to the amount of boot received. §351(b).</a:t>
            </a:r>
          </a:p>
          <a:p>
            <a:r>
              <a:rPr lang="en-US" altLang="en-US" dirty="0"/>
              <a:t>If stock and boot are received in a section 351 transfer:</a:t>
            </a:r>
          </a:p>
          <a:p>
            <a:pPr lvl="1"/>
            <a:r>
              <a:rPr lang="en-US" altLang="en-US" sz="2000" dirty="0"/>
              <a:t>Each asset is treated as being </a:t>
            </a:r>
            <a:r>
              <a:rPr lang="en-US" altLang="en-US" sz="2000" b="1" dirty="0"/>
              <a:t>separately exchanged </a:t>
            </a:r>
            <a:r>
              <a:rPr lang="en-US" altLang="en-US" sz="2000" dirty="0"/>
              <a:t>(don’t aggregate the bases of the assets transferred; tracing approach).</a:t>
            </a:r>
          </a:p>
          <a:p>
            <a:pPr lvl="1" algn="l"/>
            <a:r>
              <a:rPr lang="en-US" altLang="en-US" sz="2000" dirty="0"/>
              <a:t>The stock and boot are allocated to each asset in accordance with its </a:t>
            </a:r>
            <a:r>
              <a:rPr lang="en-US" altLang="en-US" sz="2000" b="1" i="1" dirty="0"/>
              <a:t>proportionate share of the </a:t>
            </a:r>
            <a:r>
              <a:rPr lang="en-US" altLang="en-US" sz="2000" b="1" i="1" dirty="0" err="1"/>
              <a:t>FMV</a:t>
            </a:r>
            <a:r>
              <a:rPr lang="en-US" altLang="en-US" sz="2000" dirty="0"/>
              <a:t> of the assets transferred to determine the amount of gain or loss </a:t>
            </a:r>
            <a:r>
              <a:rPr lang="en-US" altLang="en-US" sz="2000" i="1" dirty="0"/>
              <a:t>realized.  </a:t>
            </a:r>
            <a:r>
              <a:rPr lang="en-US" altLang="en-US" sz="2000" dirty="0"/>
              <a:t>Rev. Rul. 68-55.</a:t>
            </a:r>
            <a:br>
              <a:rPr lang="it-IT" sz="2000" dirty="0"/>
            </a:br>
            <a:endParaRPr lang="en-US" altLang="en-US" sz="2000" dirty="0"/>
          </a:p>
          <a:p>
            <a:endParaRPr lang="en-US" dirty="0"/>
          </a:p>
        </p:txBody>
      </p:sp>
      <p:sp>
        <p:nvSpPr>
          <p:cNvPr id="8" name="Title 7"/>
          <p:cNvSpPr>
            <a:spLocks noGrp="1"/>
          </p:cNvSpPr>
          <p:nvPr>
            <p:ph type="title"/>
          </p:nvPr>
        </p:nvSpPr>
        <p:spPr/>
        <p:txBody>
          <a:bodyPr/>
          <a:lstStyle/>
          <a:p>
            <a:r>
              <a:rPr lang="en-US" altLang="en-US" dirty="0"/>
              <a:t>Transfers to Controlled Corporations: Boot</a:t>
            </a:r>
            <a:endParaRPr lang="en-US" dirty="0"/>
          </a:p>
        </p:txBody>
      </p:sp>
      <p:sp>
        <p:nvSpPr>
          <p:cNvPr id="6" name="Slide Number Placeholder 5"/>
          <p:cNvSpPr>
            <a:spLocks noGrp="1"/>
          </p:cNvSpPr>
          <p:nvPr>
            <p:ph type="sldNum" sz="quarter" idx="10"/>
          </p:nvPr>
        </p:nvSpPr>
        <p:spPr/>
        <p:txBody>
          <a:bodyPr/>
          <a:lstStyle/>
          <a:p>
            <a:fld id="{856F0A94-AD2E-974D-AF6B-04AF335E854A}" type="slidenum">
              <a:rPr lang="en-US" altLang="en-US" smtClean="0"/>
              <a:pPr/>
              <a:t>17</a:t>
            </a:fld>
            <a:endParaRPr lang="en-US" altLang="en-US"/>
          </a:p>
        </p:txBody>
      </p:sp>
      <p:pic>
        <p:nvPicPr>
          <p:cNvPr id="10" name="Picture 9"/>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81100" y="3340100"/>
            <a:ext cx="9880600" cy="2705100"/>
          </a:xfrm>
          <a:prstGeom prst="rect">
            <a:avLst/>
          </a:prstGeom>
        </p:spPr>
      </p:pic>
      <p:sp>
        <p:nvSpPr>
          <p:cNvPr id="3" name="Footer Placeholder 2"/>
          <p:cNvSpPr>
            <a:spLocks noGrp="1"/>
          </p:cNvSpPr>
          <p:nvPr>
            <p:ph type="ftr" sz="quarter" idx="11"/>
          </p:nvPr>
        </p:nvSpPr>
        <p:spPr/>
        <p:txBody>
          <a:bodyPr/>
          <a:lstStyle/>
          <a:p>
            <a:pPr>
              <a:defRPr/>
            </a:pPr>
            <a:r>
              <a:rPr lang="en-US"/>
              <a:t>351 Transactions</a:t>
            </a:r>
            <a:endParaRPr lang="en-US" dirty="0"/>
          </a:p>
        </p:txBody>
      </p:sp>
    </p:spTree>
    <p:extLst>
      <p:ext uri="{BB962C8B-B14F-4D97-AF65-F5344CB8AC3E}">
        <p14:creationId xmlns:p14="http://schemas.microsoft.com/office/powerpoint/2010/main" val="18579472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normAutofit lnSpcReduction="10000"/>
          </a:bodyPr>
          <a:lstStyle/>
          <a:p>
            <a:pPr marL="169863" indent="-169863">
              <a:lnSpc>
                <a:spcPct val="90000"/>
              </a:lnSpc>
            </a:pPr>
            <a:r>
              <a:rPr lang="en-US" altLang="en-US" sz="3200" b="1" dirty="0"/>
              <a:t>Stock</a:t>
            </a:r>
            <a:r>
              <a:rPr lang="en-US" altLang="en-US" sz="3200" dirty="0"/>
              <a:t> does </a:t>
            </a:r>
            <a:r>
              <a:rPr lang="en-US" altLang="en-US" sz="3200" i="1" dirty="0"/>
              <a:t>not</a:t>
            </a:r>
            <a:r>
              <a:rPr lang="en-US" altLang="en-US" sz="3200" dirty="0"/>
              <a:t> include stock rights, warrants, or convertible debt. Prop. Reg. §1.351-1(a)(1).</a:t>
            </a:r>
          </a:p>
          <a:p>
            <a:pPr marL="169863" indent="-169863">
              <a:lnSpc>
                <a:spcPct val="90000"/>
              </a:lnSpc>
            </a:pPr>
            <a:r>
              <a:rPr lang="en-US" altLang="en-US" sz="3200" b="1" dirty="0"/>
              <a:t>Nonqualified Preferred Stock (</a:t>
            </a:r>
            <a:r>
              <a:rPr lang="en-US" altLang="en-US" sz="3200" b="1" dirty="0" err="1"/>
              <a:t>NQPS</a:t>
            </a:r>
            <a:r>
              <a:rPr lang="en-US" altLang="en-US" sz="3200" b="1" dirty="0"/>
              <a:t>)</a:t>
            </a:r>
          </a:p>
          <a:p>
            <a:pPr lvl="1" indent="-173038">
              <a:lnSpc>
                <a:spcPct val="90000"/>
              </a:lnSpc>
            </a:pPr>
            <a:r>
              <a:rPr lang="en-US" altLang="en-US" sz="2800" dirty="0"/>
              <a:t>Limited and preferred as to dividends and does not participate in corporate growth to any significant extent, and the </a:t>
            </a:r>
            <a:r>
              <a:rPr lang="en-US" altLang="en-US" sz="2800" dirty="0" err="1"/>
              <a:t>NQPS</a:t>
            </a:r>
            <a:r>
              <a:rPr lang="en-US" altLang="en-US" sz="2800" dirty="0"/>
              <a:t> is </a:t>
            </a:r>
            <a:r>
              <a:rPr lang="en-US" altLang="en-US" sz="2800" b="1" dirty="0" err="1"/>
              <a:t>putable</a:t>
            </a:r>
            <a:r>
              <a:rPr lang="en-US" altLang="en-US" sz="2800" dirty="0"/>
              <a:t> </a:t>
            </a:r>
            <a:r>
              <a:rPr lang="en-US" altLang="en-US" sz="2800" b="1" dirty="0"/>
              <a:t>by holder</a:t>
            </a:r>
            <a:r>
              <a:rPr lang="en-US" altLang="en-US" sz="2800" dirty="0"/>
              <a:t>, </a:t>
            </a:r>
            <a:r>
              <a:rPr lang="en-US" altLang="en-US" sz="2800" b="1" dirty="0"/>
              <a:t>redeemable by issuer </a:t>
            </a:r>
            <a:r>
              <a:rPr lang="en-US" altLang="en-US" sz="2800" dirty="0"/>
              <a:t>and </a:t>
            </a:r>
            <a:r>
              <a:rPr lang="en-US" altLang="en-US" sz="2800" b="1" dirty="0"/>
              <a:t>more likely than not to be redeemed</a:t>
            </a:r>
            <a:r>
              <a:rPr lang="en-US" altLang="en-US" sz="2800" dirty="0"/>
              <a:t>, or the </a:t>
            </a:r>
            <a:r>
              <a:rPr lang="en-US" altLang="en-US" sz="2800" b="1" dirty="0"/>
              <a:t>dividend rate varies </a:t>
            </a:r>
            <a:r>
              <a:rPr lang="en-US" altLang="en-US" sz="2800" dirty="0"/>
              <a:t>with reference to interest rates, commodity prices or similar indices. §351(g)(2) and (3).  </a:t>
            </a:r>
          </a:p>
          <a:p>
            <a:pPr lvl="1" indent="-173038">
              <a:lnSpc>
                <a:spcPct val="90000"/>
              </a:lnSpc>
            </a:pPr>
            <a:r>
              <a:rPr lang="en-US" altLang="en-US" sz="2800" dirty="0"/>
              <a:t>These rules apply if the rights/obligations can be exercised </a:t>
            </a:r>
            <a:r>
              <a:rPr lang="en-US" altLang="en-US" sz="2800" b="1" dirty="0"/>
              <a:t>w/in 20 years</a:t>
            </a:r>
            <a:r>
              <a:rPr lang="en-US" altLang="en-US" sz="2800" dirty="0"/>
              <a:t>.</a:t>
            </a:r>
          </a:p>
          <a:p>
            <a:pPr indent="-173038">
              <a:lnSpc>
                <a:spcPct val="90000"/>
              </a:lnSpc>
            </a:pPr>
            <a:r>
              <a:rPr lang="en-US" altLang="en-US" sz="3200" dirty="0"/>
              <a:t>Section 351 doesn’t apply to transferor who receives only NQPS--transferor will recognize G </a:t>
            </a:r>
            <a:r>
              <a:rPr lang="en-US" altLang="en-US" sz="3200" b="1" dirty="0"/>
              <a:t>or </a:t>
            </a:r>
            <a:r>
              <a:rPr lang="en-US" altLang="en-US" sz="3200" dirty="0"/>
              <a:t>L--but the NQPS is </a:t>
            </a:r>
            <a:r>
              <a:rPr lang="en-US" altLang="en-US" sz="3200" b="1" dirty="0"/>
              <a:t>still treated as stock </a:t>
            </a:r>
            <a:r>
              <a:rPr lang="en-US" altLang="en-US" sz="3200" dirty="0"/>
              <a:t>for purposes of </a:t>
            </a:r>
            <a:r>
              <a:rPr lang="en-US" altLang="en-US" sz="3200" b="1" dirty="0"/>
              <a:t>§351 control test</a:t>
            </a:r>
          </a:p>
          <a:p>
            <a:pPr indent="-173038">
              <a:lnSpc>
                <a:spcPct val="90000"/>
              </a:lnSpc>
            </a:pPr>
            <a:r>
              <a:rPr lang="en-US" altLang="en-US" sz="3200" dirty="0"/>
              <a:t>If transferor receives NQPS </a:t>
            </a:r>
            <a:r>
              <a:rPr lang="en-US" altLang="en-US" sz="3200" b="1" dirty="0"/>
              <a:t>and</a:t>
            </a:r>
            <a:r>
              <a:rPr lang="en-US" altLang="en-US" sz="3200" dirty="0"/>
              <a:t> other stock, NQPS treated as boot.</a:t>
            </a:r>
          </a:p>
          <a:p>
            <a:endParaRPr lang="en-US" dirty="0"/>
          </a:p>
        </p:txBody>
      </p:sp>
      <p:sp>
        <p:nvSpPr>
          <p:cNvPr id="3" name="Title 2"/>
          <p:cNvSpPr>
            <a:spLocks noGrp="1"/>
          </p:cNvSpPr>
          <p:nvPr>
            <p:ph type="title"/>
          </p:nvPr>
        </p:nvSpPr>
        <p:spPr/>
        <p:txBody>
          <a:bodyPr/>
          <a:lstStyle/>
          <a:p>
            <a:r>
              <a:rPr lang="en-US" altLang="en-US" dirty="0"/>
              <a:t>Transfers to Controlled Corporations: Boot</a:t>
            </a:r>
            <a:endParaRPr lang="en-US" dirty="0"/>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18</a:t>
            </a:fld>
            <a:endParaRPr lang="en-US" altLang="en-US" dirty="0"/>
          </a:p>
        </p:txBody>
      </p:sp>
      <p:sp>
        <p:nvSpPr>
          <p:cNvPr id="6" name="Footer Placeholder 5"/>
          <p:cNvSpPr>
            <a:spLocks noGrp="1"/>
          </p:cNvSpPr>
          <p:nvPr>
            <p:ph type="ftr" sz="quarter" idx="11"/>
          </p:nvPr>
        </p:nvSpPr>
        <p:spPr/>
        <p:txBody>
          <a:bodyPr/>
          <a:lstStyle/>
          <a:p>
            <a:pPr>
              <a:defRPr/>
            </a:pPr>
            <a:r>
              <a:rPr lang="en-US" dirty="0"/>
              <a:t>351 Transactions</a:t>
            </a:r>
          </a:p>
        </p:txBody>
      </p:sp>
    </p:spTree>
    <p:extLst>
      <p:ext uri="{BB962C8B-B14F-4D97-AF65-F5344CB8AC3E}">
        <p14:creationId xmlns:p14="http://schemas.microsoft.com/office/powerpoint/2010/main" val="4880178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92E3229-A37B-A747-B43D-A10DA9BF2E34}"/>
              </a:ext>
            </a:extLst>
          </p:cNvPr>
          <p:cNvSpPr>
            <a:spLocks noGrp="1"/>
          </p:cNvSpPr>
          <p:nvPr>
            <p:ph idx="1"/>
          </p:nvPr>
        </p:nvSpPr>
        <p:spPr/>
        <p:txBody>
          <a:bodyPr/>
          <a:lstStyle/>
          <a:p>
            <a:pPr marL="685800">
              <a:lnSpc>
                <a:spcPct val="90000"/>
              </a:lnSpc>
              <a:tabLst>
                <a:tab pos="1714500" algn="l"/>
              </a:tabLst>
            </a:pPr>
            <a:r>
              <a:rPr lang="en-US" altLang="en-US" sz="3200" dirty="0"/>
              <a:t>If boot is received, the basis of the stock received is the same as the property exchanged</a:t>
            </a:r>
            <a:r>
              <a:rPr lang="en-US" altLang="en-US" sz="3200" b="1" dirty="0"/>
              <a:t> </a:t>
            </a:r>
          </a:p>
          <a:p>
            <a:pPr marL="685800" lvl="1">
              <a:lnSpc>
                <a:spcPct val="90000"/>
              </a:lnSpc>
              <a:tabLst>
                <a:tab pos="1714500" algn="l"/>
              </a:tabLst>
            </a:pPr>
            <a:r>
              <a:rPr lang="en-US" altLang="en-US" sz="3200" b="1" i="1" dirty="0"/>
              <a:t>reduced</a:t>
            </a:r>
            <a:r>
              <a:rPr lang="en-US" altLang="en-US" sz="3200" b="1" dirty="0"/>
              <a:t> </a:t>
            </a:r>
            <a:r>
              <a:rPr lang="en-US" altLang="en-US" sz="3200" dirty="0"/>
              <a:t>by </a:t>
            </a:r>
          </a:p>
          <a:p>
            <a:pPr lvl="2">
              <a:lnSpc>
                <a:spcPct val="90000"/>
              </a:lnSpc>
              <a:tabLst>
                <a:tab pos="1714500" algn="l"/>
              </a:tabLst>
            </a:pPr>
            <a:r>
              <a:rPr lang="en-US" altLang="en-US" sz="2800" dirty="0"/>
              <a:t>(1) the FMV of property received, </a:t>
            </a:r>
          </a:p>
          <a:p>
            <a:pPr lvl="2">
              <a:lnSpc>
                <a:spcPct val="90000"/>
              </a:lnSpc>
              <a:tabLst>
                <a:tab pos="1714500" algn="l"/>
              </a:tabLst>
            </a:pPr>
            <a:r>
              <a:rPr lang="en-US" altLang="en-US" sz="2800" dirty="0"/>
              <a:t>(2) the amount of any money received, and </a:t>
            </a:r>
          </a:p>
          <a:p>
            <a:pPr lvl="2">
              <a:lnSpc>
                <a:spcPct val="90000"/>
              </a:lnSpc>
              <a:tabLst>
                <a:tab pos="1714500" algn="l"/>
              </a:tabLst>
            </a:pPr>
            <a:r>
              <a:rPr lang="en-US" altLang="en-US" sz="2800" dirty="0"/>
              <a:t>(3) any loss recognized </a:t>
            </a:r>
            <a:r>
              <a:rPr lang="en-US" altLang="en-US" sz="2800" i="1" dirty="0"/>
              <a:t>and </a:t>
            </a:r>
          </a:p>
          <a:p>
            <a:pPr lvl="2">
              <a:lnSpc>
                <a:spcPct val="90000"/>
              </a:lnSpc>
              <a:tabLst>
                <a:tab pos="1714500" algn="l"/>
              </a:tabLst>
            </a:pPr>
            <a:endParaRPr lang="en-US" altLang="en-US" sz="2800" i="1" dirty="0"/>
          </a:p>
          <a:p>
            <a:pPr marL="685800" lvl="1">
              <a:lnSpc>
                <a:spcPct val="90000"/>
              </a:lnSpc>
              <a:tabLst>
                <a:tab pos="1714500" algn="l"/>
              </a:tabLst>
            </a:pPr>
            <a:r>
              <a:rPr lang="en-US" altLang="en-US" sz="3200" b="1" i="1" dirty="0"/>
              <a:t>increased</a:t>
            </a:r>
            <a:r>
              <a:rPr lang="en-US" altLang="en-US" sz="3200" dirty="0"/>
              <a:t> by </a:t>
            </a:r>
          </a:p>
          <a:p>
            <a:pPr lvl="2">
              <a:lnSpc>
                <a:spcPct val="90000"/>
              </a:lnSpc>
              <a:tabLst>
                <a:tab pos="1714500" algn="l"/>
              </a:tabLst>
            </a:pPr>
            <a:r>
              <a:rPr lang="en-US" altLang="en-US" sz="2800" dirty="0"/>
              <a:t>(1) the amount treated as a dividend, and </a:t>
            </a:r>
          </a:p>
          <a:p>
            <a:pPr lvl="2">
              <a:lnSpc>
                <a:spcPct val="90000"/>
              </a:lnSpc>
              <a:tabLst>
                <a:tab pos="1714500" algn="l"/>
              </a:tabLst>
            </a:pPr>
            <a:r>
              <a:rPr lang="en-US" altLang="en-US" sz="2800" dirty="0"/>
              <a:t>(2) the amount of gain recognized. §358(a)(1).</a:t>
            </a:r>
          </a:p>
          <a:p>
            <a:endParaRPr lang="en-US" dirty="0"/>
          </a:p>
        </p:txBody>
      </p:sp>
      <p:sp>
        <p:nvSpPr>
          <p:cNvPr id="3" name="Title 2">
            <a:extLst>
              <a:ext uri="{FF2B5EF4-FFF2-40B4-BE49-F238E27FC236}">
                <a16:creationId xmlns:a16="http://schemas.microsoft.com/office/drawing/2014/main" id="{53774503-A13E-694F-A3B1-8477AF201ACC}"/>
              </a:ext>
            </a:extLst>
          </p:cNvPr>
          <p:cNvSpPr>
            <a:spLocks noGrp="1"/>
          </p:cNvSpPr>
          <p:nvPr>
            <p:ph type="title"/>
          </p:nvPr>
        </p:nvSpPr>
        <p:spPr/>
        <p:txBody>
          <a:bodyPr/>
          <a:lstStyle/>
          <a:p>
            <a:r>
              <a:rPr lang="en-US" altLang="en-US" dirty="0"/>
              <a:t>Transfers to Controlled Corporations: Shareholder-Level Consequences</a:t>
            </a:r>
            <a:endParaRPr lang="en-US" dirty="0"/>
          </a:p>
        </p:txBody>
      </p:sp>
      <p:sp>
        <p:nvSpPr>
          <p:cNvPr id="4" name="Slide Number Placeholder 3">
            <a:extLst>
              <a:ext uri="{FF2B5EF4-FFF2-40B4-BE49-F238E27FC236}">
                <a16:creationId xmlns:a16="http://schemas.microsoft.com/office/drawing/2014/main" id="{5A6D7F8C-3263-0342-B201-0E8B9CD5703A}"/>
              </a:ext>
            </a:extLst>
          </p:cNvPr>
          <p:cNvSpPr>
            <a:spLocks noGrp="1"/>
          </p:cNvSpPr>
          <p:nvPr>
            <p:ph type="sldNum" sz="quarter" idx="10"/>
          </p:nvPr>
        </p:nvSpPr>
        <p:spPr/>
        <p:txBody>
          <a:bodyPr/>
          <a:lstStyle/>
          <a:p>
            <a:fld id="{7B3E355C-57B9-BC4B-95D8-406A1F834537}" type="slidenum">
              <a:rPr lang="en-US" altLang="en-US" smtClean="0"/>
              <a:pPr/>
              <a:t>19</a:t>
            </a:fld>
            <a:endParaRPr lang="en-US" altLang="en-US" dirty="0"/>
          </a:p>
        </p:txBody>
      </p:sp>
      <p:sp>
        <p:nvSpPr>
          <p:cNvPr id="5" name="Footer Placeholder 4">
            <a:extLst>
              <a:ext uri="{FF2B5EF4-FFF2-40B4-BE49-F238E27FC236}">
                <a16:creationId xmlns:a16="http://schemas.microsoft.com/office/drawing/2014/main" id="{F6CF2FC3-70F0-BB45-B3DC-8C8E75F59891}"/>
              </a:ext>
            </a:extLst>
          </p:cNvPr>
          <p:cNvSpPr>
            <a:spLocks noGrp="1"/>
          </p:cNvSpPr>
          <p:nvPr>
            <p:ph type="ftr" sz="quarter" idx="11"/>
          </p:nvPr>
        </p:nvSpPr>
        <p:spPr/>
        <p:txBody>
          <a:bodyPr/>
          <a:lstStyle/>
          <a:p>
            <a:pPr>
              <a:defRPr/>
            </a:pPr>
            <a:r>
              <a:rPr lang="en-US"/>
              <a:t>351 Transactions</a:t>
            </a:r>
            <a:endParaRPr lang="en-US" dirty="0"/>
          </a:p>
        </p:txBody>
      </p:sp>
    </p:spTree>
    <p:extLst>
      <p:ext uri="{BB962C8B-B14F-4D97-AF65-F5344CB8AC3E}">
        <p14:creationId xmlns:p14="http://schemas.microsoft.com/office/powerpoint/2010/main" val="26929941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normAutofit fontScale="92500" lnSpcReduction="20000"/>
          </a:bodyPr>
          <a:lstStyle/>
          <a:p>
            <a:r>
              <a:rPr lang="en-US" sz="3200" dirty="0"/>
              <a:t>Capital contribution--contribution of property but no shares received--by sole shareholder generally treated as a </a:t>
            </a:r>
            <a:r>
              <a:rPr lang="en-US" sz="3200" i="1" dirty="0"/>
              <a:t>deemed</a:t>
            </a:r>
            <a:r>
              <a:rPr lang="en-US" sz="3200" dirty="0"/>
              <a:t> </a:t>
            </a:r>
            <a:r>
              <a:rPr lang="en-US" altLang="en-US" sz="3200" dirty="0"/>
              <a:t>§</a:t>
            </a:r>
            <a:r>
              <a:rPr lang="en-US" sz="3200" dirty="0"/>
              <a:t>351 transaction.  </a:t>
            </a:r>
            <a:r>
              <a:rPr lang="en-US" sz="3200" i="1" dirty="0" err="1"/>
              <a:t>Lessinger</a:t>
            </a:r>
            <a:r>
              <a:rPr lang="en-US" sz="3200" i="1" dirty="0"/>
              <a:t> v. CIR </a:t>
            </a:r>
            <a:r>
              <a:rPr lang="en-US" sz="3200" dirty="0"/>
              <a:t>(2</a:t>
            </a:r>
            <a:r>
              <a:rPr lang="en-US" sz="3200" baseline="30000" dirty="0"/>
              <a:t>nd</a:t>
            </a:r>
            <a:r>
              <a:rPr lang="en-US" sz="3200" dirty="0"/>
              <a:t> Cir. 1989).</a:t>
            </a:r>
          </a:p>
          <a:p>
            <a:r>
              <a:rPr lang="en-US" sz="3200" dirty="0"/>
              <a:t>Non-pro rata contribution by controlling shareholders is treated as </a:t>
            </a:r>
            <a:r>
              <a:rPr lang="en-US" altLang="en-US" sz="3200" dirty="0"/>
              <a:t>§</a:t>
            </a:r>
            <a:r>
              <a:rPr lang="en-US" sz="3200" dirty="0"/>
              <a:t>351 transaction.  </a:t>
            </a:r>
            <a:r>
              <a:rPr lang="en-US" sz="3200" i="1" dirty="0"/>
              <a:t>CIR v. Fink</a:t>
            </a:r>
            <a:r>
              <a:rPr lang="en-US" sz="3200" dirty="0"/>
              <a:t> (1987).</a:t>
            </a:r>
          </a:p>
          <a:p>
            <a:pPr lvl="1"/>
            <a:r>
              <a:rPr lang="en-US" sz="2800" dirty="0"/>
              <a:t>Basis of transferred shares is added to retained shares.</a:t>
            </a:r>
          </a:p>
          <a:p>
            <a:pPr lvl="1"/>
            <a:r>
              <a:rPr lang="en-US" sz="2800" dirty="0"/>
              <a:t>Corporation has carryover basis (increased by gain) in transferred property. </a:t>
            </a:r>
            <a:r>
              <a:rPr lang="en-US" altLang="en-US" sz="2800" dirty="0"/>
              <a:t>§362(a)(2).</a:t>
            </a:r>
            <a:r>
              <a:rPr lang="en-US" sz="2800" dirty="0"/>
              <a:t>  </a:t>
            </a:r>
          </a:p>
          <a:p>
            <a:r>
              <a:rPr lang="en-US" sz="3200" dirty="0"/>
              <a:t>Capital contribution by </a:t>
            </a:r>
            <a:r>
              <a:rPr lang="en-US" sz="3200" dirty="0" err="1"/>
              <a:t>nonshareholders</a:t>
            </a:r>
            <a:endParaRPr lang="en-US" sz="3200" dirty="0"/>
          </a:p>
          <a:p>
            <a:pPr lvl="1"/>
            <a:r>
              <a:rPr lang="en-US" sz="2800" dirty="0"/>
              <a:t>Tax-free to corporation. </a:t>
            </a:r>
            <a:r>
              <a:rPr lang="en-US" altLang="en-US" sz="2800" dirty="0"/>
              <a:t>§118(a), but note that after 2017, contributions by a governmental entity or civic group may be taxable to the corporation. §118(b)(2).</a:t>
            </a:r>
            <a:endParaRPr lang="en-US" sz="2800" dirty="0"/>
          </a:p>
          <a:p>
            <a:pPr lvl="1"/>
            <a:r>
              <a:rPr lang="en-US" sz="2800" dirty="0"/>
              <a:t>Corporation has basis of $0 in the property. </a:t>
            </a:r>
            <a:r>
              <a:rPr lang="en-US" altLang="en-US" sz="2800" dirty="0"/>
              <a:t>§362(c)(1).</a:t>
            </a:r>
            <a:endParaRPr lang="en-US" sz="2800" dirty="0"/>
          </a:p>
          <a:p>
            <a:pPr lvl="1"/>
            <a:r>
              <a:rPr lang="en-US" sz="2800" dirty="0"/>
              <a:t>If $ contributed, corporation must reduce its basis in other property. </a:t>
            </a:r>
            <a:r>
              <a:rPr lang="en-US" altLang="en-US" sz="2800" dirty="0"/>
              <a:t>§362(c)(2).</a:t>
            </a:r>
            <a:endParaRPr lang="en-US" sz="2800" dirty="0"/>
          </a:p>
        </p:txBody>
      </p:sp>
      <p:sp>
        <p:nvSpPr>
          <p:cNvPr id="3" name="Title 2"/>
          <p:cNvSpPr>
            <a:spLocks noGrp="1"/>
          </p:cNvSpPr>
          <p:nvPr>
            <p:ph type="title"/>
          </p:nvPr>
        </p:nvSpPr>
        <p:spPr/>
        <p:txBody>
          <a:bodyPr/>
          <a:lstStyle/>
          <a:p>
            <a:r>
              <a:rPr lang="en-US" altLang="en-US" dirty="0"/>
              <a:t>Transfers to Controlled Corporations: Contributions to Capital</a:t>
            </a:r>
            <a:endParaRPr lang="en-US" dirty="0"/>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20</a:t>
            </a:fld>
            <a:endParaRPr lang="en-US" altLang="en-US" dirty="0"/>
          </a:p>
        </p:txBody>
      </p:sp>
      <p:sp>
        <p:nvSpPr>
          <p:cNvPr id="6" name="Footer Placeholder 5"/>
          <p:cNvSpPr>
            <a:spLocks noGrp="1"/>
          </p:cNvSpPr>
          <p:nvPr>
            <p:ph type="ftr" sz="quarter" idx="11"/>
          </p:nvPr>
        </p:nvSpPr>
        <p:spPr/>
        <p:txBody>
          <a:bodyPr/>
          <a:lstStyle/>
          <a:p>
            <a:pPr>
              <a:defRPr/>
            </a:pPr>
            <a:r>
              <a:rPr lang="en-US"/>
              <a:t>351 Transactions</a:t>
            </a:r>
            <a:endParaRPr lang="en-US" dirty="0"/>
          </a:p>
        </p:txBody>
      </p:sp>
    </p:spTree>
    <p:extLst>
      <p:ext uri="{BB962C8B-B14F-4D97-AF65-F5344CB8AC3E}">
        <p14:creationId xmlns:p14="http://schemas.microsoft.com/office/powerpoint/2010/main" val="21200965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altLang="en-US" sz="2800" dirty="0"/>
              <a:t>Assumption of liability is generally </a:t>
            </a:r>
            <a:r>
              <a:rPr lang="en-US" altLang="en-US" sz="2800" b="1" dirty="0"/>
              <a:t>NOT treated </a:t>
            </a:r>
            <a:r>
              <a:rPr lang="en-US" altLang="en-US" sz="2800" dirty="0"/>
              <a:t>as boot. §357(a).</a:t>
            </a:r>
          </a:p>
          <a:p>
            <a:r>
              <a:rPr lang="en-US" altLang="en-US" sz="2800" b="1" dirty="0"/>
              <a:t>But </a:t>
            </a:r>
            <a:r>
              <a:rPr lang="en-US" altLang="en-US" sz="2800" dirty="0"/>
              <a:t>assumption of liability </a:t>
            </a:r>
            <a:r>
              <a:rPr lang="en-US" altLang="en-US" sz="2800" b="1" dirty="0"/>
              <a:t>is treated </a:t>
            </a:r>
            <a:r>
              <a:rPr lang="en-US" altLang="en-US" sz="2800" dirty="0"/>
              <a:t>as boot if tax avoidance/non-bona fide business purposes. §357(b)</a:t>
            </a:r>
          </a:p>
          <a:p>
            <a:r>
              <a:rPr lang="en-US" altLang="en-US" sz="2800" dirty="0"/>
              <a:t>If the sum of liabilities assumed exceeds the total adjusted bases of property transferred, </a:t>
            </a:r>
            <a:r>
              <a:rPr lang="en-US" altLang="en-US" sz="2800" b="1" dirty="0"/>
              <a:t>the excess</a:t>
            </a:r>
            <a:r>
              <a:rPr lang="en-US" altLang="en-US" sz="2800" dirty="0"/>
              <a:t> is a gain from the S/X of property. §357(c).</a:t>
            </a:r>
          </a:p>
          <a:p>
            <a:pPr lvl="1"/>
            <a:r>
              <a:rPr lang="en-US" altLang="en-US" sz="2400" dirty="0"/>
              <a:t>Note:  Section 357(c) applies regardless whether any gain is realized upon the transfer of property</a:t>
            </a:r>
          </a:p>
          <a:p>
            <a:pPr lvl="1"/>
            <a:r>
              <a:rPr lang="en-US" altLang="en-US" sz="2400" b="1" dirty="0"/>
              <a:t>But l</a:t>
            </a:r>
            <a:r>
              <a:rPr lang="en-US" altLang="en-US" sz="2400" dirty="0"/>
              <a:t>iabilities in excess of basis </a:t>
            </a:r>
            <a:r>
              <a:rPr lang="en-US" altLang="en-US" sz="2400" b="1" dirty="0"/>
              <a:t>are not treated </a:t>
            </a:r>
            <a:r>
              <a:rPr lang="en-US" altLang="en-US" sz="2400" dirty="0"/>
              <a:t>as boot if they would give rise to a deduction. §357(c)(3).  </a:t>
            </a:r>
          </a:p>
          <a:p>
            <a:pPr lvl="2"/>
            <a:r>
              <a:rPr lang="en-US" altLang="en-US" sz="2400" dirty="0"/>
              <a:t>This is intended to permit the tax-free incorporation of a cash basis taxpayer who transfers payables that are greater than the AB of the transferred property.  </a:t>
            </a:r>
          </a:p>
          <a:p>
            <a:endParaRPr lang="en-US" dirty="0"/>
          </a:p>
        </p:txBody>
      </p:sp>
      <p:sp>
        <p:nvSpPr>
          <p:cNvPr id="3" name="Title 2"/>
          <p:cNvSpPr>
            <a:spLocks noGrp="1"/>
          </p:cNvSpPr>
          <p:nvPr>
            <p:ph type="title"/>
          </p:nvPr>
        </p:nvSpPr>
        <p:spPr/>
        <p:txBody>
          <a:bodyPr/>
          <a:lstStyle/>
          <a:p>
            <a:r>
              <a:rPr lang="en-US" altLang="en-US" dirty="0"/>
              <a:t>Transfers to Controlled Corporations: Assumption of Liabilities</a:t>
            </a:r>
            <a:endParaRPr lang="en-US" dirty="0"/>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21</a:t>
            </a:fld>
            <a:endParaRPr lang="en-US" altLang="en-US" dirty="0"/>
          </a:p>
        </p:txBody>
      </p:sp>
      <p:sp>
        <p:nvSpPr>
          <p:cNvPr id="6" name="Footer Placeholder 5"/>
          <p:cNvSpPr>
            <a:spLocks noGrp="1"/>
          </p:cNvSpPr>
          <p:nvPr>
            <p:ph type="ftr" sz="quarter" idx="11"/>
          </p:nvPr>
        </p:nvSpPr>
        <p:spPr/>
        <p:txBody>
          <a:bodyPr/>
          <a:lstStyle/>
          <a:p>
            <a:pPr>
              <a:defRPr/>
            </a:pPr>
            <a:r>
              <a:rPr lang="en-US"/>
              <a:t>351 Transactions</a:t>
            </a:r>
            <a:endParaRPr lang="en-US" dirty="0"/>
          </a:p>
        </p:txBody>
      </p:sp>
    </p:spTree>
    <p:extLst>
      <p:ext uri="{BB962C8B-B14F-4D97-AF65-F5344CB8AC3E}">
        <p14:creationId xmlns:p14="http://schemas.microsoft.com/office/powerpoint/2010/main" val="445390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D1685E4-245A-2E41-B702-0EDA07A468B3}"/>
              </a:ext>
            </a:extLst>
          </p:cNvPr>
          <p:cNvSpPr>
            <a:spLocks noGrp="1"/>
          </p:cNvSpPr>
          <p:nvPr>
            <p:ph idx="1"/>
          </p:nvPr>
        </p:nvSpPr>
        <p:spPr/>
        <p:txBody>
          <a:bodyPr>
            <a:normAutofit lnSpcReduction="10000"/>
          </a:bodyPr>
          <a:lstStyle/>
          <a:p>
            <a:r>
              <a:rPr lang="en-US" altLang="en-US" sz="2800" dirty="0"/>
              <a:t>Treatment of Shareholder</a:t>
            </a:r>
          </a:p>
          <a:p>
            <a:pPr lvl="1"/>
            <a:r>
              <a:rPr lang="en-US" altLang="en-US" sz="2400" dirty="0"/>
              <a:t>The assumption of a liability (</a:t>
            </a:r>
            <a:r>
              <a:rPr lang="en-US" altLang="en-US" sz="2400" b="1" dirty="0"/>
              <a:t>except for a liability that would give rise to a deduction</a:t>
            </a:r>
            <a:r>
              <a:rPr lang="en-US" altLang="en-US" sz="2400" dirty="0"/>
              <a:t>) is treated as </a:t>
            </a:r>
            <a:r>
              <a:rPr lang="en-US" altLang="en-US" sz="2400" b="1" dirty="0"/>
              <a:t>money received by transferor </a:t>
            </a:r>
            <a:r>
              <a:rPr lang="en-US" altLang="en-US" sz="2400" dirty="0"/>
              <a:t>for purposes of determining the transferor’s basis in the stock received (thus requiring a reduction in the basis of the shares received).  §358(d)(1).</a:t>
            </a:r>
          </a:p>
          <a:p>
            <a:endParaRPr lang="en-US" altLang="en-US" sz="2800" dirty="0"/>
          </a:p>
          <a:p>
            <a:r>
              <a:rPr lang="en-US" altLang="en-US" sz="2800" b="1" dirty="0"/>
              <a:t>Example</a:t>
            </a:r>
            <a:r>
              <a:rPr lang="en-US" altLang="en-US" sz="2800" dirty="0"/>
              <a:t>: A transfers property with an AB of $100, a FMV of $200 and subject to a $50 liability, to his newly formed, wholly owned C Corp in exchange for shares of C Corp.  </a:t>
            </a:r>
          </a:p>
          <a:p>
            <a:pPr lvl="1"/>
            <a:r>
              <a:rPr lang="en-US" altLang="en-US" sz="2400" dirty="0"/>
              <a:t>What’s A’s basis in the shares? §358(a) and (d)(1).</a:t>
            </a:r>
          </a:p>
          <a:p>
            <a:pPr lvl="1"/>
            <a:r>
              <a:rPr lang="en-US" altLang="en-US" sz="2400" dirty="0"/>
              <a:t>Is the BIG preserved at the SH level?</a:t>
            </a:r>
          </a:p>
          <a:p>
            <a:pPr lvl="2"/>
            <a:r>
              <a:rPr lang="en-US" altLang="en-US" sz="2400" dirty="0"/>
              <a:t>What the value of the shares?</a:t>
            </a:r>
          </a:p>
          <a:p>
            <a:pPr lvl="2"/>
            <a:r>
              <a:rPr lang="en-US" altLang="en-US" sz="2400" dirty="0"/>
              <a:t>What’s their basis?</a:t>
            </a:r>
          </a:p>
          <a:p>
            <a:pPr lvl="1"/>
            <a:r>
              <a:rPr lang="en-US" altLang="en-US" sz="2400" dirty="0"/>
              <a:t>At the C Corp level?</a:t>
            </a:r>
          </a:p>
          <a:p>
            <a:endParaRPr lang="en-US" dirty="0"/>
          </a:p>
        </p:txBody>
      </p:sp>
      <p:sp>
        <p:nvSpPr>
          <p:cNvPr id="3" name="Title 2">
            <a:extLst>
              <a:ext uri="{FF2B5EF4-FFF2-40B4-BE49-F238E27FC236}">
                <a16:creationId xmlns:a16="http://schemas.microsoft.com/office/drawing/2014/main" id="{C24B2227-7BCB-4D47-B5A1-503D061A28B6}"/>
              </a:ext>
            </a:extLst>
          </p:cNvPr>
          <p:cNvSpPr>
            <a:spLocks noGrp="1"/>
          </p:cNvSpPr>
          <p:nvPr>
            <p:ph type="title"/>
          </p:nvPr>
        </p:nvSpPr>
        <p:spPr/>
        <p:txBody>
          <a:bodyPr/>
          <a:lstStyle/>
          <a:p>
            <a:r>
              <a:rPr lang="en-US" altLang="en-US" dirty="0"/>
              <a:t>Transfers to Controlled Corporations: Assumption of Liabilities</a:t>
            </a:r>
            <a:endParaRPr lang="en-US" dirty="0"/>
          </a:p>
        </p:txBody>
      </p:sp>
      <p:sp>
        <p:nvSpPr>
          <p:cNvPr id="4" name="Slide Number Placeholder 3">
            <a:extLst>
              <a:ext uri="{FF2B5EF4-FFF2-40B4-BE49-F238E27FC236}">
                <a16:creationId xmlns:a16="http://schemas.microsoft.com/office/drawing/2014/main" id="{F4985CF2-58A9-E646-A061-B6EF9973876B}"/>
              </a:ext>
            </a:extLst>
          </p:cNvPr>
          <p:cNvSpPr>
            <a:spLocks noGrp="1"/>
          </p:cNvSpPr>
          <p:nvPr>
            <p:ph type="sldNum" sz="quarter" idx="10"/>
          </p:nvPr>
        </p:nvSpPr>
        <p:spPr/>
        <p:txBody>
          <a:bodyPr/>
          <a:lstStyle/>
          <a:p>
            <a:fld id="{7B3E355C-57B9-BC4B-95D8-406A1F834537}" type="slidenum">
              <a:rPr lang="en-US" altLang="en-US" smtClean="0"/>
              <a:pPr/>
              <a:t>22</a:t>
            </a:fld>
            <a:endParaRPr lang="en-US" altLang="en-US" dirty="0"/>
          </a:p>
        </p:txBody>
      </p:sp>
      <p:sp>
        <p:nvSpPr>
          <p:cNvPr id="5" name="Footer Placeholder 4">
            <a:extLst>
              <a:ext uri="{FF2B5EF4-FFF2-40B4-BE49-F238E27FC236}">
                <a16:creationId xmlns:a16="http://schemas.microsoft.com/office/drawing/2014/main" id="{D4D5A7B9-18B4-F840-9EB3-ED7CA3389B85}"/>
              </a:ext>
            </a:extLst>
          </p:cNvPr>
          <p:cNvSpPr>
            <a:spLocks noGrp="1"/>
          </p:cNvSpPr>
          <p:nvPr>
            <p:ph type="ftr" sz="quarter" idx="11"/>
          </p:nvPr>
        </p:nvSpPr>
        <p:spPr/>
        <p:txBody>
          <a:bodyPr/>
          <a:lstStyle/>
          <a:p>
            <a:pPr>
              <a:defRPr/>
            </a:pPr>
            <a:r>
              <a:rPr lang="en-US"/>
              <a:t>351 Transactions</a:t>
            </a:r>
            <a:endParaRPr lang="en-US" dirty="0"/>
          </a:p>
        </p:txBody>
      </p:sp>
    </p:spTree>
    <p:extLst>
      <p:ext uri="{BB962C8B-B14F-4D97-AF65-F5344CB8AC3E}">
        <p14:creationId xmlns:p14="http://schemas.microsoft.com/office/powerpoint/2010/main" val="144473899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sz="3200" dirty="0" err="1"/>
              <a:t>TP</a:t>
            </a:r>
            <a:r>
              <a:rPr lang="en-US" sz="3200" dirty="0"/>
              <a:t> transfers property with an AB of 1,000, </a:t>
            </a:r>
            <a:r>
              <a:rPr lang="en-US" sz="3200" dirty="0" err="1"/>
              <a:t>FMV</a:t>
            </a:r>
            <a:r>
              <a:rPr lang="en-US" sz="3200" dirty="0"/>
              <a:t> of 2,000 subject to a liability of 1,200 to his newly formed, wholly-owned corporation.  Result?</a:t>
            </a:r>
          </a:p>
          <a:p>
            <a:pPr lvl="1"/>
            <a:r>
              <a:rPr lang="en-US" sz="2800" dirty="0"/>
              <a:t>Now assume that </a:t>
            </a:r>
            <a:r>
              <a:rPr lang="en-US" sz="2800" dirty="0" err="1"/>
              <a:t>TP</a:t>
            </a:r>
            <a:r>
              <a:rPr lang="en-US" sz="2800" dirty="0"/>
              <a:t> also transfers to the corporation his personal note of 200.  </a:t>
            </a:r>
          </a:p>
          <a:p>
            <a:pPr lvl="2"/>
            <a:r>
              <a:rPr lang="en-US" sz="2800" dirty="0"/>
              <a:t>Result?  What’s the </a:t>
            </a:r>
            <a:r>
              <a:rPr lang="en-US" sz="2800" dirty="0" err="1"/>
              <a:t>TP’s</a:t>
            </a:r>
            <a:r>
              <a:rPr lang="en-US" sz="2800" dirty="0"/>
              <a:t> basis in his personal note?  </a:t>
            </a:r>
          </a:p>
          <a:p>
            <a:pPr lvl="3"/>
            <a:r>
              <a:rPr lang="en-US" sz="2800" i="1" dirty="0" err="1"/>
              <a:t>Lessinger</a:t>
            </a:r>
            <a:r>
              <a:rPr lang="en-US" sz="2800" i="1" dirty="0"/>
              <a:t>: </a:t>
            </a:r>
            <a:r>
              <a:rPr lang="en-US" altLang="en-US" sz="2800" dirty="0"/>
              <a:t>§</a:t>
            </a:r>
            <a:r>
              <a:rPr lang="en-US" sz="2800" dirty="0"/>
              <a:t>357(c): “total of the </a:t>
            </a:r>
            <a:r>
              <a:rPr lang="en-US" sz="2800" i="1" dirty="0"/>
              <a:t>adjusted basis</a:t>
            </a:r>
            <a:r>
              <a:rPr lang="en-US" sz="2800" dirty="0"/>
              <a:t>” refers to the </a:t>
            </a:r>
            <a:r>
              <a:rPr lang="en-US" sz="2800" i="1" dirty="0"/>
              <a:t>transferee’s </a:t>
            </a:r>
            <a:r>
              <a:rPr lang="en-US" sz="2800" dirty="0"/>
              <a:t>[corporation’s]</a:t>
            </a:r>
            <a:r>
              <a:rPr lang="en-US" sz="2800" i="1" dirty="0"/>
              <a:t> basis</a:t>
            </a:r>
            <a:r>
              <a:rPr lang="en-US" sz="2800" dirty="0"/>
              <a:t>, and note has a basis equal to its face amount</a:t>
            </a:r>
            <a:endParaRPr lang="en-US" sz="2800" i="1" dirty="0"/>
          </a:p>
          <a:p>
            <a:pPr lvl="3"/>
            <a:r>
              <a:rPr lang="en-US" sz="2800" i="1" dirty="0" err="1"/>
              <a:t>Peracchi</a:t>
            </a:r>
            <a:r>
              <a:rPr lang="en-US" sz="2800" i="1" dirty="0"/>
              <a:t>:</a:t>
            </a:r>
            <a:r>
              <a:rPr lang="en-US" sz="2800" dirty="0"/>
              <a:t> </a:t>
            </a:r>
            <a:r>
              <a:rPr lang="en-US" sz="2800" i="1" dirty="0"/>
              <a:t>Transferor </a:t>
            </a:r>
            <a:r>
              <a:rPr lang="en-US" sz="2800" dirty="0"/>
              <a:t>has face amount of basis in personal note</a:t>
            </a:r>
          </a:p>
        </p:txBody>
      </p:sp>
      <p:sp>
        <p:nvSpPr>
          <p:cNvPr id="3" name="Title 2"/>
          <p:cNvSpPr>
            <a:spLocks noGrp="1"/>
          </p:cNvSpPr>
          <p:nvPr>
            <p:ph type="title"/>
          </p:nvPr>
        </p:nvSpPr>
        <p:spPr/>
        <p:txBody>
          <a:bodyPr/>
          <a:lstStyle/>
          <a:p>
            <a:r>
              <a:rPr lang="en-US" altLang="en-US" dirty="0"/>
              <a:t>Transfers to Controlled Corporations: Assumption of Liabilities</a:t>
            </a:r>
            <a:endParaRPr lang="en-US" dirty="0"/>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23</a:t>
            </a:fld>
            <a:endParaRPr lang="en-US" altLang="en-US" dirty="0"/>
          </a:p>
        </p:txBody>
      </p:sp>
      <p:sp>
        <p:nvSpPr>
          <p:cNvPr id="6" name="Footer Placeholder 5"/>
          <p:cNvSpPr>
            <a:spLocks noGrp="1"/>
          </p:cNvSpPr>
          <p:nvPr>
            <p:ph type="ftr" sz="quarter" idx="11"/>
          </p:nvPr>
        </p:nvSpPr>
        <p:spPr/>
        <p:txBody>
          <a:bodyPr/>
          <a:lstStyle/>
          <a:p>
            <a:pPr>
              <a:defRPr/>
            </a:pPr>
            <a:r>
              <a:rPr lang="en-US"/>
              <a:t>351 Transactions</a:t>
            </a:r>
            <a:endParaRPr lang="en-US" dirty="0"/>
          </a:p>
        </p:txBody>
      </p:sp>
    </p:spTree>
    <p:extLst>
      <p:ext uri="{BB962C8B-B14F-4D97-AF65-F5344CB8AC3E}">
        <p14:creationId xmlns:p14="http://schemas.microsoft.com/office/powerpoint/2010/main" val="19888289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5" name="Rectangle 3"/>
          <p:cNvSpPr>
            <a:spLocks noGrp="1" noChangeArrowheads="1"/>
          </p:cNvSpPr>
          <p:nvPr>
            <p:ph idx="1"/>
          </p:nvPr>
        </p:nvSpPr>
        <p:spPr/>
        <p:txBody>
          <a:bodyPr/>
          <a:lstStyle/>
          <a:p>
            <a:pPr eaLnBrk="1" hangingPunct="1">
              <a:buFontTx/>
              <a:buNone/>
            </a:pPr>
            <a:r>
              <a:rPr lang="en-US" altLang="en-US" sz="2400" dirty="0"/>
              <a:t> </a:t>
            </a:r>
          </a:p>
        </p:txBody>
      </p:sp>
      <p:sp>
        <p:nvSpPr>
          <p:cNvPr id="20484" name="Rectangle 2"/>
          <p:cNvSpPr>
            <a:spLocks noGrp="1" noChangeArrowheads="1"/>
          </p:cNvSpPr>
          <p:nvPr>
            <p:ph type="title"/>
          </p:nvPr>
        </p:nvSpPr>
        <p:spPr/>
        <p:txBody>
          <a:bodyPr/>
          <a:lstStyle/>
          <a:p>
            <a:r>
              <a:rPr lang="en-US" altLang="en-US" dirty="0"/>
              <a:t>Transfers to Controlled Corporations: Assumption of Liabilities and </a:t>
            </a:r>
            <a:r>
              <a:rPr lang="en-US" altLang="en-US" b="1" dirty="0"/>
              <a:t>Rev. Rul. 80-198</a:t>
            </a:r>
            <a:endParaRPr lang="en-US" altLang="en-US" dirty="0"/>
          </a:p>
        </p:txBody>
      </p:sp>
      <p:sp>
        <p:nvSpPr>
          <p:cNvPr id="20483" name="Slide Number Placeholder 5"/>
          <p:cNvSpPr>
            <a:spLocks noGrp="1"/>
          </p:cNvSpPr>
          <p:nvPr>
            <p:ph type="sldNum"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fld id="{629BBEDA-2B1E-0744-8A88-6826FE0F9710}" type="slidenum">
              <a:rPr lang="en-US" altLang="en-US">
                <a:latin typeface="Times" charset="0"/>
              </a:rPr>
              <a:pPr/>
              <a:t>24</a:t>
            </a:fld>
            <a:endParaRPr lang="en-US" altLang="en-US">
              <a:latin typeface="Times" charset="0"/>
            </a:endParaRPr>
          </a:p>
        </p:txBody>
      </p:sp>
      <p:sp>
        <p:nvSpPr>
          <p:cNvPr id="20486" name="Oval 4"/>
          <p:cNvSpPr>
            <a:spLocks noChangeArrowheads="1"/>
          </p:cNvSpPr>
          <p:nvPr/>
        </p:nvSpPr>
        <p:spPr bwMode="auto">
          <a:xfrm>
            <a:off x="6050281" y="1423735"/>
            <a:ext cx="990600" cy="914400"/>
          </a:xfrm>
          <a:prstGeom prst="ellipse">
            <a:avLst/>
          </a:prstGeom>
          <a:solidFill>
            <a:schemeClr val="accent3">
              <a:lumMod val="10000"/>
              <a:lumOff val="90000"/>
            </a:schemeClr>
          </a:solidFill>
          <a:ln w="9525">
            <a:solidFill>
              <a:schemeClr val="tx1"/>
            </a:solidFill>
            <a:round/>
            <a:headEnd/>
            <a:tailEnd/>
          </a:ln>
        </p:spPr>
        <p:txBody>
          <a:bodyPr wrap="none" anchor="ct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b="1"/>
              <a:t>Doctor</a:t>
            </a:r>
            <a:endParaRPr lang="en-US" altLang="en-US"/>
          </a:p>
        </p:txBody>
      </p:sp>
      <p:sp>
        <p:nvSpPr>
          <p:cNvPr id="20487" name="Rectangle 5"/>
          <p:cNvSpPr>
            <a:spLocks noChangeArrowheads="1"/>
          </p:cNvSpPr>
          <p:nvPr/>
        </p:nvSpPr>
        <p:spPr bwMode="auto">
          <a:xfrm>
            <a:off x="5821681" y="3481135"/>
            <a:ext cx="1447800" cy="1066800"/>
          </a:xfrm>
          <a:prstGeom prst="rect">
            <a:avLst/>
          </a:prstGeom>
          <a:solidFill>
            <a:schemeClr val="accent1">
              <a:lumMod val="20000"/>
              <a:lumOff val="80000"/>
            </a:schemeClr>
          </a:solidFill>
          <a:ln w="9525">
            <a:solidFill>
              <a:schemeClr val="tx1"/>
            </a:solidFill>
            <a:miter lim="800000"/>
            <a:headEnd/>
            <a:tailEnd/>
          </a:ln>
        </p:spPr>
        <p:txBody>
          <a:bodyPr wrap="none" anchor="ct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2000" b="1" dirty="0"/>
              <a:t>C Corp</a:t>
            </a:r>
            <a:endParaRPr lang="en-US" altLang="en-US" sz="2000" dirty="0"/>
          </a:p>
        </p:txBody>
      </p:sp>
      <p:cxnSp>
        <p:nvCxnSpPr>
          <p:cNvPr id="20488" name="AutoShape 6"/>
          <p:cNvCxnSpPr>
            <a:cxnSpLocks noChangeShapeType="1"/>
            <a:stCxn id="20486" idx="4"/>
            <a:endCxn id="20487" idx="0"/>
          </p:cNvCxnSpPr>
          <p:nvPr/>
        </p:nvCxnSpPr>
        <p:spPr bwMode="auto">
          <a:xfrm>
            <a:off x="6545581" y="2338135"/>
            <a:ext cx="0" cy="114300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20489" name="AutoShape 9"/>
          <p:cNvCxnSpPr>
            <a:cxnSpLocks noChangeShapeType="1"/>
            <a:stCxn id="20486" idx="2"/>
            <a:endCxn id="20487" idx="1"/>
          </p:cNvCxnSpPr>
          <p:nvPr/>
        </p:nvCxnSpPr>
        <p:spPr bwMode="auto">
          <a:xfrm rot="10800000" flipV="1">
            <a:off x="5821681" y="1880935"/>
            <a:ext cx="228600" cy="2133600"/>
          </a:xfrm>
          <a:prstGeom prst="bentConnector3">
            <a:avLst>
              <a:gd name="adj1" fmla="val 200000"/>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sp>
        <p:nvSpPr>
          <p:cNvPr id="20490" name="Rectangle 10"/>
          <p:cNvSpPr>
            <a:spLocks noChangeArrowheads="1"/>
          </p:cNvSpPr>
          <p:nvPr/>
        </p:nvSpPr>
        <p:spPr bwMode="auto">
          <a:xfrm>
            <a:off x="7726681" y="2776285"/>
            <a:ext cx="1066800" cy="342900"/>
          </a:xfrm>
          <a:prstGeom prst="rect">
            <a:avLst/>
          </a:prstGeom>
          <a:noFill/>
          <a:ln w="63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r>
              <a:rPr lang="en-US" altLang="en-US" sz="1600" b="1"/>
              <a:t>Shares</a:t>
            </a:r>
            <a:endParaRPr lang="en-US" altLang="en-US"/>
          </a:p>
        </p:txBody>
      </p:sp>
      <p:sp>
        <p:nvSpPr>
          <p:cNvPr id="20491" name="Rectangle 13"/>
          <p:cNvSpPr>
            <a:spLocks noChangeArrowheads="1"/>
          </p:cNvSpPr>
          <p:nvPr/>
        </p:nvSpPr>
        <p:spPr bwMode="auto">
          <a:xfrm>
            <a:off x="402336" y="1600515"/>
            <a:ext cx="5033583" cy="2246769"/>
          </a:xfrm>
          <a:prstGeom prst="rect">
            <a:avLst/>
          </a:prstGeom>
          <a:noFill/>
          <a:ln w="6350">
            <a:noFill/>
            <a:miter lim="800000"/>
            <a:headEnd/>
            <a:tailEnd/>
          </a:ln>
          <a:extLst>
            <a:ext uri="{909E8E84-426E-40DD-AFC4-6F175D3DCCD1}">
              <a14:hiddenFill xmlns:a14="http://schemas.microsoft.com/office/drawing/2010/main">
                <a:solidFill>
                  <a:srgbClr val="FFFFFF"/>
                </a:solidFill>
              </a14:hiddenFill>
            </a:ext>
          </a:extLst>
        </p:spPr>
        <p:txBody>
          <a:bodyPr wrap="square" anchor="ctr">
            <a:spAutoFit/>
          </a:bodyPr>
          <a:lstStyle>
            <a:lvl1pPr>
              <a:defRPr>
                <a:solidFill>
                  <a:schemeClr val="tx1"/>
                </a:solidFill>
                <a:latin typeface="Arial" charset="0"/>
              </a:defRPr>
            </a:lvl1pPr>
            <a:lvl2pPr marL="287338">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2000" b="1" u="sng" dirty="0"/>
              <a:t>Transfer to C Corp</a:t>
            </a:r>
            <a:endParaRPr lang="en-US" altLang="en-US" sz="2000" b="1" dirty="0"/>
          </a:p>
          <a:p>
            <a:pPr algn="ctr"/>
            <a:r>
              <a:rPr lang="en-US" altLang="en-US" sz="2000" dirty="0"/>
              <a:t>Tangible Assets (AB 30K, FMV 40K)</a:t>
            </a:r>
          </a:p>
          <a:p>
            <a:pPr algn="ctr"/>
            <a:r>
              <a:rPr lang="en-US" altLang="en-US" sz="2000" dirty="0"/>
              <a:t>Trade Account Rec ( AB 0, FMV 20K)</a:t>
            </a:r>
          </a:p>
          <a:p>
            <a:pPr algn="ctr"/>
            <a:endParaRPr lang="en-US" altLang="en-US" sz="2000" b="1" u="sng" dirty="0"/>
          </a:p>
          <a:p>
            <a:pPr algn="ctr"/>
            <a:r>
              <a:rPr lang="en-US" altLang="en-US" sz="2000" b="1" u="sng" dirty="0"/>
              <a:t>Liabilities Assumed</a:t>
            </a:r>
          </a:p>
          <a:p>
            <a:pPr algn="ctr"/>
            <a:r>
              <a:rPr lang="en-US" altLang="en-US" sz="2000" dirty="0"/>
              <a:t>Trade Acc. Payable (10K)</a:t>
            </a:r>
          </a:p>
          <a:p>
            <a:pPr algn="ctr"/>
            <a:r>
              <a:rPr lang="en-US" altLang="en-US" sz="2000" dirty="0"/>
              <a:t>Mortgage (10K)</a:t>
            </a:r>
            <a:endParaRPr lang="en-US" altLang="en-US" sz="2400" dirty="0"/>
          </a:p>
        </p:txBody>
      </p:sp>
      <p:cxnSp>
        <p:nvCxnSpPr>
          <p:cNvPr id="20492" name="AutoShape 15"/>
          <p:cNvCxnSpPr>
            <a:cxnSpLocks noChangeShapeType="1"/>
            <a:stCxn id="20487" idx="3"/>
            <a:endCxn id="20486" idx="6"/>
          </p:cNvCxnSpPr>
          <p:nvPr/>
        </p:nvCxnSpPr>
        <p:spPr bwMode="auto">
          <a:xfrm flipH="1" flipV="1">
            <a:off x="7040881" y="1880935"/>
            <a:ext cx="228600" cy="2133600"/>
          </a:xfrm>
          <a:prstGeom prst="bentConnector3">
            <a:avLst>
              <a:gd name="adj1" fmla="val -100000"/>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sp>
        <p:nvSpPr>
          <p:cNvPr id="3" name="TextBox 2"/>
          <p:cNvSpPr txBox="1"/>
          <p:nvPr/>
        </p:nvSpPr>
        <p:spPr>
          <a:xfrm>
            <a:off x="3852971" y="5081335"/>
            <a:ext cx="5299495" cy="1200329"/>
          </a:xfrm>
          <a:prstGeom prst="rect">
            <a:avLst/>
          </a:prstGeom>
          <a:noFill/>
          <a:ln w="28575">
            <a:solidFill>
              <a:schemeClr val="accent1"/>
            </a:solidFill>
          </a:ln>
        </p:spPr>
        <p:txBody>
          <a:bodyPr wrap="square" rtlCol="0">
            <a:spAutoFit/>
          </a:bodyPr>
          <a:lstStyle/>
          <a:p>
            <a:pPr marL="285750" indent="-285750">
              <a:buFont typeface="Arial" charset="0"/>
              <a:buChar char="•"/>
            </a:pPr>
            <a:r>
              <a:rPr lang="en-US" dirty="0"/>
              <a:t>What’s the Doctor’s basis in the C Corp shares?</a:t>
            </a:r>
          </a:p>
          <a:p>
            <a:pPr marL="285750" indent="-285750">
              <a:buFont typeface="Arial" charset="0"/>
              <a:buChar char="•"/>
            </a:pPr>
            <a:r>
              <a:rPr lang="en-US" dirty="0"/>
              <a:t>What’s the value of the C Corp shares?</a:t>
            </a:r>
          </a:p>
          <a:p>
            <a:pPr marL="285750" indent="-285750">
              <a:buFont typeface="Arial" charset="0"/>
              <a:buChar char="•"/>
            </a:pPr>
            <a:r>
              <a:rPr lang="en-US" dirty="0"/>
              <a:t>If </a:t>
            </a:r>
            <a:r>
              <a:rPr lang="en-US" altLang="en-US" sz="1800" dirty="0"/>
              <a:t>§3</a:t>
            </a:r>
            <a:r>
              <a:rPr lang="en-US" dirty="0"/>
              <a:t>57(c)(3) didn’t exist, what would be the Doctor’s basis in the shares of C Corp?</a:t>
            </a:r>
          </a:p>
        </p:txBody>
      </p:sp>
      <p:sp>
        <p:nvSpPr>
          <p:cNvPr id="4" name="Footer Placeholder 3"/>
          <p:cNvSpPr>
            <a:spLocks noGrp="1"/>
          </p:cNvSpPr>
          <p:nvPr>
            <p:ph type="ftr" sz="quarter" idx="11"/>
          </p:nvPr>
        </p:nvSpPr>
        <p:spPr/>
        <p:txBody>
          <a:bodyPr/>
          <a:lstStyle/>
          <a:p>
            <a:pPr>
              <a:defRPr/>
            </a:pPr>
            <a:r>
              <a:rPr lang="en-US"/>
              <a:t>351 Transactions</a:t>
            </a:r>
            <a:endParaRPr lang="en-US" dirty="0"/>
          </a:p>
        </p:txBody>
      </p:sp>
    </p:spTree>
    <p:extLst>
      <p:ext uri="{BB962C8B-B14F-4D97-AF65-F5344CB8AC3E}">
        <p14:creationId xmlns:p14="http://schemas.microsoft.com/office/powerpoint/2010/main" val="2027733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ext Placeholder 9"/>
          <p:cNvSpPr>
            <a:spLocks noGrp="1"/>
          </p:cNvSpPr>
          <p:nvPr>
            <p:ph type="body" idx="1"/>
          </p:nvPr>
        </p:nvSpPr>
        <p:spPr/>
        <p:txBody>
          <a:bodyPr/>
          <a:lstStyle/>
          <a:p>
            <a:r>
              <a:rPr lang="en-US" dirty="0"/>
              <a:t>Transaction Structure</a:t>
            </a:r>
          </a:p>
        </p:txBody>
      </p:sp>
      <p:sp>
        <p:nvSpPr>
          <p:cNvPr id="11" name="Text Placeholder 10"/>
          <p:cNvSpPr>
            <a:spLocks noGrp="1"/>
          </p:cNvSpPr>
          <p:nvPr>
            <p:ph type="body" idx="19"/>
          </p:nvPr>
        </p:nvSpPr>
        <p:spPr/>
        <p:txBody>
          <a:bodyPr/>
          <a:lstStyle/>
          <a:p>
            <a:r>
              <a:rPr lang="en-US" dirty="0"/>
              <a:t>Transactions</a:t>
            </a:r>
          </a:p>
        </p:txBody>
      </p:sp>
      <p:sp>
        <p:nvSpPr>
          <p:cNvPr id="13" name="Content Placeholder 12"/>
          <p:cNvSpPr>
            <a:spLocks noGrp="1"/>
          </p:cNvSpPr>
          <p:nvPr>
            <p:ph sz="quarter" idx="21"/>
          </p:nvPr>
        </p:nvSpPr>
        <p:spPr>
          <a:xfrm>
            <a:off x="6299200" y="1261533"/>
            <a:ext cx="5388864" cy="4889401"/>
          </a:xfrm>
        </p:spPr>
        <p:txBody>
          <a:bodyPr>
            <a:normAutofit fontScale="92500" lnSpcReduction="20000"/>
          </a:bodyPr>
          <a:lstStyle/>
          <a:p>
            <a:pPr>
              <a:buFont typeface="Wingdings" charset="2"/>
              <a:buChar char="§"/>
              <a:defRPr/>
            </a:pPr>
            <a:r>
              <a:rPr lang="en-US" sz="2400" dirty="0"/>
              <a:t>In Y1, P Corp transfer to Sub Corp (a C Corp):</a:t>
            </a:r>
          </a:p>
          <a:p>
            <a:pPr lvl="1">
              <a:buFont typeface="Wingdings" charset="2"/>
              <a:buChar char="§"/>
              <a:defRPr/>
            </a:pPr>
            <a:r>
              <a:rPr lang="en-US" sz="2400" dirty="0"/>
              <a:t>Manufacturing Assets, including plant and land</a:t>
            </a:r>
          </a:p>
          <a:p>
            <a:pPr lvl="1">
              <a:buFont typeface="Wingdings" charset="2"/>
              <a:buChar char="§"/>
              <a:defRPr/>
            </a:pPr>
            <a:r>
              <a:rPr lang="en-US" sz="2400" dirty="0"/>
              <a:t>Sub Corp assumes liabilities of manufacturing business, including </a:t>
            </a:r>
            <a:r>
              <a:rPr lang="en-US" sz="2400" i="1" dirty="0"/>
              <a:t>environmental  liabilities, none of which had been deducted or capitalized</a:t>
            </a:r>
          </a:p>
          <a:p>
            <a:pPr>
              <a:buFont typeface="Wingdings" charset="2"/>
              <a:buChar char="§"/>
              <a:defRPr/>
            </a:pPr>
            <a:r>
              <a:rPr lang="en-US" sz="2400" dirty="0"/>
              <a:t>In Y3, Sub Corp deducts costs of soil and groundwater remediation</a:t>
            </a:r>
          </a:p>
          <a:p>
            <a:pPr>
              <a:buFont typeface="Wingdings" charset="2"/>
              <a:buChar char="§"/>
              <a:defRPr/>
            </a:pPr>
            <a:r>
              <a:rPr lang="en-US" sz="2400" b="1" i="1" dirty="0"/>
              <a:t>Result under </a:t>
            </a:r>
            <a:r>
              <a:rPr lang="en-US" altLang="en-US" sz="2400" b="1" dirty="0"/>
              <a:t>§</a:t>
            </a:r>
            <a:r>
              <a:rPr lang="en-US" sz="2400" b="1" i="1" dirty="0"/>
              <a:t>358 if liabilities qualify under section </a:t>
            </a:r>
            <a:r>
              <a:rPr lang="en-US" altLang="en-US" sz="2400" b="1" i="1" dirty="0"/>
              <a:t>§</a:t>
            </a:r>
            <a:r>
              <a:rPr lang="en-US" sz="2400" b="1" i="1" dirty="0"/>
              <a:t>357(c)(3)?</a:t>
            </a:r>
          </a:p>
          <a:p>
            <a:pPr>
              <a:buFont typeface="Wingdings" charset="2"/>
              <a:buChar char="§"/>
              <a:defRPr/>
            </a:pPr>
            <a:r>
              <a:rPr lang="en-US" sz="2400" b="1" i="1" dirty="0"/>
              <a:t>Assume liabilities = AB = FMV of the property transferred:</a:t>
            </a:r>
          </a:p>
          <a:p>
            <a:pPr lvl="1">
              <a:buFont typeface="Wingdings" charset="2"/>
              <a:buChar char="§"/>
              <a:defRPr/>
            </a:pPr>
            <a:r>
              <a:rPr lang="en-US" sz="2400" b="1" i="1" dirty="0"/>
              <a:t>What’s the value of the stock received?</a:t>
            </a:r>
          </a:p>
          <a:p>
            <a:pPr lvl="1">
              <a:buFont typeface="Wingdings" charset="2"/>
              <a:buChar char="§"/>
              <a:defRPr/>
            </a:pPr>
            <a:r>
              <a:rPr lang="en-US" sz="2400" b="1" i="1" dirty="0"/>
              <a:t>What’s its basis?</a:t>
            </a:r>
          </a:p>
          <a:p>
            <a:endParaRPr lang="en-US" sz="2000" dirty="0"/>
          </a:p>
        </p:txBody>
      </p:sp>
      <p:sp>
        <p:nvSpPr>
          <p:cNvPr id="7" name="Slide Number Placeholder 6"/>
          <p:cNvSpPr>
            <a:spLocks noGrp="1"/>
          </p:cNvSpPr>
          <p:nvPr>
            <p:ph type="sldNum" sz="quarter" idx="22"/>
          </p:nvPr>
        </p:nvSpPr>
        <p:spPr/>
        <p:txBody>
          <a:bodyPr/>
          <a:lstStyle/>
          <a:p>
            <a:fld id="{856F0A94-AD2E-974D-AF6B-04AF335E854A}" type="slidenum">
              <a:rPr lang="en-US" altLang="en-US" smtClean="0"/>
              <a:pPr/>
              <a:t>25</a:t>
            </a:fld>
            <a:endParaRPr lang="en-US" altLang="en-US"/>
          </a:p>
        </p:txBody>
      </p:sp>
      <p:sp>
        <p:nvSpPr>
          <p:cNvPr id="9" name="Title 8"/>
          <p:cNvSpPr>
            <a:spLocks noGrp="1"/>
          </p:cNvSpPr>
          <p:nvPr>
            <p:ph type="title"/>
          </p:nvPr>
        </p:nvSpPr>
        <p:spPr/>
        <p:txBody>
          <a:bodyPr/>
          <a:lstStyle/>
          <a:p>
            <a:r>
              <a:rPr lang="en-US" altLang="en-US" dirty="0"/>
              <a:t>Transfers to Controlled Corporations: Assumption of Liabilities and Rev. Rul. 95-74</a:t>
            </a:r>
            <a:endParaRPr lang="en-US" dirty="0"/>
          </a:p>
        </p:txBody>
      </p:sp>
      <p:sp>
        <p:nvSpPr>
          <p:cNvPr id="14" name="Rectangle 5"/>
          <p:cNvSpPr>
            <a:spLocks noChangeArrowheads="1"/>
          </p:cNvSpPr>
          <p:nvPr/>
        </p:nvSpPr>
        <p:spPr bwMode="auto">
          <a:xfrm>
            <a:off x="2348431" y="3852040"/>
            <a:ext cx="1600200" cy="1066800"/>
          </a:xfrm>
          <a:prstGeom prst="rect">
            <a:avLst/>
          </a:prstGeom>
          <a:solidFill>
            <a:schemeClr val="accent1">
              <a:lumMod val="20000"/>
              <a:lumOff val="80000"/>
            </a:schemeClr>
          </a:solidFill>
          <a:ln w="9525">
            <a:solidFill>
              <a:schemeClr val="tx1"/>
            </a:solidFill>
            <a:miter lim="800000"/>
            <a:headEnd/>
            <a:tailEnd/>
          </a:ln>
        </p:spPr>
        <p:txBody>
          <a:bodyPr wrap="none" anchor="ct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2000" b="1" dirty="0"/>
              <a:t>Sub Corp</a:t>
            </a:r>
            <a:endParaRPr lang="en-US" altLang="en-US" sz="2000" dirty="0"/>
          </a:p>
        </p:txBody>
      </p:sp>
      <p:cxnSp>
        <p:nvCxnSpPr>
          <p:cNvPr id="15" name="AutoShape 7"/>
          <p:cNvCxnSpPr>
            <a:cxnSpLocks noChangeShapeType="1"/>
          </p:cNvCxnSpPr>
          <p:nvPr/>
        </p:nvCxnSpPr>
        <p:spPr bwMode="auto">
          <a:xfrm rot="10800000" flipV="1">
            <a:off x="2348431" y="2175640"/>
            <a:ext cx="152400" cy="2209800"/>
          </a:xfrm>
          <a:prstGeom prst="bentConnector3">
            <a:avLst>
              <a:gd name="adj1" fmla="val 250000"/>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sp>
        <p:nvSpPr>
          <p:cNvPr id="16" name="Rectangle 8"/>
          <p:cNvSpPr>
            <a:spLocks noChangeArrowheads="1"/>
          </p:cNvSpPr>
          <p:nvPr/>
        </p:nvSpPr>
        <p:spPr bwMode="auto">
          <a:xfrm>
            <a:off x="4318000" y="3055219"/>
            <a:ext cx="1066800" cy="342900"/>
          </a:xfrm>
          <a:prstGeom prst="rect">
            <a:avLst/>
          </a:prstGeom>
          <a:noFill/>
          <a:ln w="63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r>
              <a:rPr lang="en-US" altLang="en-US" sz="1600" b="1"/>
              <a:t>Shares</a:t>
            </a:r>
            <a:endParaRPr lang="en-US" altLang="en-US"/>
          </a:p>
        </p:txBody>
      </p:sp>
      <p:cxnSp>
        <p:nvCxnSpPr>
          <p:cNvPr id="17" name="AutoShape 10"/>
          <p:cNvCxnSpPr>
            <a:cxnSpLocks noChangeShapeType="1"/>
          </p:cNvCxnSpPr>
          <p:nvPr/>
        </p:nvCxnSpPr>
        <p:spPr bwMode="auto">
          <a:xfrm flipV="1">
            <a:off x="3948631" y="2175640"/>
            <a:ext cx="12700" cy="2209800"/>
          </a:xfrm>
          <a:prstGeom prst="bentConnector3">
            <a:avLst>
              <a:gd name="adj1" fmla="val 1800000"/>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sp>
        <p:nvSpPr>
          <p:cNvPr id="18" name="Rectangle 11"/>
          <p:cNvSpPr>
            <a:spLocks noChangeArrowheads="1"/>
          </p:cNvSpPr>
          <p:nvPr/>
        </p:nvSpPr>
        <p:spPr bwMode="auto">
          <a:xfrm>
            <a:off x="2500831" y="1642240"/>
            <a:ext cx="1447800" cy="1066800"/>
          </a:xfrm>
          <a:prstGeom prst="rect">
            <a:avLst/>
          </a:prstGeom>
          <a:solidFill>
            <a:schemeClr val="accent3">
              <a:lumMod val="10000"/>
              <a:lumOff val="90000"/>
            </a:schemeClr>
          </a:solidFill>
          <a:ln w="9525">
            <a:solidFill>
              <a:schemeClr val="tx1"/>
            </a:solidFill>
            <a:miter lim="800000"/>
            <a:headEnd/>
            <a:tailEnd/>
          </a:ln>
        </p:spPr>
        <p:txBody>
          <a:bodyPr wrap="none" anchor="ct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2000" b="1" dirty="0"/>
              <a:t>P Corp</a:t>
            </a:r>
            <a:endParaRPr lang="en-US" altLang="en-US" sz="2000" dirty="0"/>
          </a:p>
        </p:txBody>
      </p:sp>
      <p:sp>
        <p:nvSpPr>
          <p:cNvPr id="19" name="Rectangle 8"/>
          <p:cNvSpPr>
            <a:spLocks noChangeArrowheads="1"/>
          </p:cNvSpPr>
          <p:nvPr/>
        </p:nvSpPr>
        <p:spPr bwMode="auto">
          <a:xfrm>
            <a:off x="423780" y="2934282"/>
            <a:ext cx="1466916" cy="584775"/>
          </a:xfrm>
          <a:prstGeom prst="rect">
            <a:avLst/>
          </a:prstGeom>
          <a:noFill/>
          <a:ln w="63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square" anchor="ctr">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r>
              <a:rPr lang="en-US" altLang="en-US" sz="1600" b="1"/>
              <a:t>Assets &amp; Liabilities</a:t>
            </a:r>
            <a:endParaRPr lang="en-US" altLang="en-US" dirty="0"/>
          </a:p>
        </p:txBody>
      </p:sp>
      <p:sp>
        <p:nvSpPr>
          <p:cNvPr id="2" name="Footer Placeholder 1"/>
          <p:cNvSpPr>
            <a:spLocks noGrp="1"/>
          </p:cNvSpPr>
          <p:nvPr>
            <p:ph type="ftr" sz="quarter" idx="23"/>
          </p:nvPr>
        </p:nvSpPr>
        <p:spPr/>
        <p:txBody>
          <a:bodyPr/>
          <a:lstStyle/>
          <a:p>
            <a:pPr>
              <a:defRPr/>
            </a:pPr>
            <a:r>
              <a:rPr lang="en-US"/>
              <a:t>351 Transactions</a:t>
            </a:r>
          </a:p>
        </p:txBody>
      </p:sp>
    </p:spTree>
    <p:extLst>
      <p:ext uri="{BB962C8B-B14F-4D97-AF65-F5344CB8AC3E}">
        <p14:creationId xmlns:p14="http://schemas.microsoft.com/office/powerpoint/2010/main" val="14578597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bg/>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xEl>
                                              <p:pRg st="0" end="0"/>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8"/>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bg/>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
                                            <p:txEl>
                                              <p:pRg st="0" end="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3">
                                            <p:txEl>
                                              <p:pRg st="0" end="0"/>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3">
                                            <p:txEl>
                                              <p:pRg st="1" end="1"/>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3">
                                            <p:txEl>
                                              <p:pRg st="2" end="2"/>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13">
                                            <p:txEl>
                                              <p:pRg st="3" end="3"/>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13">
                                            <p:txEl>
                                              <p:pRg st="4" end="4"/>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13">
                                            <p:txEl>
                                              <p:pRg st="5" end="5"/>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13">
                                            <p:txEl>
                                              <p:pRg st="6" end="6"/>
                                            </p:txEl>
                                          </p:spTgt>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1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build="p" animBg="1"/>
      <p:bldP spid="11" grpId="0" build="p" animBg="1"/>
      <p:bldP spid="14" grpId="0" animBg="1"/>
      <p:bldP spid="16" grpId="0" animBg="1"/>
      <p:bldP spid="18" grpId="0" animBg="1"/>
      <p:bldP spid="19"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Content Placeholder 9"/>
          <p:cNvSpPr>
            <a:spLocks noGrp="1"/>
          </p:cNvSpPr>
          <p:nvPr>
            <p:ph idx="1"/>
          </p:nvPr>
        </p:nvSpPr>
        <p:spPr/>
        <p:txBody>
          <a:bodyPr/>
          <a:lstStyle/>
          <a:p>
            <a:r>
              <a:rPr lang="en-US" sz="2000" dirty="0"/>
              <a:t>Taxpayers assert several business purposes for these transactions. However, the Service and the Treasury are </a:t>
            </a:r>
            <a:r>
              <a:rPr lang="en-US" sz="2000" b="1" dirty="0"/>
              <a:t>not aware of any case in which a taxpayer has shown a legitimate non-tax business reason </a:t>
            </a:r>
            <a:r>
              <a:rPr lang="en-US" sz="2000" dirty="0"/>
              <a:t>to carry out the combination of steps described above. Moreover, the Service and the Treasury believe that any business purposes taxpayers may assert for certain aspects of these transactions are far outweighed by the purpose to generate deductible losses for federal income tax purposes. </a:t>
            </a:r>
          </a:p>
          <a:p>
            <a:endParaRPr lang="en-US" sz="2000" dirty="0"/>
          </a:p>
          <a:p>
            <a:r>
              <a:rPr lang="en-US" sz="2000" dirty="0"/>
              <a:t>The Service will disallow such losses: (1)  the purported section 351 exchange </a:t>
            </a:r>
            <a:r>
              <a:rPr lang="en-US" sz="2000" b="1" dirty="0"/>
              <a:t>lacks sufficient business purpose</a:t>
            </a:r>
            <a:r>
              <a:rPr lang="en-US" sz="2000" dirty="0"/>
              <a:t>; (2)  the transfer isn’t a transfer of property in exchange for stock within the meaning of section 351, but instead  an agency arrangement for the transferor or simply a payment to the transferee for its assumption of a liability; (3) the exchange constitutes an acquisition of control for the principal purpose of tax avoidance within the meaning of section 269(a); (4) the principal purpose of the transferee's assumption of the liability was a purpose to avoid federal income tax or was not a bona fide business purpose within the meaning of section 357(b)(1), and thus the assumption of the liability should be treated as money received by the transferor that reduces its basis in the transferee stock; (6) that the purported loss on the sale of the stock of the transferee corporation is not a bona fide loss as required by section 1.165-1(b); and (7)  the transaction lacks </a:t>
            </a:r>
            <a:r>
              <a:rPr lang="en-US" sz="2000" b="1" dirty="0"/>
              <a:t>sufficient economic substance </a:t>
            </a:r>
            <a:r>
              <a:rPr lang="en-US" sz="2000" dirty="0"/>
              <a:t>to be respected for federal income tax purposes </a:t>
            </a:r>
          </a:p>
        </p:txBody>
      </p:sp>
      <p:sp>
        <p:nvSpPr>
          <p:cNvPr id="9" name="Title 8"/>
          <p:cNvSpPr>
            <a:spLocks noGrp="1"/>
          </p:cNvSpPr>
          <p:nvPr>
            <p:ph type="title"/>
          </p:nvPr>
        </p:nvSpPr>
        <p:spPr/>
        <p:txBody>
          <a:bodyPr/>
          <a:lstStyle/>
          <a:p>
            <a:r>
              <a:rPr lang="en-US" altLang="en-US" dirty="0"/>
              <a:t>Contingent Liability Tax Shelters: Notice 2001-17</a:t>
            </a:r>
            <a:endParaRPr lang="en-US" dirty="0"/>
          </a:p>
        </p:txBody>
      </p:sp>
      <p:sp>
        <p:nvSpPr>
          <p:cNvPr id="6" name="Slide Number Placeholder 5"/>
          <p:cNvSpPr>
            <a:spLocks noGrp="1"/>
          </p:cNvSpPr>
          <p:nvPr>
            <p:ph type="sldNum" sz="quarter" idx="10"/>
          </p:nvPr>
        </p:nvSpPr>
        <p:spPr/>
        <p:txBody>
          <a:bodyPr/>
          <a:lstStyle/>
          <a:p>
            <a:fld id="{856F0A94-AD2E-974D-AF6B-04AF335E854A}" type="slidenum">
              <a:rPr lang="en-US" altLang="en-US" smtClean="0"/>
              <a:pPr/>
              <a:t>26</a:t>
            </a:fld>
            <a:endParaRPr lang="en-US" altLang="en-US"/>
          </a:p>
        </p:txBody>
      </p:sp>
      <p:sp>
        <p:nvSpPr>
          <p:cNvPr id="2" name="Footer Placeholder 1"/>
          <p:cNvSpPr>
            <a:spLocks noGrp="1"/>
          </p:cNvSpPr>
          <p:nvPr>
            <p:ph type="ftr" sz="quarter" idx="11"/>
          </p:nvPr>
        </p:nvSpPr>
        <p:spPr/>
        <p:txBody>
          <a:bodyPr/>
          <a:lstStyle/>
          <a:p>
            <a:pPr>
              <a:defRPr/>
            </a:pPr>
            <a:r>
              <a:rPr lang="en-US"/>
              <a:t>351 Transactions</a:t>
            </a:r>
            <a:endParaRPr lang="en-US" dirty="0"/>
          </a:p>
        </p:txBody>
      </p:sp>
    </p:spTree>
    <p:extLst>
      <p:ext uri="{BB962C8B-B14F-4D97-AF65-F5344CB8AC3E}">
        <p14:creationId xmlns:p14="http://schemas.microsoft.com/office/powerpoint/2010/main" val="98145185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ext Placeholder 9"/>
          <p:cNvSpPr>
            <a:spLocks noGrp="1"/>
          </p:cNvSpPr>
          <p:nvPr>
            <p:ph type="body" idx="1"/>
          </p:nvPr>
        </p:nvSpPr>
        <p:spPr/>
        <p:txBody>
          <a:bodyPr/>
          <a:lstStyle/>
          <a:p>
            <a:r>
              <a:rPr lang="en-US" dirty="0"/>
              <a:t>Transaction Structure</a:t>
            </a:r>
          </a:p>
        </p:txBody>
      </p:sp>
      <p:sp>
        <p:nvSpPr>
          <p:cNvPr id="11" name="Text Placeholder 10"/>
          <p:cNvSpPr>
            <a:spLocks noGrp="1"/>
          </p:cNvSpPr>
          <p:nvPr>
            <p:ph type="body" idx="19"/>
          </p:nvPr>
        </p:nvSpPr>
        <p:spPr/>
        <p:txBody>
          <a:bodyPr/>
          <a:lstStyle/>
          <a:p>
            <a:r>
              <a:rPr lang="en-US" dirty="0"/>
              <a:t>Transactions</a:t>
            </a:r>
          </a:p>
        </p:txBody>
      </p:sp>
      <p:sp>
        <p:nvSpPr>
          <p:cNvPr id="13" name="Content Placeholder 12"/>
          <p:cNvSpPr>
            <a:spLocks noGrp="1"/>
          </p:cNvSpPr>
          <p:nvPr>
            <p:ph sz="quarter" idx="21"/>
          </p:nvPr>
        </p:nvSpPr>
        <p:spPr/>
        <p:txBody>
          <a:bodyPr>
            <a:normAutofit/>
          </a:bodyPr>
          <a:lstStyle/>
          <a:p>
            <a:pPr>
              <a:buFont typeface="Wingdings" charset="2"/>
              <a:buChar char="§"/>
              <a:defRPr/>
            </a:pPr>
            <a:r>
              <a:rPr lang="en-US" sz="2000" dirty="0"/>
              <a:t>After the transfers, </a:t>
            </a:r>
            <a:r>
              <a:rPr lang="en-US" sz="2000" dirty="0" err="1"/>
              <a:t>Garlock</a:t>
            </a:r>
            <a:r>
              <a:rPr lang="en-US" sz="2000" dirty="0"/>
              <a:t> sold its Garrison stock for 500k to two banks and agreed to indemnify the banks against any veil piercing claims for asbestos liabilities. </a:t>
            </a:r>
          </a:p>
          <a:p>
            <a:pPr>
              <a:buFont typeface="Wingdings" charset="2"/>
              <a:buChar char="§"/>
              <a:defRPr/>
            </a:pPr>
            <a:r>
              <a:rPr lang="en-US" sz="2000" dirty="0" err="1"/>
              <a:t>Garlock</a:t>
            </a:r>
            <a:r>
              <a:rPr lang="en-US" sz="2000" dirty="0"/>
              <a:t> claimed that its basis in its Garrison stock was 380mm and thus that it suffered a tax loss of about 378.7mm.</a:t>
            </a:r>
          </a:p>
          <a:p>
            <a:pPr>
              <a:buFont typeface="Wingdings" charset="2"/>
              <a:buChar char="§"/>
              <a:defRPr/>
            </a:pPr>
            <a:r>
              <a:rPr lang="en-US" sz="2000" dirty="0"/>
              <a:t>Technically does the transaction produce the results that </a:t>
            </a:r>
            <a:r>
              <a:rPr lang="en-US" sz="2000" dirty="0" err="1"/>
              <a:t>Coltec</a:t>
            </a:r>
            <a:r>
              <a:rPr lang="en-US" sz="2000" dirty="0"/>
              <a:t> claimed?  Why?</a:t>
            </a:r>
          </a:p>
          <a:p>
            <a:pPr>
              <a:buFont typeface="Wingdings" charset="2"/>
              <a:buChar char="§"/>
              <a:defRPr/>
            </a:pPr>
            <a:r>
              <a:rPr lang="en-US" sz="2000" dirty="0" err="1"/>
              <a:t>Govt’s</a:t>
            </a:r>
            <a:r>
              <a:rPr lang="en-US" sz="2000" dirty="0"/>
              <a:t> arguments:</a:t>
            </a:r>
          </a:p>
          <a:p>
            <a:pPr lvl="1">
              <a:buFont typeface="Wingdings" charset="2"/>
              <a:buChar char="§"/>
              <a:defRPr/>
            </a:pPr>
            <a:r>
              <a:rPr lang="en-US" altLang="en-US" sz="2000" dirty="0"/>
              <a:t>§</a:t>
            </a:r>
            <a:r>
              <a:rPr lang="en-US" sz="2000" dirty="0"/>
              <a:t>357(c)(3)</a:t>
            </a:r>
          </a:p>
          <a:p>
            <a:pPr lvl="1">
              <a:buFont typeface="Wingdings" charset="2"/>
              <a:buChar char="§"/>
              <a:defRPr/>
            </a:pPr>
            <a:r>
              <a:rPr lang="en-US" altLang="en-US" sz="2000"/>
              <a:t>§</a:t>
            </a:r>
            <a:r>
              <a:rPr lang="en-US" sz="2000"/>
              <a:t>357</a:t>
            </a:r>
            <a:r>
              <a:rPr lang="en-US" sz="2000" dirty="0"/>
              <a:t>(b)(1); relationship to (c)(1) and (c)(3)</a:t>
            </a:r>
          </a:p>
          <a:p>
            <a:pPr lvl="1">
              <a:buFont typeface="Wingdings" charset="2"/>
              <a:buChar char="§"/>
              <a:defRPr/>
            </a:pPr>
            <a:r>
              <a:rPr lang="en-US" sz="2000" dirty="0"/>
              <a:t>Economic substance doctrine </a:t>
            </a:r>
            <a:endParaRPr lang="en-US" sz="2000" b="1" i="1" dirty="0"/>
          </a:p>
          <a:p>
            <a:endParaRPr lang="en-US" sz="1800" dirty="0"/>
          </a:p>
        </p:txBody>
      </p:sp>
      <p:sp>
        <p:nvSpPr>
          <p:cNvPr id="7" name="Slide Number Placeholder 6"/>
          <p:cNvSpPr>
            <a:spLocks noGrp="1"/>
          </p:cNvSpPr>
          <p:nvPr>
            <p:ph type="sldNum" sz="quarter" idx="22"/>
          </p:nvPr>
        </p:nvSpPr>
        <p:spPr/>
        <p:txBody>
          <a:bodyPr/>
          <a:lstStyle/>
          <a:p>
            <a:fld id="{856F0A94-AD2E-974D-AF6B-04AF335E854A}" type="slidenum">
              <a:rPr lang="en-US" altLang="en-US" smtClean="0"/>
              <a:pPr/>
              <a:t>27</a:t>
            </a:fld>
            <a:endParaRPr lang="en-US" altLang="en-US"/>
          </a:p>
        </p:txBody>
      </p:sp>
      <p:sp>
        <p:nvSpPr>
          <p:cNvPr id="9" name="Title 8"/>
          <p:cNvSpPr>
            <a:spLocks noGrp="1"/>
          </p:cNvSpPr>
          <p:nvPr>
            <p:ph type="title"/>
          </p:nvPr>
        </p:nvSpPr>
        <p:spPr/>
        <p:txBody>
          <a:bodyPr/>
          <a:lstStyle/>
          <a:p>
            <a:r>
              <a:rPr lang="en-US" altLang="en-US" dirty="0"/>
              <a:t>Contingent Liability Tax Shelters: </a:t>
            </a:r>
            <a:r>
              <a:rPr lang="en-US" altLang="en-US" i="1" dirty="0" err="1"/>
              <a:t>Coltec</a:t>
            </a:r>
            <a:r>
              <a:rPr lang="en-US" altLang="en-US" i="1" dirty="0"/>
              <a:t> v. US </a:t>
            </a:r>
            <a:r>
              <a:rPr lang="en-US" altLang="en-US" dirty="0"/>
              <a:t>(Fed. Cir. 2006) </a:t>
            </a:r>
            <a:endParaRPr lang="en-US" dirty="0"/>
          </a:p>
        </p:txBody>
      </p:sp>
      <p:sp>
        <p:nvSpPr>
          <p:cNvPr id="14" name="Rectangle 5"/>
          <p:cNvSpPr>
            <a:spLocks noChangeArrowheads="1"/>
          </p:cNvSpPr>
          <p:nvPr/>
        </p:nvSpPr>
        <p:spPr bwMode="auto">
          <a:xfrm>
            <a:off x="2360543" y="2751650"/>
            <a:ext cx="1027889" cy="400471"/>
          </a:xfrm>
          <a:prstGeom prst="rect">
            <a:avLst/>
          </a:prstGeom>
          <a:solidFill>
            <a:schemeClr val="accent1">
              <a:lumMod val="20000"/>
              <a:lumOff val="80000"/>
            </a:schemeClr>
          </a:solidFill>
          <a:ln w="9525">
            <a:solidFill>
              <a:schemeClr val="tx1"/>
            </a:solidFill>
            <a:miter lim="800000"/>
            <a:headEnd/>
            <a:tailEnd/>
          </a:ln>
        </p:spPr>
        <p:txBody>
          <a:bodyPr wrap="none" anchor="ct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2000" b="1" dirty="0"/>
              <a:t>Garrison</a:t>
            </a:r>
            <a:endParaRPr lang="en-US" altLang="en-US" sz="2000" dirty="0"/>
          </a:p>
        </p:txBody>
      </p:sp>
      <p:cxnSp>
        <p:nvCxnSpPr>
          <p:cNvPr id="15" name="AutoShape 7"/>
          <p:cNvCxnSpPr>
            <a:cxnSpLocks noChangeShapeType="1"/>
            <a:stCxn id="18" idx="1"/>
            <a:endCxn id="14" idx="1"/>
          </p:cNvCxnSpPr>
          <p:nvPr/>
        </p:nvCxnSpPr>
        <p:spPr bwMode="auto">
          <a:xfrm rot="10800000" flipV="1">
            <a:off x="2360543" y="1887360"/>
            <a:ext cx="12700" cy="1064526"/>
          </a:xfrm>
          <a:prstGeom prst="bentConnector3">
            <a:avLst>
              <a:gd name="adj1" fmla="val 1800000"/>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sp>
        <p:nvSpPr>
          <p:cNvPr id="16" name="Rectangle 8"/>
          <p:cNvSpPr>
            <a:spLocks noChangeArrowheads="1"/>
          </p:cNvSpPr>
          <p:nvPr/>
        </p:nvSpPr>
        <p:spPr bwMode="auto">
          <a:xfrm>
            <a:off x="1275066" y="2231219"/>
            <a:ext cx="761251" cy="307777"/>
          </a:xfrm>
          <a:prstGeom prst="rect">
            <a:avLst/>
          </a:prstGeom>
          <a:noFill/>
          <a:ln w="63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square" anchor="ctr">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r>
              <a:rPr lang="en-US" altLang="en-US" sz="1400" b="1" dirty="0"/>
              <a:t>14mm</a:t>
            </a:r>
            <a:endParaRPr lang="en-US" altLang="en-US" dirty="0"/>
          </a:p>
        </p:txBody>
      </p:sp>
      <p:sp>
        <p:nvSpPr>
          <p:cNvPr id="18" name="Rectangle 11"/>
          <p:cNvSpPr>
            <a:spLocks noChangeArrowheads="1"/>
          </p:cNvSpPr>
          <p:nvPr/>
        </p:nvSpPr>
        <p:spPr bwMode="auto">
          <a:xfrm>
            <a:off x="2360543" y="1687124"/>
            <a:ext cx="1027889" cy="400471"/>
          </a:xfrm>
          <a:prstGeom prst="rect">
            <a:avLst/>
          </a:prstGeom>
          <a:solidFill>
            <a:schemeClr val="accent3">
              <a:lumMod val="10000"/>
              <a:lumOff val="90000"/>
            </a:schemeClr>
          </a:solidFill>
          <a:ln w="9525">
            <a:solidFill>
              <a:schemeClr val="tx1"/>
            </a:solidFill>
            <a:miter lim="800000"/>
            <a:headEnd/>
            <a:tailEnd/>
          </a:ln>
        </p:spPr>
        <p:txBody>
          <a:bodyPr wrap="none" anchor="ct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2000" b="1" dirty="0" err="1"/>
              <a:t>Coltec</a:t>
            </a:r>
            <a:endParaRPr lang="en-US" altLang="en-US" sz="2000" dirty="0"/>
          </a:p>
        </p:txBody>
      </p:sp>
      <p:sp>
        <p:nvSpPr>
          <p:cNvPr id="20" name="Rectangle 5"/>
          <p:cNvSpPr>
            <a:spLocks noChangeArrowheads="1"/>
          </p:cNvSpPr>
          <p:nvPr/>
        </p:nvSpPr>
        <p:spPr bwMode="auto">
          <a:xfrm>
            <a:off x="3882242" y="2184871"/>
            <a:ext cx="1027889" cy="400471"/>
          </a:xfrm>
          <a:prstGeom prst="rect">
            <a:avLst/>
          </a:prstGeom>
          <a:solidFill>
            <a:schemeClr val="accent1">
              <a:lumMod val="20000"/>
              <a:lumOff val="80000"/>
            </a:schemeClr>
          </a:solidFill>
          <a:ln w="9525">
            <a:solidFill>
              <a:schemeClr val="tx1"/>
            </a:solidFill>
            <a:miter lim="800000"/>
            <a:headEnd/>
            <a:tailEnd/>
          </a:ln>
        </p:spPr>
        <p:txBody>
          <a:bodyPr wrap="none" anchor="ct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2000" b="1" dirty="0" err="1"/>
              <a:t>Garlock</a:t>
            </a:r>
            <a:endParaRPr lang="en-US" altLang="en-US" sz="2000" dirty="0"/>
          </a:p>
        </p:txBody>
      </p:sp>
      <p:cxnSp>
        <p:nvCxnSpPr>
          <p:cNvPr id="6" name="Straight Connector 5"/>
          <p:cNvCxnSpPr>
            <a:stCxn id="20" idx="2"/>
            <a:endCxn id="14" idx="3"/>
          </p:cNvCxnSpPr>
          <p:nvPr/>
        </p:nvCxnSpPr>
        <p:spPr>
          <a:xfrm flipH="1">
            <a:off x="3388432" y="2585342"/>
            <a:ext cx="1007755" cy="366544"/>
          </a:xfrm>
          <a:prstGeom prst="line">
            <a:avLst/>
          </a:prstGeom>
        </p:spPr>
        <p:style>
          <a:lnRef idx="1">
            <a:schemeClr val="accent1"/>
          </a:lnRef>
          <a:fillRef idx="0">
            <a:schemeClr val="accent1"/>
          </a:fillRef>
          <a:effectRef idx="0">
            <a:schemeClr val="accent1"/>
          </a:effectRef>
          <a:fontRef idx="minor">
            <a:schemeClr val="tx1"/>
          </a:fontRef>
        </p:style>
      </p:cxnSp>
      <p:sp>
        <p:nvSpPr>
          <p:cNvPr id="21" name="Rectangle 8"/>
          <p:cNvSpPr>
            <a:spLocks noChangeArrowheads="1"/>
          </p:cNvSpPr>
          <p:nvPr/>
        </p:nvSpPr>
        <p:spPr bwMode="auto">
          <a:xfrm>
            <a:off x="3366855" y="2414862"/>
            <a:ext cx="416090" cy="276999"/>
          </a:xfrm>
          <a:prstGeom prst="rect">
            <a:avLst/>
          </a:prstGeom>
          <a:noFill/>
          <a:ln w="63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square" anchor="ctr">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r>
              <a:rPr lang="en-US" altLang="en-US" sz="1200" b="1" dirty="0"/>
              <a:t>6%</a:t>
            </a:r>
            <a:endParaRPr lang="en-US" altLang="en-US" sz="1400" dirty="0"/>
          </a:p>
        </p:txBody>
      </p:sp>
      <p:cxnSp>
        <p:nvCxnSpPr>
          <p:cNvPr id="22" name="Straight Connector 21"/>
          <p:cNvCxnSpPr>
            <a:stCxn id="14" idx="2"/>
          </p:cNvCxnSpPr>
          <p:nvPr/>
        </p:nvCxnSpPr>
        <p:spPr>
          <a:xfrm flipH="1">
            <a:off x="2874487" y="3152121"/>
            <a:ext cx="1" cy="664055"/>
          </a:xfrm>
          <a:prstGeom prst="line">
            <a:avLst/>
          </a:prstGeom>
        </p:spPr>
        <p:style>
          <a:lnRef idx="1">
            <a:schemeClr val="accent1"/>
          </a:lnRef>
          <a:fillRef idx="0">
            <a:schemeClr val="accent1"/>
          </a:fillRef>
          <a:effectRef idx="0">
            <a:schemeClr val="accent1"/>
          </a:effectRef>
          <a:fontRef idx="minor">
            <a:schemeClr val="tx1"/>
          </a:fontRef>
        </p:style>
      </p:cxnSp>
      <p:sp>
        <p:nvSpPr>
          <p:cNvPr id="24" name="Rectangle 5"/>
          <p:cNvSpPr>
            <a:spLocks noChangeArrowheads="1"/>
          </p:cNvSpPr>
          <p:nvPr/>
        </p:nvSpPr>
        <p:spPr bwMode="auto">
          <a:xfrm>
            <a:off x="2404010" y="3816176"/>
            <a:ext cx="1027889" cy="400471"/>
          </a:xfrm>
          <a:prstGeom prst="rect">
            <a:avLst/>
          </a:prstGeom>
          <a:solidFill>
            <a:schemeClr val="accent1">
              <a:lumMod val="20000"/>
              <a:lumOff val="80000"/>
            </a:schemeClr>
          </a:solidFill>
          <a:ln w="9525">
            <a:solidFill>
              <a:schemeClr val="tx1"/>
            </a:solidFill>
            <a:miter lim="800000"/>
            <a:headEnd/>
            <a:tailEnd/>
          </a:ln>
        </p:spPr>
        <p:txBody>
          <a:bodyPr wrap="none" anchor="ct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2000" b="1" dirty="0"/>
              <a:t>Anchor</a:t>
            </a:r>
            <a:endParaRPr lang="en-US" altLang="en-US" sz="2000" dirty="0"/>
          </a:p>
        </p:txBody>
      </p:sp>
      <p:cxnSp>
        <p:nvCxnSpPr>
          <p:cNvPr id="26" name="Straight Arrow Connector 25"/>
          <p:cNvCxnSpPr/>
          <p:nvPr/>
        </p:nvCxnSpPr>
        <p:spPr>
          <a:xfrm flipH="1">
            <a:off x="3431899" y="2691861"/>
            <a:ext cx="949153" cy="1042857"/>
          </a:xfrm>
          <a:prstGeom prst="straightConnector1">
            <a:avLst/>
          </a:prstGeom>
          <a:ln w="19050">
            <a:prstDash val="dash"/>
            <a:tailEnd type="triangle"/>
          </a:ln>
        </p:spPr>
        <p:style>
          <a:lnRef idx="1">
            <a:schemeClr val="accent1"/>
          </a:lnRef>
          <a:fillRef idx="0">
            <a:schemeClr val="accent1"/>
          </a:fillRef>
          <a:effectRef idx="0">
            <a:schemeClr val="accent1"/>
          </a:effectRef>
          <a:fontRef idx="minor">
            <a:schemeClr val="tx1"/>
          </a:fontRef>
        </p:style>
      </p:cxnSp>
      <p:sp>
        <p:nvSpPr>
          <p:cNvPr id="29" name="TextBox 28"/>
          <p:cNvSpPr txBox="1"/>
          <p:nvPr/>
        </p:nvSpPr>
        <p:spPr>
          <a:xfrm>
            <a:off x="3566984" y="3584819"/>
            <a:ext cx="2643989" cy="2708434"/>
          </a:xfrm>
          <a:prstGeom prst="rect">
            <a:avLst/>
          </a:prstGeom>
          <a:noFill/>
          <a:ln>
            <a:solidFill>
              <a:schemeClr val="tx1"/>
            </a:solidFill>
          </a:ln>
        </p:spPr>
        <p:txBody>
          <a:bodyPr wrap="square" rtlCol="0">
            <a:spAutoFit/>
          </a:bodyPr>
          <a:lstStyle/>
          <a:p>
            <a:pPr algn="just"/>
            <a:r>
              <a:rPr lang="en-US" sz="1400" b="1" dirty="0"/>
              <a:t>In X for 100k shares, </a:t>
            </a:r>
            <a:r>
              <a:rPr lang="en-US" sz="1400" b="1" dirty="0" err="1"/>
              <a:t>Garlock</a:t>
            </a:r>
            <a:r>
              <a:rPr lang="en-US" sz="1400" b="1" dirty="0"/>
              <a:t> transferred:</a:t>
            </a:r>
          </a:p>
          <a:p>
            <a:pPr marL="285750" indent="-285750" algn="just">
              <a:buFont typeface="Arial" panose="020B0604020202020204" pitchFamily="34" charset="0"/>
              <a:buChar char="•"/>
            </a:pPr>
            <a:r>
              <a:rPr lang="en-US" sz="1400" b="1" dirty="0"/>
              <a:t>Anchor shares</a:t>
            </a:r>
          </a:p>
          <a:p>
            <a:pPr marL="285750" indent="-285750" algn="just">
              <a:buFont typeface="Arial" panose="020B0604020202020204" pitchFamily="34" charset="0"/>
              <a:buChar char="•"/>
            </a:pPr>
            <a:r>
              <a:rPr lang="en-US" sz="1400" b="1" dirty="0"/>
              <a:t>Insurance policies relating to asbestos liability</a:t>
            </a:r>
          </a:p>
          <a:p>
            <a:pPr marL="285750" indent="-285750" algn="just">
              <a:buFont typeface="Arial" panose="020B0604020202020204" pitchFamily="34" charset="0"/>
              <a:buChar char="•"/>
            </a:pPr>
            <a:r>
              <a:rPr lang="en-US" sz="1400" b="1" dirty="0"/>
              <a:t>Furniture</a:t>
            </a:r>
          </a:p>
          <a:p>
            <a:pPr marL="285750" indent="-285750" algn="just">
              <a:buFont typeface="Arial" panose="020B0604020202020204" pitchFamily="34" charset="0"/>
              <a:buChar char="•"/>
            </a:pPr>
            <a:r>
              <a:rPr lang="en-US" sz="1400" b="1" dirty="0"/>
              <a:t>$375mm promissory note of </a:t>
            </a:r>
            <a:r>
              <a:rPr lang="en-US" sz="1400" b="1" dirty="0" err="1"/>
              <a:t>Stemco</a:t>
            </a:r>
            <a:r>
              <a:rPr lang="en-US" sz="1400" b="1" dirty="0"/>
              <a:t>, a </a:t>
            </a:r>
            <a:r>
              <a:rPr lang="en-US" sz="1400" b="1" dirty="0" err="1"/>
              <a:t>Garlock</a:t>
            </a:r>
            <a:r>
              <a:rPr lang="en-US" sz="1400" b="1" dirty="0"/>
              <a:t> subsidiary, which is the estimated amount the asbestos liabilities</a:t>
            </a:r>
          </a:p>
          <a:p>
            <a:pPr marL="285750" indent="-285750" algn="just">
              <a:buFont typeface="Arial" panose="020B0604020202020204" pitchFamily="34" charset="0"/>
              <a:buChar char="•"/>
            </a:pPr>
            <a:endParaRPr lang="en-US" sz="1600" b="1" dirty="0"/>
          </a:p>
        </p:txBody>
      </p:sp>
      <p:sp>
        <p:nvSpPr>
          <p:cNvPr id="30" name="TextBox 29"/>
          <p:cNvSpPr txBox="1"/>
          <p:nvPr/>
        </p:nvSpPr>
        <p:spPr>
          <a:xfrm>
            <a:off x="142188" y="3152121"/>
            <a:ext cx="2196621" cy="1815882"/>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1400" b="1" dirty="0"/>
              <a:t>Garrison assumed all managerial obligations for asbestos claims</a:t>
            </a:r>
          </a:p>
          <a:p>
            <a:pPr marL="285750" indent="-285750">
              <a:buFont typeface="Arial" panose="020B0604020202020204" pitchFamily="34" charset="0"/>
              <a:buChar char="•"/>
            </a:pPr>
            <a:r>
              <a:rPr lang="en-US" sz="1400" b="1" dirty="0"/>
              <a:t>Garrison agreed to indemnify </a:t>
            </a:r>
            <a:r>
              <a:rPr lang="en-US" sz="1400" b="1" dirty="0" err="1"/>
              <a:t>Garlock</a:t>
            </a:r>
            <a:r>
              <a:rPr lang="en-US" sz="1400" b="1" dirty="0"/>
              <a:t> against all losses in connection with asbestos related claims</a:t>
            </a:r>
          </a:p>
        </p:txBody>
      </p:sp>
      <p:cxnSp>
        <p:nvCxnSpPr>
          <p:cNvPr id="3" name="Elbow Connector 2"/>
          <p:cNvCxnSpPr>
            <a:stCxn id="18" idx="3"/>
            <a:endCxn id="20" idx="0"/>
          </p:cNvCxnSpPr>
          <p:nvPr/>
        </p:nvCxnSpPr>
        <p:spPr>
          <a:xfrm>
            <a:off x="3388432" y="1887360"/>
            <a:ext cx="1007755" cy="297511"/>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2" name="Footer Placeholder 1"/>
          <p:cNvSpPr>
            <a:spLocks noGrp="1"/>
          </p:cNvSpPr>
          <p:nvPr>
            <p:ph type="ftr" sz="quarter" idx="23"/>
          </p:nvPr>
        </p:nvSpPr>
        <p:spPr/>
        <p:txBody>
          <a:bodyPr/>
          <a:lstStyle/>
          <a:p>
            <a:pPr>
              <a:defRPr/>
            </a:pPr>
            <a:r>
              <a:rPr lang="en-US"/>
              <a:t>351 Transactions</a:t>
            </a:r>
          </a:p>
        </p:txBody>
      </p:sp>
    </p:spTree>
    <p:extLst>
      <p:ext uri="{BB962C8B-B14F-4D97-AF65-F5344CB8AC3E}">
        <p14:creationId xmlns:p14="http://schemas.microsoft.com/office/powerpoint/2010/main" val="166246993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normAutofit fontScale="92500" lnSpcReduction="10000"/>
          </a:bodyPr>
          <a:lstStyle/>
          <a:p>
            <a:r>
              <a:rPr lang="en-US" altLang="en-US" dirty="0"/>
              <a:t>If the basis of the </a:t>
            </a:r>
            <a:r>
              <a:rPr lang="en-US" altLang="en-US" b="1" dirty="0"/>
              <a:t>stock received is greater than its FMV</a:t>
            </a:r>
            <a:r>
              <a:rPr lang="en-US" altLang="en-US" dirty="0"/>
              <a:t>, the basis is reduced by liabilities assumed that are </a:t>
            </a:r>
            <a:r>
              <a:rPr lang="en-US" altLang="en-US" b="1" i="1" dirty="0"/>
              <a:t>not</a:t>
            </a:r>
            <a:r>
              <a:rPr lang="en-US" altLang="en-US" dirty="0"/>
              <a:t> taken into account under section 358(d), e.g., contingent liabilities such as environmental liabilities.</a:t>
            </a:r>
          </a:p>
          <a:p>
            <a:pPr lvl="1"/>
            <a:r>
              <a:rPr lang="en-US" altLang="en-US" sz="2000" dirty="0"/>
              <a:t>The basis reduction rule </a:t>
            </a:r>
            <a:r>
              <a:rPr lang="en-US" altLang="en-US" sz="2000" b="1" i="1" dirty="0"/>
              <a:t>doesn’t</a:t>
            </a:r>
            <a:r>
              <a:rPr lang="en-US" altLang="en-US" sz="2000" dirty="0"/>
              <a:t> apply if the T/B with which the liability is associated </a:t>
            </a:r>
            <a:r>
              <a:rPr lang="en-US" altLang="en-US" sz="2000" strike="sngStrike" dirty="0"/>
              <a:t>or substantially all of the assets with which the liability is associated </a:t>
            </a:r>
            <a:r>
              <a:rPr lang="en-US" altLang="en-US" sz="2000" dirty="0"/>
              <a:t>is transferred to the person assuming the liability. §358(h)(2)(A).</a:t>
            </a:r>
          </a:p>
          <a:p>
            <a:r>
              <a:rPr lang="en-US" altLang="en-US" dirty="0"/>
              <a:t>Section 357 applies to liabilities that are </a:t>
            </a:r>
            <a:r>
              <a:rPr lang="en-US" altLang="en-US" b="1" i="1" dirty="0"/>
              <a:t>assumed</a:t>
            </a:r>
            <a:r>
              <a:rPr lang="en-US" altLang="en-US" dirty="0"/>
              <a:t>.  </a:t>
            </a:r>
          </a:p>
          <a:p>
            <a:pPr lvl="1"/>
            <a:r>
              <a:rPr lang="en-US" altLang="en-US" sz="2000" b="1" dirty="0"/>
              <a:t>Recourse liability </a:t>
            </a:r>
            <a:r>
              <a:rPr lang="en-US" altLang="en-US" sz="2000" dirty="0"/>
              <a:t>assumed if transferee agrees to satisfy liability whether or not the transferor has been relieved of the liability.</a:t>
            </a:r>
          </a:p>
          <a:p>
            <a:pPr lvl="1"/>
            <a:r>
              <a:rPr lang="en-US" altLang="en-US" sz="2000" b="1" dirty="0"/>
              <a:t>Non-recourse liability</a:t>
            </a:r>
            <a:r>
              <a:rPr lang="en-US" altLang="en-US" sz="2000" dirty="0"/>
              <a:t> is treated as assumed if assets subject to liability is transferred, but if there are non-transferred assets subject to the same liability, the liability is </a:t>
            </a:r>
            <a:r>
              <a:rPr lang="en-US" altLang="en-US" sz="2000" b="1" dirty="0"/>
              <a:t>reduced by the lesser of:</a:t>
            </a:r>
            <a:endParaRPr lang="en-US" altLang="en-US" sz="2000" dirty="0"/>
          </a:p>
          <a:p>
            <a:pPr lvl="2"/>
            <a:r>
              <a:rPr lang="en-US" altLang="en-US" sz="2000" dirty="0"/>
              <a:t>the amount that the owner of the </a:t>
            </a:r>
            <a:r>
              <a:rPr lang="en-US" altLang="en-US" sz="2000" b="1" dirty="0" err="1"/>
              <a:t>nontransferred</a:t>
            </a:r>
            <a:r>
              <a:rPr lang="en-US" altLang="en-US" sz="2000" b="1" dirty="0"/>
              <a:t> assets has agreed to satisfy, </a:t>
            </a:r>
            <a:r>
              <a:rPr lang="en-US" altLang="en-US" sz="2000" dirty="0"/>
              <a:t>or</a:t>
            </a:r>
          </a:p>
          <a:p>
            <a:pPr lvl="2"/>
            <a:r>
              <a:rPr lang="en-US" altLang="en-US" sz="2000" dirty="0"/>
              <a:t>the FMV of the </a:t>
            </a:r>
            <a:r>
              <a:rPr lang="en-US" altLang="en-US" sz="2000" dirty="0" err="1"/>
              <a:t>nontransferred</a:t>
            </a:r>
            <a:r>
              <a:rPr lang="en-US" altLang="en-US" sz="2000" dirty="0"/>
              <a:t> assets. §357(a)(1) and (d)(1). </a:t>
            </a:r>
          </a:p>
          <a:p>
            <a:r>
              <a:rPr lang="en-US" altLang="en-US" sz="2800" dirty="0"/>
              <a:t> </a:t>
            </a:r>
            <a:r>
              <a:rPr lang="en-US" altLang="en-US" b="1" dirty="0"/>
              <a:t>Corporate Transferee’s basis limited</a:t>
            </a:r>
            <a:r>
              <a:rPr lang="en-US" altLang="en-US" dirty="0"/>
              <a:t>:</a:t>
            </a:r>
          </a:p>
          <a:p>
            <a:pPr lvl="1"/>
            <a:r>
              <a:rPr lang="en-US" altLang="en-US" sz="2000" dirty="0"/>
              <a:t>to FMV by reason of gain recognized under section 357; or </a:t>
            </a:r>
          </a:p>
          <a:p>
            <a:pPr lvl="1"/>
            <a:r>
              <a:rPr lang="en-US" altLang="en-US" sz="2100" dirty="0"/>
              <a:t>if gain recognized by foreign person on transfer of property subject to NR liability that is secured by non-transferred assets, gain recognized is determined as if transferee assumed only a ratable shares of the NR liability (FMV of transferred and </a:t>
            </a:r>
            <a:r>
              <a:rPr lang="en-US" altLang="en-US" sz="2100"/>
              <a:t>non-transferred properties). </a:t>
            </a:r>
            <a:r>
              <a:rPr lang="en-US" altLang="en-US" sz="2100" dirty="0"/>
              <a:t>§362(d)(1) and (2).   </a:t>
            </a:r>
          </a:p>
          <a:p>
            <a:endParaRPr lang="en-US" dirty="0"/>
          </a:p>
        </p:txBody>
      </p:sp>
      <p:sp>
        <p:nvSpPr>
          <p:cNvPr id="3" name="Title 2"/>
          <p:cNvSpPr>
            <a:spLocks noGrp="1"/>
          </p:cNvSpPr>
          <p:nvPr>
            <p:ph type="title"/>
          </p:nvPr>
        </p:nvSpPr>
        <p:spPr/>
        <p:txBody>
          <a:bodyPr/>
          <a:lstStyle/>
          <a:p>
            <a:r>
              <a:rPr lang="en-US" altLang="en-US" dirty="0"/>
              <a:t>Contingent Liabilities and Basis:  Sections 358(h) and 357(d)</a:t>
            </a:r>
            <a:endParaRPr lang="en-US" dirty="0"/>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28</a:t>
            </a:fld>
            <a:endParaRPr lang="en-US" altLang="en-US" dirty="0"/>
          </a:p>
        </p:txBody>
      </p:sp>
      <p:sp>
        <p:nvSpPr>
          <p:cNvPr id="6" name="Footer Placeholder 5"/>
          <p:cNvSpPr>
            <a:spLocks noGrp="1"/>
          </p:cNvSpPr>
          <p:nvPr>
            <p:ph type="ftr" sz="quarter" idx="11"/>
          </p:nvPr>
        </p:nvSpPr>
        <p:spPr/>
        <p:txBody>
          <a:bodyPr/>
          <a:lstStyle/>
          <a:p>
            <a:pPr>
              <a:defRPr/>
            </a:pPr>
            <a:r>
              <a:rPr lang="en-US"/>
              <a:t>351 Transactions</a:t>
            </a:r>
            <a:endParaRPr lang="en-US" dirty="0"/>
          </a:p>
        </p:txBody>
      </p:sp>
    </p:spTree>
    <p:extLst>
      <p:ext uri="{BB962C8B-B14F-4D97-AF65-F5344CB8AC3E}">
        <p14:creationId xmlns:p14="http://schemas.microsoft.com/office/powerpoint/2010/main" val="8857472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CG Body - Standard">
  <a:themeElements>
    <a:clrScheme name="CGSH">
      <a:dk1>
        <a:sysClr val="windowText" lastClr="000000"/>
      </a:dk1>
      <a:lt1>
        <a:sysClr val="window" lastClr="FFFFFF"/>
      </a:lt1>
      <a:dk2>
        <a:srgbClr val="000000"/>
      </a:dk2>
      <a:lt2>
        <a:srgbClr val="FFFFFF"/>
      </a:lt2>
      <a:accent1>
        <a:srgbClr val="B01C2E"/>
      </a:accent1>
      <a:accent2>
        <a:srgbClr val="4B2942"/>
      </a:accent2>
      <a:accent3>
        <a:srgbClr val="002F5F"/>
      </a:accent3>
      <a:accent4>
        <a:srgbClr val="495B25"/>
      </a:accent4>
      <a:accent5>
        <a:srgbClr val="E66402"/>
      </a:accent5>
      <a:accent6>
        <a:srgbClr val="FF9933"/>
      </a:accent6>
      <a:hlink>
        <a:srgbClr val="0000FF"/>
      </a:hlink>
      <a:folHlink>
        <a:srgbClr val="80008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CT_COE_16" id="{671586AA-9BBF-BE44-880F-D824A4D8FE5E}" vid="{5A5CEC7A-9E78-BE40-8F14-2D245F9926E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17706</TotalTime>
  <Words>3796</Words>
  <Application>Microsoft Macintosh PowerPoint</Application>
  <PresentationFormat>Widescreen</PresentationFormat>
  <Paragraphs>376</Paragraphs>
  <Slides>28</Slides>
  <Notes>10</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28</vt:i4>
      </vt:variant>
    </vt:vector>
  </HeadingPairs>
  <TitlesOfParts>
    <vt:vector size="38" baseType="lpstr">
      <vt:lpstr>NSimSun</vt:lpstr>
      <vt:lpstr>Arial</vt:lpstr>
      <vt:lpstr>Calibri</vt:lpstr>
      <vt:lpstr>Courier New</vt:lpstr>
      <vt:lpstr>Times</vt:lpstr>
      <vt:lpstr>Times New Roman</vt:lpstr>
      <vt:lpstr>Verdana</vt:lpstr>
      <vt:lpstr>Wingdings</vt:lpstr>
      <vt:lpstr>Wingdings 2</vt:lpstr>
      <vt:lpstr>CG Body - Standard</vt:lpstr>
      <vt:lpstr>Corporate Taxation:</vt:lpstr>
      <vt:lpstr>Contributions to Controlled Corporations </vt:lpstr>
      <vt:lpstr>Transfers to Controlled Corporations: Overview of Section 351</vt:lpstr>
      <vt:lpstr>Transfers to Controlled Corporations: Section 351 Requirements</vt:lpstr>
      <vt:lpstr>Transfers to Controlled Corporations: James v. CIR (TC, 1969)</vt:lpstr>
      <vt:lpstr>Transfers to Controlled Corporations: Hempt Brothers, Inc. v. US (3rd Cir. 1974)</vt:lpstr>
      <vt:lpstr>Transfers to Controlled Corporations: Rev. Rul. 80-198</vt:lpstr>
      <vt:lpstr>Transfers to Controlled Corporations: Transfers to Investment Companies</vt:lpstr>
      <vt:lpstr>Transfers to Controlled Corporations:  Control</vt:lpstr>
      <vt:lpstr>Transfers to Controlled Corporations: Kamborian v. CIR (1972)</vt:lpstr>
      <vt:lpstr>Transfers to Controlled Corporations: Immediately After </vt:lpstr>
      <vt:lpstr>Transfers to Controlled Corporations: Rev. Ruls. 77-449 and 83-34</vt:lpstr>
      <vt:lpstr>Transfers to Controlled Corporations: Rev. Rul. 2003-51</vt:lpstr>
      <vt:lpstr>Transfers to Controlled Corporations: Shareholder-Level Consequences</vt:lpstr>
      <vt:lpstr>Transfers to Controlled Corporations: Corporate-Level Consequences</vt:lpstr>
      <vt:lpstr>Transfers to Controlled Corporations: Corporate-Level Consequences</vt:lpstr>
      <vt:lpstr>Transfers to Controlled Corporations: Boot</vt:lpstr>
      <vt:lpstr>Transfers to Controlled Corporations: Boot</vt:lpstr>
      <vt:lpstr>Transfers to Controlled Corporations: Shareholder-Level Consequences</vt:lpstr>
      <vt:lpstr>Transfers to Controlled Corporations: Contributions to Capital</vt:lpstr>
      <vt:lpstr>Transfers to Controlled Corporations: Assumption of Liabilities</vt:lpstr>
      <vt:lpstr>Transfers to Controlled Corporations: Assumption of Liabilities</vt:lpstr>
      <vt:lpstr>Transfers to Controlled Corporations: Assumption of Liabilities</vt:lpstr>
      <vt:lpstr>Transfers to Controlled Corporations: Assumption of Liabilities and Rev. Rul. 80-198</vt:lpstr>
      <vt:lpstr>Transfers to Controlled Corporations: Assumption of Liabilities and Rev. Rul. 95-74</vt:lpstr>
      <vt:lpstr>Contingent Liability Tax Shelters: Notice 2001-17</vt:lpstr>
      <vt:lpstr>Contingent Liability Tax Shelters: Coltec v. US (Fed. Cir. 2006) </vt:lpstr>
      <vt:lpstr>Contingent Liabilities and Basis:  Sections 358(h) and 357(d)</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 Corporations:  Commissioner v. Bollinger</dc:title>
  <dc:creator>J Colon</dc:creator>
  <cp:lastModifiedBy>Colon, Jeffrey M.</cp:lastModifiedBy>
  <cp:revision>251</cp:revision>
  <cp:lastPrinted>2023-01-25T20:40:12Z</cp:lastPrinted>
  <dcterms:created xsi:type="dcterms:W3CDTF">2016-08-01T04:04:31Z</dcterms:created>
  <dcterms:modified xsi:type="dcterms:W3CDTF">2026-02-02T18:00:10Z</dcterms:modified>
</cp:coreProperties>
</file>