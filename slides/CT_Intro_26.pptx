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58" r:id="rId4"/>
    <p:sldId id="280" r:id="rId5"/>
    <p:sldId id="281" r:id="rId6"/>
    <p:sldId id="282" r:id="rId7"/>
    <p:sldId id="283" r:id="rId8"/>
    <p:sldId id="284" r:id="rId9"/>
    <p:sldId id="259" r:id="rId10"/>
    <p:sldId id="260" r:id="rId11"/>
    <p:sldId id="299" r:id="rId12"/>
    <p:sldId id="262" r:id="rId13"/>
    <p:sldId id="305" r:id="rId14"/>
    <p:sldId id="303" r:id="rId15"/>
    <p:sldId id="301" r:id="rId16"/>
    <p:sldId id="263" r:id="rId17"/>
    <p:sldId id="307" r:id="rId18"/>
    <p:sldId id="306" r:id="rId19"/>
    <p:sldId id="267" r:id="rId20"/>
    <p:sldId id="269"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33BF3-BF6F-4B40-9834-31F2A64E1C69}" v="117" dt="2025-12-21T22:12:58.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53"/>
    <p:restoredTop sz="91554"/>
  </p:normalViewPr>
  <p:slideViewPr>
    <p:cSldViewPr snapToGrid="0" snapToObjects="1">
      <p:cViewPr>
        <p:scale>
          <a:sx n="96" d="100"/>
          <a:sy n="96" d="100"/>
        </p:scale>
        <p:origin x="1664"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redo custSel addSld delSld modSld sldOrd">
      <pc:chgData name="Colon, Jeffrey M." userId="615143b1-cdee-493d-9a9d-1565ce8666d9" providerId="ADAL" clId="{DC1DB158-BAB1-5930-B714-AEF472873853}" dt="2025-12-21T22:20:50.449" v="562" actId="9405"/>
      <pc:docMkLst>
        <pc:docMk/>
      </pc:docMkLst>
      <pc:sldChg chg="modSp">
        <pc:chgData name="Colon, Jeffrey M." userId="615143b1-cdee-493d-9a9d-1565ce8666d9" providerId="ADAL" clId="{DC1DB158-BAB1-5930-B714-AEF472873853}" dt="2025-12-21T19:33:13.046" v="336" actId="20577"/>
        <pc:sldMkLst>
          <pc:docMk/>
          <pc:sldMk cId="722997075" sldId="257"/>
        </pc:sldMkLst>
        <pc:spChg chg="mod">
          <ac:chgData name="Colon, Jeffrey M." userId="615143b1-cdee-493d-9a9d-1565ce8666d9" providerId="ADAL" clId="{DC1DB158-BAB1-5930-B714-AEF472873853}" dt="2025-12-21T19:33:13.046" v="336" actId="20577"/>
          <ac:spMkLst>
            <pc:docMk/>
            <pc:sldMk cId="722997075" sldId="257"/>
            <ac:spMk id="3" creationId="{00000000-0000-0000-0000-000000000000}"/>
          </ac:spMkLst>
        </pc:spChg>
      </pc:sldChg>
      <pc:sldChg chg="addSp delSp modSp mod">
        <pc:chgData name="Colon, Jeffrey M." userId="615143b1-cdee-493d-9a9d-1565ce8666d9" providerId="ADAL" clId="{DC1DB158-BAB1-5930-B714-AEF472873853}" dt="2025-12-21T19:55:36.605" v="382" actId="20577"/>
        <pc:sldMkLst>
          <pc:docMk/>
          <pc:sldMk cId="1721082736" sldId="260"/>
        </pc:sldMkLst>
        <pc:spChg chg="mod">
          <ac:chgData name="Colon, Jeffrey M." userId="615143b1-cdee-493d-9a9d-1565ce8666d9" providerId="ADAL" clId="{DC1DB158-BAB1-5930-B714-AEF472873853}" dt="2025-12-21T19:55:36.605" v="382" actId="20577"/>
          <ac:spMkLst>
            <pc:docMk/>
            <pc:sldMk cId="1721082736" sldId="260"/>
            <ac:spMk id="2" creationId="{00000000-0000-0000-0000-000000000000}"/>
          </ac:spMkLst>
        </pc:spChg>
        <pc:spChg chg="del">
          <ac:chgData name="Colon, Jeffrey M." userId="615143b1-cdee-493d-9a9d-1565ce8666d9" providerId="ADAL" clId="{DC1DB158-BAB1-5930-B714-AEF472873853}" dt="2025-12-21T19:49:47.786" v="357" actId="478"/>
          <ac:spMkLst>
            <pc:docMk/>
            <pc:sldMk cId="1721082736" sldId="260"/>
            <ac:spMk id="3" creationId="{00000000-0000-0000-0000-000000000000}"/>
          </ac:spMkLst>
        </pc:spChg>
        <pc:spChg chg="add del mod">
          <ac:chgData name="Colon, Jeffrey M." userId="615143b1-cdee-493d-9a9d-1565ce8666d9" providerId="ADAL" clId="{DC1DB158-BAB1-5930-B714-AEF472873853}" dt="2025-12-21T19:49:36.205" v="352" actId="478"/>
          <ac:spMkLst>
            <pc:docMk/>
            <pc:sldMk cId="1721082736" sldId="260"/>
            <ac:spMk id="6" creationId="{5B0C4EB2-BC24-57CF-FB30-69AB5BD4F2F6}"/>
          </ac:spMkLst>
        </pc:spChg>
        <pc:spChg chg="del">
          <ac:chgData name="Colon, Jeffrey M." userId="615143b1-cdee-493d-9a9d-1565ce8666d9" providerId="ADAL" clId="{DC1DB158-BAB1-5930-B714-AEF472873853}" dt="2025-12-21T19:49:33.600" v="351" actId="478"/>
          <ac:spMkLst>
            <pc:docMk/>
            <pc:sldMk cId="1721082736" sldId="260"/>
            <ac:spMk id="9" creationId="{00000000-0000-0000-0000-000000000000}"/>
          </ac:spMkLst>
        </pc:spChg>
        <pc:picChg chg="del">
          <ac:chgData name="Colon, Jeffrey M." userId="615143b1-cdee-493d-9a9d-1565ce8666d9" providerId="ADAL" clId="{DC1DB158-BAB1-5930-B714-AEF472873853}" dt="2025-12-21T19:48:20.399" v="337" actId="478"/>
          <ac:picMkLst>
            <pc:docMk/>
            <pc:sldMk cId="1721082736" sldId="260"/>
            <ac:picMk id="8" creationId="{00000000-0000-0000-0000-000000000000}"/>
          </ac:picMkLst>
        </pc:picChg>
        <pc:picChg chg="add mod">
          <ac:chgData name="Colon, Jeffrey M." userId="615143b1-cdee-493d-9a9d-1565ce8666d9" providerId="ADAL" clId="{DC1DB158-BAB1-5930-B714-AEF472873853}" dt="2025-12-21T19:49:55.836" v="359" actId="14100"/>
          <ac:picMkLst>
            <pc:docMk/>
            <pc:sldMk cId="1721082736" sldId="260"/>
            <ac:picMk id="10" creationId="{02CA3A85-DFDE-4265-0F37-059AFF892FC9}"/>
          </ac:picMkLst>
        </pc:picChg>
      </pc:sldChg>
      <pc:sldChg chg="del">
        <pc:chgData name="Colon, Jeffrey M." userId="615143b1-cdee-493d-9a9d-1565ce8666d9" providerId="ADAL" clId="{DC1DB158-BAB1-5930-B714-AEF472873853}" dt="2025-12-21T19:57:09.846" v="449" actId="2696"/>
        <pc:sldMkLst>
          <pc:docMk/>
          <pc:sldMk cId="1780302509" sldId="261"/>
        </pc:sldMkLst>
      </pc:sldChg>
      <pc:sldChg chg="addSp delSp modSp mod">
        <pc:chgData name="Colon, Jeffrey M." userId="615143b1-cdee-493d-9a9d-1565ce8666d9" providerId="ADAL" clId="{DC1DB158-BAB1-5930-B714-AEF472873853}" dt="2025-12-21T19:21:36.527" v="210" actId="14100"/>
        <pc:sldMkLst>
          <pc:docMk/>
          <pc:sldMk cId="654615112" sldId="262"/>
        </pc:sldMkLst>
        <pc:spChg chg="add del mod">
          <ac:chgData name="Colon, Jeffrey M." userId="615143b1-cdee-493d-9a9d-1565ce8666d9" providerId="ADAL" clId="{DC1DB158-BAB1-5930-B714-AEF472873853}" dt="2025-12-21T19:21:32.223" v="206"/>
          <ac:spMkLst>
            <pc:docMk/>
            <pc:sldMk cId="654615112" sldId="262"/>
            <ac:spMk id="6" creationId="{F0F39954-23EF-FCE0-6191-313E57E756B2}"/>
          </ac:spMkLst>
        </pc:spChg>
        <pc:spChg chg="mod">
          <ac:chgData name="Colon, Jeffrey M." userId="615143b1-cdee-493d-9a9d-1565ce8666d9" providerId="ADAL" clId="{DC1DB158-BAB1-5930-B714-AEF472873853}" dt="2025-12-21T19:21:12.562" v="204" actId="20577"/>
          <ac:spMkLst>
            <pc:docMk/>
            <pc:sldMk cId="654615112" sldId="262"/>
            <ac:spMk id="10" creationId="{BD7F93A9-7759-43D0-9FF9-EC7EF6E5D453}"/>
          </ac:spMkLst>
        </pc:spChg>
        <pc:picChg chg="del">
          <ac:chgData name="Colon, Jeffrey M." userId="615143b1-cdee-493d-9a9d-1565ce8666d9" providerId="ADAL" clId="{DC1DB158-BAB1-5930-B714-AEF472873853}" dt="2025-12-21T19:21:15.271" v="205" actId="478"/>
          <ac:picMkLst>
            <pc:docMk/>
            <pc:sldMk cId="654615112" sldId="262"/>
            <ac:picMk id="8" creationId="{B28649AE-0049-6DD9-AB9A-D7ACACCC02A3}"/>
          </ac:picMkLst>
        </pc:picChg>
        <pc:picChg chg="add mod">
          <ac:chgData name="Colon, Jeffrey M." userId="615143b1-cdee-493d-9a9d-1565ce8666d9" providerId="ADAL" clId="{DC1DB158-BAB1-5930-B714-AEF472873853}" dt="2025-12-21T19:21:36.527" v="210" actId="14100"/>
          <ac:picMkLst>
            <pc:docMk/>
            <pc:sldMk cId="654615112" sldId="262"/>
            <ac:picMk id="9" creationId="{76944B75-8FCC-56D2-1972-6CD3276EE737}"/>
          </ac:picMkLst>
        </pc:picChg>
      </pc:sldChg>
      <pc:sldChg chg="modSp mod modAnim">
        <pc:chgData name="Colon, Jeffrey M." userId="615143b1-cdee-493d-9a9d-1565ce8666d9" providerId="ADAL" clId="{DC1DB158-BAB1-5930-B714-AEF472873853}" dt="2025-12-21T19:15:31.537" v="202" actId="20577"/>
        <pc:sldMkLst>
          <pc:docMk/>
          <pc:sldMk cId="724341716" sldId="282"/>
        </pc:sldMkLst>
        <pc:spChg chg="mod">
          <ac:chgData name="Colon, Jeffrey M." userId="615143b1-cdee-493d-9a9d-1565ce8666d9" providerId="ADAL" clId="{DC1DB158-BAB1-5930-B714-AEF472873853}" dt="2025-12-21T17:39:58.276" v="68" actId="20577"/>
          <ac:spMkLst>
            <pc:docMk/>
            <pc:sldMk cId="724341716" sldId="282"/>
            <ac:spMk id="22529" creationId="{00000000-0000-0000-0000-000000000000}"/>
          </ac:spMkLst>
        </pc:spChg>
        <pc:spChg chg="mod">
          <ac:chgData name="Colon, Jeffrey M." userId="615143b1-cdee-493d-9a9d-1565ce8666d9" providerId="ADAL" clId="{DC1DB158-BAB1-5930-B714-AEF472873853}" dt="2025-12-21T19:15:31.537" v="202" actId="20577"/>
          <ac:spMkLst>
            <pc:docMk/>
            <pc:sldMk cId="724341716" sldId="282"/>
            <ac:spMk id="22530" creationId="{00000000-0000-0000-0000-000000000000}"/>
          </ac:spMkLst>
        </pc:spChg>
        <pc:cxnChg chg="mod">
          <ac:chgData name="Colon, Jeffrey M." userId="615143b1-cdee-493d-9a9d-1565ce8666d9" providerId="ADAL" clId="{DC1DB158-BAB1-5930-B714-AEF472873853}" dt="2025-12-21T17:43:03.201" v="111" actId="1076"/>
          <ac:cxnSpMkLst>
            <pc:docMk/>
            <pc:sldMk cId="724341716" sldId="282"/>
            <ac:cxnSpMk id="5" creationId="{F8651682-8080-034A-9BA3-38D1A1F8F20F}"/>
          </ac:cxnSpMkLst>
        </pc:cxnChg>
        <pc:cxnChg chg="mod">
          <ac:chgData name="Colon, Jeffrey M." userId="615143b1-cdee-493d-9a9d-1565ce8666d9" providerId="ADAL" clId="{DC1DB158-BAB1-5930-B714-AEF472873853}" dt="2025-12-21T17:41:42.754" v="93" actId="14100"/>
          <ac:cxnSpMkLst>
            <pc:docMk/>
            <pc:sldMk cId="724341716" sldId="282"/>
            <ac:cxnSpMk id="6" creationId="{5D69D997-460F-044F-8A97-9E6F9B2F805F}"/>
          </ac:cxnSpMkLst>
        </pc:cxnChg>
        <pc:cxnChg chg="mod">
          <ac:chgData name="Colon, Jeffrey M." userId="615143b1-cdee-493d-9a9d-1565ce8666d9" providerId="ADAL" clId="{DC1DB158-BAB1-5930-B714-AEF472873853}" dt="2025-12-21T17:43:45.315" v="123" actId="14100"/>
          <ac:cxnSpMkLst>
            <pc:docMk/>
            <pc:sldMk cId="724341716" sldId="282"/>
            <ac:cxnSpMk id="9" creationId="{5B18BF90-2E42-CB40-83E5-78D1141A0A25}"/>
          </ac:cxnSpMkLst>
        </pc:cxnChg>
        <pc:cxnChg chg="mod">
          <ac:chgData name="Colon, Jeffrey M." userId="615143b1-cdee-493d-9a9d-1565ce8666d9" providerId="ADAL" clId="{DC1DB158-BAB1-5930-B714-AEF472873853}" dt="2025-12-21T17:42:59.304" v="110" actId="14100"/>
          <ac:cxnSpMkLst>
            <pc:docMk/>
            <pc:sldMk cId="724341716" sldId="282"/>
            <ac:cxnSpMk id="12" creationId="{F987F278-EE4C-D345-A5A9-88D2BC213E4B}"/>
          </ac:cxnSpMkLst>
        </pc:cxnChg>
      </pc:sldChg>
      <pc:sldChg chg="addSp delSp modSp mod">
        <pc:chgData name="Colon, Jeffrey M." userId="615143b1-cdee-493d-9a9d-1565ce8666d9" providerId="ADAL" clId="{DC1DB158-BAB1-5930-B714-AEF472873853}" dt="2025-12-21T19:56:21.319" v="447" actId="14100"/>
        <pc:sldMkLst>
          <pc:docMk/>
          <pc:sldMk cId="3418219648" sldId="299"/>
        </pc:sldMkLst>
        <pc:spChg chg="mod">
          <ac:chgData name="Colon, Jeffrey M." userId="615143b1-cdee-493d-9a9d-1565ce8666d9" providerId="ADAL" clId="{DC1DB158-BAB1-5930-B714-AEF472873853}" dt="2025-12-21T19:56:14.035" v="446" actId="20577"/>
          <ac:spMkLst>
            <pc:docMk/>
            <pc:sldMk cId="3418219648" sldId="299"/>
            <ac:spMk id="3" creationId="{70A0373A-7D72-9A49-AD10-C634DACD5960}"/>
          </ac:spMkLst>
        </pc:spChg>
        <pc:spChg chg="add del mod">
          <ac:chgData name="Colon, Jeffrey M." userId="615143b1-cdee-493d-9a9d-1565ce8666d9" providerId="ADAL" clId="{DC1DB158-BAB1-5930-B714-AEF472873853}" dt="2025-12-21T19:48:53.189" v="339"/>
          <ac:spMkLst>
            <pc:docMk/>
            <pc:sldMk cId="3418219648" sldId="299"/>
            <ac:spMk id="6" creationId="{F14712DD-A567-BD6E-1E6C-D63980C1784A}"/>
          </ac:spMkLst>
        </pc:spChg>
        <pc:spChg chg="del">
          <ac:chgData name="Colon, Jeffrey M." userId="615143b1-cdee-493d-9a9d-1565ce8666d9" providerId="ADAL" clId="{DC1DB158-BAB1-5930-B714-AEF472873853}" dt="2025-12-21T19:49:26.648" v="349" actId="478"/>
          <ac:spMkLst>
            <pc:docMk/>
            <pc:sldMk cId="3418219648" sldId="299"/>
            <ac:spMk id="8" creationId="{4DBA0B4F-2226-8540-8A14-20AC6B2C9C7C}"/>
          </ac:spMkLst>
        </pc:spChg>
        <pc:spChg chg="add del mod">
          <ac:chgData name="Colon, Jeffrey M." userId="615143b1-cdee-493d-9a9d-1565ce8666d9" providerId="ADAL" clId="{DC1DB158-BAB1-5930-B714-AEF472873853}" dt="2025-12-21T19:49:16.436" v="343"/>
          <ac:spMkLst>
            <pc:docMk/>
            <pc:sldMk cId="3418219648" sldId="299"/>
            <ac:spMk id="12" creationId="{207435ED-800A-2EF4-50DF-E17646198FC6}"/>
          </ac:spMkLst>
        </pc:spChg>
        <pc:picChg chg="del">
          <ac:chgData name="Colon, Jeffrey M." userId="615143b1-cdee-493d-9a9d-1565ce8666d9" providerId="ADAL" clId="{DC1DB158-BAB1-5930-B714-AEF472873853}" dt="2025-12-21T19:48:42.598" v="338" actId="478"/>
          <ac:picMkLst>
            <pc:docMk/>
            <pc:sldMk cId="3418219648" sldId="299"/>
            <ac:picMk id="7" creationId="{3B4C05B3-4D05-1443-9B1B-A6C6500D2FA8}"/>
          </ac:picMkLst>
        </pc:picChg>
        <pc:picChg chg="add del mod">
          <ac:chgData name="Colon, Jeffrey M." userId="615143b1-cdee-493d-9a9d-1565ce8666d9" providerId="ADAL" clId="{DC1DB158-BAB1-5930-B714-AEF472873853}" dt="2025-12-21T19:49:07.342" v="342" actId="478"/>
          <ac:picMkLst>
            <pc:docMk/>
            <pc:sldMk cId="3418219648" sldId="299"/>
            <ac:picMk id="10" creationId="{03D81001-32E0-37ED-E05A-4A2EF42115F9}"/>
          </ac:picMkLst>
        </pc:picChg>
        <pc:picChg chg="add mod">
          <ac:chgData name="Colon, Jeffrey M." userId="615143b1-cdee-493d-9a9d-1565ce8666d9" providerId="ADAL" clId="{DC1DB158-BAB1-5930-B714-AEF472873853}" dt="2025-12-21T19:56:21.319" v="447" actId="14100"/>
          <ac:picMkLst>
            <pc:docMk/>
            <pc:sldMk cId="3418219648" sldId="299"/>
            <ac:picMk id="14" creationId="{D729365E-55FA-72DF-C520-A116D87EADE4}"/>
          </ac:picMkLst>
        </pc:picChg>
      </pc:sldChg>
      <pc:sldChg chg="del">
        <pc:chgData name="Colon, Jeffrey M." userId="615143b1-cdee-493d-9a9d-1565ce8666d9" providerId="ADAL" clId="{DC1DB158-BAB1-5930-B714-AEF472873853}" dt="2025-12-21T20:07:19.654" v="450" actId="2696"/>
        <pc:sldMkLst>
          <pc:docMk/>
          <pc:sldMk cId="1892159237" sldId="300"/>
        </pc:sldMkLst>
      </pc:sldChg>
      <pc:sldChg chg="modSp mod">
        <pc:chgData name="Colon, Jeffrey M." userId="615143b1-cdee-493d-9a9d-1565ce8666d9" providerId="ADAL" clId="{DC1DB158-BAB1-5930-B714-AEF472873853}" dt="2025-12-21T20:26:21.063" v="466" actId="14100"/>
        <pc:sldMkLst>
          <pc:docMk/>
          <pc:sldMk cId="14618978" sldId="301"/>
        </pc:sldMkLst>
        <pc:picChg chg="mod">
          <ac:chgData name="Colon, Jeffrey M." userId="615143b1-cdee-493d-9a9d-1565ce8666d9" providerId="ADAL" clId="{DC1DB158-BAB1-5930-B714-AEF472873853}" dt="2025-12-21T20:26:21.063" v="466" actId="14100"/>
          <ac:picMkLst>
            <pc:docMk/>
            <pc:sldMk cId="14618978" sldId="301"/>
            <ac:picMk id="7" creationId="{8ADFA32B-198A-D144-A4C4-BC2F77E0EE2F}"/>
          </ac:picMkLst>
        </pc:picChg>
      </pc:sldChg>
      <pc:sldChg chg="addSp modSp del mod modAnim">
        <pc:chgData name="Colon, Jeffrey M." userId="615143b1-cdee-493d-9a9d-1565ce8666d9" providerId="ADAL" clId="{DC1DB158-BAB1-5930-B714-AEF472873853}" dt="2025-12-21T19:56:51.465" v="448" actId="2696"/>
        <pc:sldMkLst>
          <pc:docMk/>
          <pc:sldMk cId="4155060986" sldId="302"/>
        </pc:sldMkLst>
        <pc:spChg chg="mod">
          <ac:chgData name="Colon, Jeffrey M." userId="615143b1-cdee-493d-9a9d-1565ce8666d9" providerId="ADAL" clId="{DC1DB158-BAB1-5930-B714-AEF472873853}" dt="2025-12-21T18:42:02.681" v="139" actId="20577"/>
          <ac:spMkLst>
            <pc:docMk/>
            <pc:sldMk cId="4155060986" sldId="302"/>
            <ac:spMk id="3" creationId="{6907F958-FE88-22E1-6EC7-212D51896190}"/>
          </ac:spMkLst>
        </pc:spChg>
        <pc:cxnChg chg="add mod">
          <ac:chgData name="Colon, Jeffrey M." userId="615143b1-cdee-493d-9a9d-1565ce8666d9" providerId="ADAL" clId="{DC1DB158-BAB1-5930-B714-AEF472873853}" dt="2025-12-21T18:43:52.293" v="158" actId="1076"/>
          <ac:cxnSpMkLst>
            <pc:docMk/>
            <pc:sldMk cId="4155060986" sldId="302"/>
            <ac:cxnSpMk id="6" creationId="{A05E152A-FF6E-488D-C2B0-01E185D85FEC}"/>
          </ac:cxnSpMkLst>
        </pc:cxnChg>
        <pc:cxnChg chg="add mod">
          <ac:chgData name="Colon, Jeffrey M." userId="615143b1-cdee-493d-9a9d-1565ce8666d9" providerId="ADAL" clId="{DC1DB158-BAB1-5930-B714-AEF472873853}" dt="2025-12-21T18:43:15.628" v="150" actId="14100"/>
          <ac:cxnSpMkLst>
            <pc:docMk/>
            <pc:sldMk cId="4155060986" sldId="302"/>
            <ac:cxnSpMk id="8" creationId="{8C478846-7B39-217E-1D67-67AAC69C098C}"/>
          </ac:cxnSpMkLst>
        </pc:cxnChg>
        <pc:cxnChg chg="add mod">
          <ac:chgData name="Colon, Jeffrey M." userId="615143b1-cdee-493d-9a9d-1565ce8666d9" providerId="ADAL" clId="{DC1DB158-BAB1-5930-B714-AEF472873853}" dt="2025-12-21T18:43:44.459" v="157" actId="1037"/>
          <ac:cxnSpMkLst>
            <pc:docMk/>
            <pc:sldMk cId="4155060986" sldId="302"/>
            <ac:cxnSpMk id="13" creationId="{D80744A0-53BE-3A3F-8F70-E49D4197BF0A}"/>
          </ac:cxnSpMkLst>
        </pc:cxnChg>
        <pc:cxnChg chg="add mod">
          <ac:chgData name="Colon, Jeffrey M." userId="615143b1-cdee-493d-9a9d-1565ce8666d9" providerId="ADAL" clId="{DC1DB158-BAB1-5930-B714-AEF472873853}" dt="2025-12-21T18:45:23.785" v="162" actId="1076"/>
          <ac:cxnSpMkLst>
            <pc:docMk/>
            <pc:sldMk cId="4155060986" sldId="302"/>
            <ac:cxnSpMk id="17" creationId="{C9C4DC80-FBB1-8416-811B-B07CBCE46CBC}"/>
          </ac:cxnSpMkLst>
        </pc:cxnChg>
      </pc:sldChg>
      <pc:sldChg chg="ord">
        <pc:chgData name="Colon, Jeffrey M." userId="615143b1-cdee-493d-9a9d-1565ce8666d9" providerId="ADAL" clId="{DC1DB158-BAB1-5930-B714-AEF472873853}" dt="2025-12-21T21:07:33.525" v="468" actId="20578"/>
        <pc:sldMkLst>
          <pc:docMk/>
          <pc:sldMk cId="796058942" sldId="303"/>
        </pc:sldMkLst>
      </pc:sldChg>
      <pc:sldChg chg="modSp mod">
        <pc:chgData name="Colon, Jeffrey M." userId="615143b1-cdee-493d-9a9d-1565ce8666d9" providerId="ADAL" clId="{DC1DB158-BAB1-5930-B714-AEF472873853}" dt="2025-12-21T18:56:05.897" v="167" actId="20577"/>
        <pc:sldMkLst>
          <pc:docMk/>
          <pc:sldMk cId="107832605" sldId="304"/>
        </pc:sldMkLst>
        <pc:spChg chg="mod">
          <ac:chgData name="Colon, Jeffrey M." userId="615143b1-cdee-493d-9a9d-1565ce8666d9" providerId="ADAL" clId="{DC1DB158-BAB1-5930-B714-AEF472873853}" dt="2025-12-21T18:56:05.897" v="167" actId="20577"/>
          <ac:spMkLst>
            <pc:docMk/>
            <pc:sldMk cId="107832605" sldId="304"/>
            <ac:spMk id="3" creationId="{C662B330-8437-43F4-DCB3-08C38F5BE6F4}"/>
          </ac:spMkLst>
        </pc:spChg>
      </pc:sldChg>
      <pc:sldChg chg="addSp delSp modSp new mod ord">
        <pc:chgData name="Colon, Jeffrey M." userId="615143b1-cdee-493d-9a9d-1565ce8666d9" providerId="ADAL" clId="{DC1DB158-BAB1-5930-B714-AEF472873853}" dt="2025-12-21T21:07:06.295" v="467" actId="20578"/>
        <pc:sldMkLst>
          <pc:docMk/>
          <pc:sldMk cId="2114327470" sldId="305"/>
        </pc:sldMkLst>
        <pc:spChg chg="del">
          <ac:chgData name="Colon, Jeffrey M." userId="615143b1-cdee-493d-9a9d-1565ce8666d9" providerId="ADAL" clId="{DC1DB158-BAB1-5930-B714-AEF472873853}" dt="2025-12-21T19:23:14.831" v="214" actId="478"/>
          <ac:spMkLst>
            <pc:docMk/>
            <pc:sldMk cId="2114327470" sldId="305"/>
            <ac:spMk id="2" creationId="{739EDBC9-9220-5DFD-606C-BC1E31495E73}"/>
          </ac:spMkLst>
        </pc:spChg>
        <pc:spChg chg="mod">
          <ac:chgData name="Colon, Jeffrey M." userId="615143b1-cdee-493d-9a9d-1565ce8666d9" providerId="ADAL" clId="{DC1DB158-BAB1-5930-B714-AEF472873853}" dt="2025-12-21T19:31:04.683" v="315" actId="20577"/>
          <ac:spMkLst>
            <pc:docMk/>
            <pc:sldMk cId="2114327470" sldId="305"/>
            <ac:spMk id="3" creationId="{5C7B74C3-9091-763C-CA02-538DE9BF7C32}"/>
          </ac:spMkLst>
        </pc:spChg>
        <pc:picChg chg="add del mod">
          <ac:chgData name="Colon, Jeffrey M." userId="615143b1-cdee-493d-9a9d-1565ce8666d9" providerId="ADAL" clId="{DC1DB158-BAB1-5930-B714-AEF472873853}" dt="2025-12-21T20:13:39.392" v="451" actId="478"/>
          <ac:picMkLst>
            <pc:docMk/>
            <pc:sldMk cId="2114327470" sldId="305"/>
            <ac:picMk id="6" creationId="{346C2F7B-455F-7454-3279-69FE223FF6A1}"/>
          </ac:picMkLst>
        </pc:picChg>
        <pc:picChg chg="add mod">
          <ac:chgData name="Colon, Jeffrey M." userId="615143b1-cdee-493d-9a9d-1565ce8666d9" providerId="ADAL" clId="{DC1DB158-BAB1-5930-B714-AEF472873853}" dt="2025-12-21T20:25:20.472" v="464" actId="14100"/>
          <ac:picMkLst>
            <pc:docMk/>
            <pc:sldMk cId="2114327470" sldId="305"/>
            <ac:picMk id="7" creationId="{ED440A24-E40D-CA7F-6D62-6365AF75CFD1}"/>
          </ac:picMkLst>
        </pc:picChg>
      </pc:sldChg>
      <pc:sldChg chg="addSp delSp modSp new mod">
        <pc:chgData name="Colon, Jeffrey M." userId="615143b1-cdee-493d-9a9d-1565ce8666d9" providerId="ADAL" clId="{DC1DB158-BAB1-5930-B714-AEF472873853}" dt="2025-12-21T19:32:17.971" v="326" actId="1076"/>
        <pc:sldMkLst>
          <pc:docMk/>
          <pc:sldMk cId="2154928243" sldId="306"/>
        </pc:sldMkLst>
        <pc:spChg chg="del mod">
          <ac:chgData name="Colon, Jeffrey M." userId="615143b1-cdee-493d-9a9d-1565ce8666d9" providerId="ADAL" clId="{DC1DB158-BAB1-5930-B714-AEF472873853}" dt="2025-12-21T19:29:21.119" v="221"/>
          <ac:spMkLst>
            <pc:docMk/>
            <pc:sldMk cId="2154928243" sldId="306"/>
            <ac:spMk id="2" creationId="{D422BDEA-73C8-1800-A5BF-FEC8E41E3BFB}"/>
          </ac:spMkLst>
        </pc:spChg>
        <pc:spChg chg="mod">
          <ac:chgData name="Colon, Jeffrey M." userId="615143b1-cdee-493d-9a9d-1565ce8666d9" providerId="ADAL" clId="{DC1DB158-BAB1-5930-B714-AEF472873853}" dt="2025-12-21T19:30:18.689" v="288" actId="20577"/>
          <ac:spMkLst>
            <pc:docMk/>
            <pc:sldMk cId="2154928243" sldId="306"/>
            <ac:spMk id="3" creationId="{2F72B4CD-6C0F-EC17-5D2C-E433C819F2F8}"/>
          </ac:spMkLst>
        </pc:spChg>
        <pc:spChg chg="add mod">
          <ac:chgData name="Colon, Jeffrey M." userId="615143b1-cdee-493d-9a9d-1565ce8666d9" providerId="ADAL" clId="{DC1DB158-BAB1-5930-B714-AEF472873853}" dt="2025-12-21T19:32:17.971" v="326" actId="1076"/>
          <ac:spMkLst>
            <pc:docMk/>
            <pc:sldMk cId="2154928243" sldId="306"/>
            <ac:spMk id="8" creationId="{36F025A3-4EC5-F73E-5491-1902505FB13C}"/>
          </ac:spMkLst>
        </pc:spChg>
        <pc:picChg chg="add mod">
          <ac:chgData name="Colon, Jeffrey M." userId="615143b1-cdee-493d-9a9d-1565ce8666d9" providerId="ADAL" clId="{DC1DB158-BAB1-5930-B714-AEF472873853}" dt="2025-12-21T19:29:49.075" v="228" actId="1076"/>
          <ac:picMkLst>
            <pc:docMk/>
            <pc:sldMk cId="2154928243" sldId="306"/>
            <ac:picMk id="7" creationId="{FF45B6E1-ED9F-C3AA-7955-67E61BA67613}"/>
          </ac:picMkLst>
        </pc:picChg>
      </pc:sldChg>
      <pc:sldChg chg="addSp delSp modSp new mod">
        <pc:chgData name="Colon, Jeffrey M." userId="615143b1-cdee-493d-9a9d-1565ce8666d9" providerId="ADAL" clId="{DC1DB158-BAB1-5930-B714-AEF472873853}" dt="2025-12-21T22:20:50.449" v="562" actId="9405"/>
        <pc:sldMkLst>
          <pc:docMk/>
          <pc:sldMk cId="3524320792" sldId="307"/>
        </pc:sldMkLst>
        <pc:spChg chg="del">
          <ac:chgData name="Colon, Jeffrey M." userId="615143b1-cdee-493d-9a9d-1565ce8666d9" providerId="ADAL" clId="{DC1DB158-BAB1-5930-B714-AEF472873853}" dt="2025-12-21T22:12:58.063" v="511"/>
          <ac:spMkLst>
            <pc:docMk/>
            <pc:sldMk cId="3524320792" sldId="307"/>
            <ac:spMk id="2" creationId="{E7D22ACF-26B8-9AA6-8C57-D25A85C38DB6}"/>
          </ac:spMkLst>
        </pc:spChg>
        <pc:spChg chg="mod">
          <ac:chgData name="Colon, Jeffrey M." userId="615143b1-cdee-493d-9a9d-1565ce8666d9" providerId="ADAL" clId="{DC1DB158-BAB1-5930-B714-AEF472873853}" dt="2025-12-21T22:19:19.914" v="560" actId="20577"/>
          <ac:spMkLst>
            <pc:docMk/>
            <pc:sldMk cId="3524320792" sldId="307"/>
            <ac:spMk id="3" creationId="{6F875661-C7E3-C7E5-FDC8-580B9E20F56A}"/>
          </ac:spMkLst>
        </pc:spChg>
        <pc:picChg chg="add mod">
          <ac:chgData name="Colon, Jeffrey M." userId="615143b1-cdee-493d-9a9d-1565ce8666d9" providerId="ADAL" clId="{DC1DB158-BAB1-5930-B714-AEF472873853}" dt="2025-12-21T22:13:03.130" v="515" actId="14100"/>
          <ac:picMkLst>
            <pc:docMk/>
            <pc:sldMk cId="3524320792" sldId="307"/>
            <ac:picMk id="7" creationId="{6DA77169-AF3A-28D4-F6D6-246E2A9A211A}"/>
          </ac:picMkLst>
        </pc:picChg>
        <pc:inkChg chg="add">
          <ac:chgData name="Colon, Jeffrey M." userId="615143b1-cdee-493d-9a9d-1565ce8666d9" providerId="ADAL" clId="{DC1DB158-BAB1-5930-B714-AEF472873853}" dt="2025-12-21T22:17:08.282" v="516" actId="9405"/>
          <ac:inkMkLst>
            <pc:docMk/>
            <pc:sldMk cId="3524320792" sldId="307"/>
            <ac:inkMk id="8" creationId="{05923C89-E3D6-6F10-1458-80D5EDF56FCC}"/>
          </ac:inkMkLst>
        </pc:inkChg>
        <pc:inkChg chg="add">
          <ac:chgData name="Colon, Jeffrey M." userId="615143b1-cdee-493d-9a9d-1565ce8666d9" providerId="ADAL" clId="{DC1DB158-BAB1-5930-B714-AEF472873853}" dt="2025-12-21T22:17:10.862" v="517" actId="9405"/>
          <ac:inkMkLst>
            <pc:docMk/>
            <pc:sldMk cId="3524320792" sldId="307"/>
            <ac:inkMk id="9" creationId="{BB0269E8-C588-AE99-45AC-E4BDDFC0D99E}"/>
          </ac:inkMkLst>
        </pc:inkChg>
        <pc:inkChg chg="add">
          <ac:chgData name="Colon, Jeffrey M." userId="615143b1-cdee-493d-9a9d-1565ce8666d9" providerId="ADAL" clId="{DC1DB158-BAB1-5930-B714-AEF472873853}" dt="2025-12-21T22:17:14.068" v="518" actId="9405"/>
          <ac:inkMkLst>
            <pc:docMk/>
            <pc:sldMk cId="3524320792" sldId="307"/>
            <ac:inkMk id="10" creationId="{4145F595-01F2-E1CC-9BA9-5F99489A1E47}"/>
          </ac:inkMkLst>
        </pc:inkChg>
        <pc:inkChg chg="add">
          <ac:chgData name="Colon, Jeffrey M." userId="615143b1-cdee-493d-9a9d-1565ce8666d9" providerId="ADAL" clId="{DC1DB158-BAB1-5930-B714-AEF472873853}" dt="2025-12-21T22:17:21.086" v="519" actId="9405"/>
          <ac:inkMkLst>
            <pc:docMk/>
            <pc:sldMk cId="3524320792" sldId="307"/>
            <ac:inkMk id="11" creationId="{7CF0E52F-6C53-1211-A5B5-F301268AAE52}"/>
          </ac:inkMkLst>
        </pc:inkChg>
        <pc:inkChg chg="add">
          <ac:chgData name="Colon, Jeffrey M." userId="615143b1-cdee-493d-9a9d-1565ce8666d9" providerId="ADAL" clId="{DC1DB158-BAB1-5930-B714-AEF472873853}" dt="2025-12-21T22:17:37.697" v="520" actId="9405"/>
          <ac:inkMkLst>
            <pc:docMk/>
            <pc:sldMk cId="3524320792" sldId="307"/>
            <ac:inkMk id="12" creationId="{65844295-5A72-F032-1EDC-113A1A23D45B}"/>
          </ac:inkMkLst>
        </pc:inkChg>
        <pc:inkChg chg="add">
          <ac:chgData name="Colon, Jeffrey M." userId="615143b1-cdee-493d-9a9d-1565ce8666d9" providerId="ADAL" clId="{DC1DB158-BAB1-5930-B714-AEF472873853}" dt="2025-12-21T22:17:40.140" v="521" actId="9405"/>
          <ac:inkMkLst>
            <pc:docMk/>
            <pc:sldMk cId="3524320792" sldId="307"/>
            <ac:inkMk id="13" creationId="{A5390272-71B6-32AC-11BF-D8B6BA067FC1}"/>
          </ac:inkMkLst>
        </pc:inkChg>
        <pc:inkChg chg="add">
          <ac:chgData name="Colon, Jeffrey M." userId="615143b1-cdee-493d-9a9d-1565ce8666d9" providerId="ADAL" clId="{DC1DB158-BAB1-5930-B714-AEF472873853}" dt="2025-12-21T22:17:42.378" v="522" actId="9405"/>
          <ac:inkMkLst>
            <pc:docMk/>
            <pc:sldMk cId="3524320792" sldId="307"/>
            <ac:inkMk id="14" creationId="{5DED7AAA-E9BC-D52F-AF7F-28E896E10F54}"/>
          </ac:inkMkLst>
        </pc:inkChg>
        <pc:inkChg chg="add">
          <ac:chgData name="Colon, Jeffrey M." userId="615143b1-cdee-493d-9a9d-1565ce8666d9" providerId="ADAL" clId="{DC1DB158-BAB1-5930-B714-AEF472873853}" dt="2025-12-21T22:17:43.529" v="523" actId="9405"/>
          <ac:inkMkLst>
            <pc:docMk/>
            <pc:sldMk cId="3524320792" sldId="307"/>
            <ac:inkMk id="15" creationId="{3C51D9D5-02AE-7F31-49AC-452EB0918B8B}"/>
          </ac:inkMkLst>
        </pc:inkChg>
        <pc:inkChg chg="add">
          <ac:chgData name="Colon, Jeffrey M." userId="615143b1-cdee-493d-9a9d-1565ce8666d9" providerId="ADAL" clId="{DC1DB158-BAB1-5930-B714-AEF472873853}" dt="2025-12-21T22:18:42.002" v="524" actId="9405"/>
          <ac:inkMkLst>
            <pc:docMk/>
            <pc:sldMk cId="3524320792" sldId="307"/>
            <ac:inkMk id="16" creationId="{5C670584-963E-35EC-3F23-776BF669CC99}"/>
          </ac:inkMkLst>
        </pc:inkChg>
        <pc:inkChg chg="add">
          <ac:chgData name="Colon, Jeffrey M." userId="615143b1-cdee-493d-9a9d-1565ce8666d9" providerId="ADAL" clId="{DC1DB158-BAB1-5930-B714-AEF472873853}" dt="2025-12-21T22:20:43.029" v="561" actId="9405"/>
          <ac:inkMkLst>
            <pc:docMk/>
            <pc:sldMk cId="3524320792" sldId="307"/>
            <ac:inkMk id="17" creationId="{F151ABFD-2F81-24B1-7C8E-D793A2FAE07A}"/>
          </ac:inkMkLst>
        </pc:inkChg>
        <pc:inkChg chg="add">
          <ac:chgData name="Colon, Jeffrey M." userId="615143b1-cdee-493d-9a9d-1565ce8666d9" providerId="ADAL" clId="{DC1DB158-BAB1-5930-B714-AEF472873853}" dt="2025-12-21T22:20:50.449" v="562" actId="9405"/>
          <ac:inkMkLst>
            <pc:docMk/>
            <pc:sldMk cId="3524320792" sldId="307"/>
            <ac:inkMk id="18" creationId="{8614B84B-D834-C189-62DB-0DC22B36AEA0}"/>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08.27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1,'87'0,"-1"0,-12 0,4 0,2 0,15 3,3 1,4-1,-16-2,4-1,1 1,0 1,4 3,2 1,-1 1,-1-3,-1-2,0-1,-2-1,0 1,-7 2,-2 0,0 1,-1-2,-3-1,0-1,-2-1,-5 1,-2 0,-5 0,0 0,3 0,0 0,-2 0,15 0,-4 0,-4 0,1 0,16 0,2 0,7 0,0 0,-33 0,0 0,2 0,9 0,2 0,-1 0,-2 1,-1 0,1 1,9 1,2 1,-1 1,-5 0,0 1,0-1,0 1,-1 1,-1-2,-4-1,0 0,-2-1,-3-1,-2-1,0 0,27-1,-4 0,-12 0,-4 0,-6 0,-3 0,-10 0,-1 0,0 0,-1 0,22 0,-11 0,-12 0,-13 0,34 0,-19 0,28 0,-36 0,-3 0,-27 0,-8 0,14 0,-2 0,27 0,17 0,-16 0,5 0,14 0,2 0,2 0,0 0,-1 0,-5 0,9 0,-24 0,-41 0,0 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10.8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0,'97'0,"-1"0,-12 0,4 0,2 0,8 0,-6 0,-22 0,-3 0,-1 0,33 0,-8 0,-30 0,-10 0,1 0,-21 0,-19 0,4 0,4 0,-4 0,9 0,-12 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14.0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1,'86'0,"0"0,1 0,-9 0,-1 0,2 0,9 0,2 0,-4 0,-16 0,-3 0,0 0,31 0,-7 0,-27 0,-9 0,4 0,40 0,-37 0,1 0,1 0,14 0,15 0,7 0,-46 0,3 0,16 0,4 0,6 0,1 0,1 0,-1 0,0 0,-6 0,-26 0,-3 0,39 0,-66 0,7 0,-23 0,9 0,3 0,3 0,20 0,41 0,9 0,-34 0,-2 0,12 0,-28 0,-24 0,-9 0,3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1T22:17:21.085"/>
    </inkml:context>
    <inkml:brush xml:id="br0">
      <inkml:brushProperty name="width" value="0.1" units="cm"/>
      <inkml:brushProperty name="height" value="0.6" units="cm"/>
      <inkml:brushProperty name="color" value="#849398"/>
      <inkml:brushProperty name="inkEffects" value="pencil"/>
    </inkml:brush>
  </inkml:definitions>
  <inkml:trace contextRef="#ctx0" brushRef="#br0">0 21 16383,'89'0'0,"0"0"0,0 0 0,-1 0 0,1 0 0,0 0 0,0 0 0,5 0 0,3 0 0,-2 0 0,-3 0 0,-7 0 0,-10 0 0,4 0 0,-11 0 0,0 0 0,5 0 0,-1 0 0,-3 0 0,11 0 0,-3 0 0,6 0 0,1 0 0,3 0 0,-4 0 0,-19 0 0,-1 0 0,10 0 0,-4 0 0,24 0 0,-6 0 0,8 0 0,-43 0 0,5 0 0,23 0 0,5 1 0,4 3 0,3 2 0,-17-2 0,3 0 0,-2 2 0,-8 0 0,0 2 0,-2 0 0,33 2 0,-4 1 0,-16-1 0,-4-1 0,-12-2 0,-2-1 0,-7-1 0,0-2 0,45 0 0,-9-3 0,0 0 0,-10-1 0,16-6 0,-43 6 0,3-1 0,16-1 0,5-1 0,7 4 0,6 0 0,-15 0 0,4 0 0,3 0 0,-5 0 0,5 0 0,-1 0 0,-3 0 0,8 0 0,-4 0 0,3 0 0,-6 0 0,6 0 0,-4 0 0,-12 0 0,-7 0 0,-7 0 0,13 0 0,-12 0 0,-33 0 0,-9 0 0,-5-1 0,0-10 0,5 5 0,21-17 0,6 7 0,12-3 0,-12 5 0,-15 6 0,-14 5 0,-3 0 0,-4-1 0,-3 3 0,-7-3 0,2 4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37.694"/>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1 102,'57'3,"0"-1,0 1,2-2,24 0,3-2,-6 1,0 0,3 0,0 0,3 0,3 0,-15 0,3 0,1 0,-2 0,0 0,5 0,0 0,5 0,3 0,-1 0,0 0,-1 0,2 0,3 0,-8 0,4 0,0 0,1 0,-3 0,-4 0,-1 0,-1 0,0 0,-2 0,16 0,-1 0,-2 0,-1 0,-6 0,-2 0,-1 0,-1 0,16 0,-3 0,-1 1,-4 1,-2 1,0 1,1 0,-1 0,-1 2,-8 0,-1 2,-1 0,-1-1,-1 1,-1-1,-4-1,0 1,-4-2,14 0,-7 0,28 0,-22-5,-7 0,-16 0,12 0,-25 0,-15 0,8 0,-11 0,14 0,7 0,21 0,9 0,-22 0,2 0,-3 0,0 0,1 0,0 0,2 0,-4 0,22-3,1-5,-33 1,-10-3,-18 3,-4-1,1-19,-4 16,0-23,-1 23,3-14,2 10,-2-6,-4 10,-2-2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0.137"/>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0 119,'92'0,"-1"0,-8 0,6 0,5 0,-2 0,5 0,3 0,-2 0,-4 0,-3 0,3 0,4 0,-15 0,5 0,3 0,-2 0,-3 0,-7 0,26 0,-9 0,3 0,-13 0,3 0,-3 0,-12 0,2 0,-13 0,11 0,-48 0,-18 0,-58-9,32 2,-39-5,-9-3,-2-10,-20 2,44 5,35 12,6 5,-2-2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2.375"/>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90,'80'-4,"0"1,0-1,0 1,12-2,-3 1,-1-2,0-2,-2-1,-8 0,-4 1,-10 0,25-7,-63 12,-23 3,-1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3.52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8:42"/>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20:43.025"/>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1 120,'66'0,"-1"0,7 0,-1 0,-9 0,-1 0,3 0,-2 0,26 0,1 0,-46 0,55 0,-32 0,-1 0,5 0,-16 0,2 0,15 0,2 0,-6-2,0-1,9-2,1-1,5-2,-2-1,-5-1,-2 0,-10 1,-4 1,22-1,-36 4,-20 5,-11 0,-4-4,17 2,-4-2,18 3,-18-1,-3-2,-10 0,4 0,1 2,1 2,1 0,-4-4,4 3,1-3,5 4,6 0,5 0,-3 0,-1 0,-18 0,2 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20:50.4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36,'79'0,"-1"0,0 0,9 0,5 0,3 0,-4 0,-10 0,-3 0,0 0,1 0,8 0,1 0,-1 0,-2 0,16 0,-3 0,-12 0,-16 0,-7 0,-1 0,-6 0,3 0,-25 0,36 0,-9 0,-4 0,7 0,11 0,5 0,-12 0,3 0,2 0,1 0,2 0,-1 0,-1-1,0-1,-5 0,4 1,-6-1,-9-2,-9-1,-12 1,-14-1,-19 1,-53 2,33-1,-39 3,46 4,0-3,-15 8,5-7,-18 3,3-5,4 0,-11 6,10-4,6 4,-3 0,21-4,-11 4,7-6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A6B8D7-CFCE-B84B-BA3D-E36F1D3D1033}" type="datetimeFigureOut">
              <a:rPr lang="en-US" smtClean="0"/>
              <a:t>12/21/25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3258D-F88C-F440-AD20-53E2DCDDB8B5}" type="slidenum">
              <a:rPr lang="en-US" smtClean="0"/>
              <a:t>‹#›</a:t>
            </a:fld>
            <a:endParaRPr lang="en-US"/>
          </a:p>
        </p:txBody>
      </p:sp>
    </p:spTree>
    <p:extLst>
      <p:ext uri="{BB962C8B-B14F-4D97-AF65-F5344CB8AC3E}">
        <p14:creationId xmlns:p14="http://schemas.microsoft.com/office/powerpoint/2010/main" val="46093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473258D-F88C-F440-AD20-53E2DCDDB8B5}" type="slidenum">
              <a:rPr lang="en-US" smtClean="0"/>
              <a:t>3</a:t>
            </a:fld>
            <a:endParaRPr lang="en-US"/>
          </a:p>
        </p:txBody>
      </p:sp>
    </p:spTree>
    <p:extLst>
      <p:ext uri="{BB962C8B-B14F-4D97-AF65-F5344CB8AC3E}">
        <p14:creationId xmlns:p14="http://schemas.microsoft.com/office/powerpoint/2010/main" val="1634747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4558C52D-64BB-C941-8CB6-E3187F3C9FF0}" type="slidenum">
              <a:rPr lang="en-US" altLang="en-US" sz="1200">
                <a:latin typeface="Times" charset="0"/>
              </a:rPr>
              <a:pPr/>
              <a:t>4</a:t>
            </a:fld>
            <a:endParaRPr lang="en-US" altLang="en-US" sz="1200">
              <a:latin typeface="Times"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1749307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19872679-F730-7143-8969-515D153A372A}" type="slidenum">
              <a:rPr lang="en-US" altLang="en-US" sz="1200">
                <a:latin typeface="Times" charset="0"/>
              </a:rPr>
              <a:pPr/>
              <a:t>5</a:t>
            </a:fld>
            <a:endParaRPr lang="en-US" altLang="en-US" sz="1200">
              <a:latin typeface="Times" charset="0"/>
            </a:endParaRPr>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98926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6</a:t>
            </a:fld>
            <a:endParaRPr lang="en-US"/>
          </a:p>
        </p:txBody>
      </p:sp>
    </p:spTree>
    <p:extLst>
      <p:ext uri="{BB962C8B-B14F-4D97-AF65-F5344CB8AC3E}">
        <p14:creationId xmlns:p14="http://schemas.microsoft.com/office/powerpoint/2010/main" val="175685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7A1E50C9-9D3D-CF4C-95BC-90F860D77D37}" type="slidenum">
              <a:rPr lang="en-US" altLang="en-US" sz="1200">
                <a:latin typeface="Times" charset="0"/>
              </a:rPr>
              <a:pPr/>
              <a:t>7</a:t>
            </a:fld>
            <a:endParaRPr lang="en-US" altLang="en-US" sz="1200">
              <a:latin typeface="Times" charset="0"/>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391841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2A2FD415-3503-C54A-920B-CD0EF3E8E5CE}" type="slidenum">
              <a:rPr lang="en-US" altLang="en-US" sz="1200">
                <a:latin typeface="Times" charset="0"/>
              </a:rPr>
              <a:pPr/>
              <a:t>8</a:t>
            </a:fld>
            <a:endParaRPr lang="en-US" altLang="en-US" sz="1200">
              <a:latin typeface="Times"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2004105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Introduction</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000" b="1"/>
            </a:lvl1pPr>
          </a:lstStyle>
          <a:p>
            <a:pPr lvl="0"/>
            <a:r>
              <a:rPr lang="en-US"/>
              <a:t>Click to edit Master title style</a:t>
            </a:r>
            <a:endParaRPr lang="en-US" dirty="0"/>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Introduction</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Introduction</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54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02452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10112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50769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76061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Introduction</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44854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4160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34481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78794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1703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45545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444763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324026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52526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784782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00491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209844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179405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47754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6570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13127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871942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5410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069551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631887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9321310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433748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9855464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6195830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995828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332775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0598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064438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559347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018163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469236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506504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1282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113669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298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587117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869224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0243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20796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48866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900634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Introduction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13511201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9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Introduction</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_Intro_26</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3" Type="http://schemas.openxmlformats.org/officeDocument/2006/relationships/hyperlink" Target="https://taxnotes.com/research" TargetMode="External"/><Relationship Id="rId2" Type="http://schemas.openxmlformats.org/officeDocument/2006/relationships/hyperlink" Target="https://jmc877.github.io/Corporate-Tax/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3" Type="http://schemas.openxmlformats.org/officeDocument/2006/relationships/customXml" Target="../ink/ink1.xml"/><Relationship Id="rId21" Type="http://schemas.openxmlformats.org/officeDocument/2006/relationships/image" Target="../media/image18.png"/><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9.png"/><Relationship Id="rId16" Type="http://schemas.openxmlformats.org/officeDocument/2006/relationships/image" Target="../media/image16.png"/><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image" Target="../media/image19.png"/><Relationship Id="rId10" Type="http://schemas.openxmlformats.org/officeDocument/2006/relationships/image" Target="../media/image13.png"/><Relationship Id="rId19" Type="http://schemas.openxmlformats.org/officeDocument/2006/relationships/customXml" Target="../ink/ink9.xml"/><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 Id="rId22" Type="http://schemas.openxmlformats.org/officeDocument/2006/relationships/customXml" Target="../ink/ink1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dirty="0"/>
              <a:t>Corporate Taxation</a:t>
            </a:r>
          </a:p>
        </p:txBody>
      </p:sp>
      <p:sp>
        <p:nvSpPr>
          <p:cNvPr id="3" name="Subtitle 2"/>
          <p:cNvSpPr>
            <a:spLocks noGrp="1"/>
          </p:cNvSpPr>
          <p:nvPr>
            <p:ph type="subTitle" idx="1"/>
          </p:nvPr>
        </p:nvSpPr>
        <p:spPr>
          <a:xfrm>
            <a:off x="1524000" y="2988641"/>
            <a:ext cx="9144000" cy="1655762"/>
          </a:xfrm>
        </p:spPr>
        <p:txBody>
          <a:bodyPr>
            <a:normAutofit/>
          </a:bodyPr>
          <a:lstStyle/>
          <a:p>
            <a:r>
              <a:rPr lang="en-US" sz="2800" dirty="0"/>
              <a:t>Prof. Colon</a:t>
            </a:r>
          </a:p>
          <a:p>
            <a:r>
              <a:rPr lang="en-US" sz="2800" dirty="0"/>
              <a:t>Spring 2026</a:t>
            </a:r>
          </a:p>
          <a:p>
            <a:r>
              <a:rPr lang="en-US" sz="2800" dirty="0"/>
              <a:t>Introduction</a:t>
            </a:r>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572001" y="4893917"/>
            <a:ext cx="2873661" cy="649527"/>
          </a:xfrm>
          <a:prstGeom prst="rect">
            <a:avLst/>
          </a:prstGeom>
        </p:spPr>
      </p:pic>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2800" dirty="0"/>
              <a:t>Class Web Page: </a:t>
            </a:r>
            <a:r>
              <a:rPr lang="en-US" sz="2800" dirty="0">
                <a:hlinkClick r:id="rId2"/>
              </a:rPr>
              <a:t>https://jmc877.github.io/Corporate-Tax/</a:t>
            </a:r>
            <a:r>
              <a:rPr lang="en-US" sz="2800" dirty="0" err="1">
                <a:hlinkClick r:id="rId2"/>
              </a:rPr>
              <a:t>index.html</a:t>
            </a:r>
            <a:endParaRPr lang="en-US" sz="2800" dirty="0"/>
          </a:p>
          <a:p>
            <a:r>
              <a:rPr lang="en-US" sz="2800" dirty="0"/>
              <a:t>Textbook &amp; Code</a:t>
            </a:r>
          </a:p>
          <a:p>
            <a:pPr lvl="1"/>
            <a:r>
              <a:rPr lang="en-US" sz="2400" dirty="0"/>
              <a:t>Class textbook</a:t>
            </a:r>
          </a:p>
          <a:p>
            <a:pPr lvl="2"/>
            <a:r>
              <a:rPr lang="en-US" sz="2400" dirty="0"/>
              <a:t>Block, Glogower, &amp; Blank, </a:t>
            </a:r>
            <a:r>
              <a:rPr lang="en-US" sz="2400" i="1" dirty="0"/>
              <a:t>Examples &amp; Explanations: Corporate Taxation</a:t>
            </a:r>
            <a:r>
              <a:rPr lang="en-US" sz="2400" dirty="0"/>
              <a:t> (5th ed. 2022).  </a:t>
            </a:r>
            <a:endParaRPr lang="en-US" sz="2800" dirty="0"/>
          </a:p>
          <a:p>
            <a:pPr lvl="1"/>
            <a:r>
              <a:rPr lang="en-US" sz="2400" dirty="0"/>
              <a:t>Supplemental (not required) Materials</a:t>
            </a:r>
          </a:p>
          <a:p>
            <a:pPr lvl="2"/>
            <a:r>
              <a:rPr lang="en-US" sz="2400" dirty="0"/>
              <a:t>Yin &amp; Burke, </a:t>
            </a:r>
            <a:r>
              <a:rPr lang="en-US" sz="2400" i="1" dirty="0"/>
              <a:t>Corporate Taxation </a:t>
            </a:r>
            <a:r>
              <a:rPr lang="en-US" sz="2400" dirty="0"/>
              <a:t>(</a:t>
            </a:r>
            <a:r>
              <a:rPr lang="en-US" sz="2400" b="1" dirty="0"/>
              <a:t>2</a:t>
            </a:r>
            <a:r>
              <a:rPr lang="en-US" sz="2400" b="1" baseline="30000" dirty="0"/>
              <a:t>nd</a:t>
            </a:r>
            <a:r>
              <a:rPr lang="en-US" sz="2400" dirty="0"/>
              <a:t> 2015) and Yin &amp; Burke, </a:t>
            </a:r>
            <a:r>
              <a:rPr lang="en-US" sz="2400" i="1" dirty="0"/>
              <a:t>Supplement </a:t>
            </a:r>
            <a:r>
              <a:rPr lang="en-US" sz="2400" dirty="0"/>
              <a:t>(2018)</a:t>
            </a:r>
          </a:p>
          <a:p>
            <a:pPr lvl="2"/>
            <a:r>
              <a:rPr lang="en-US" sz="2400" dirty="0"/>
              <a:t>Burke, </a:t>
            </a:r>
            <a:r>
              <a:rPr lang="en-US" sz="2400" i="1" dirty="0"/>
              <a:t>Fed. Income Taxation of Corporations and Shareholders in a Nutshell</a:t>
            </a:r>
            <a:r>
              <a:rPr lang="en-US" sz="2400" dirty="0"/>
              <a:t> (9</a:t>
            </a:r>
            <a:r>
              <a:rPr lang="en-US" sz="2400" baseline="30000" dirty="0"/>
              <a:t>th</a:t>
            </a:r>
            <a:r>
              <a:rPr lang="en-US" sz="2400" dirty="0"/>
              <a:t> ed. 2024)</a:t>
            </a:r>
          </a:p>
          <a:p>
            <a:pPr lvl="2"/>
            <a:r>
              <a:rPr lang="en-US" sz="2400" dirty="0"/>
              <a:t>Schwarz &amp; Lathrope, </a:t>
            </a:r>
            <a:r>
              <a:rPr lang="en-US" sz="2400" i="1" dirty="0"/>
              <a:t>Corporate Taxation</a:t>
            </a:r>
            <a:r>
              <a:rPr lang="en-US" sz="2400" dirty="0"/>
              <a:t> (Black Letter), 9</a:t>
            </a:r>
            <a:r>
              <a:rPr lang="en-US" sz="2400" baseline="30000" dirty="0"/>
              <a:t>th</a:t>
            </a:r>
            <a:r>
              <a:rPr lang="en-US" sz="2400" dirty="0"/>
              <a:t> ed.</a:t>
            </a:r>
          </a:p>
          <a:p>
            <a:pPr lvl="1"/>
            <a:r>
              <a:rPr lang="en-US" sz="2400" dirty="0"/>
              <a:t>Code &amp; Regs: Pdf</a:t>
            </a:r>
          </a:p>
          <a:p>
            <a:pPr lvl="2"/>
            <a:r>
              <a:rPr lang="en-US" sz="2400" dirty="0">
                <a:hlinkClick r:id="rId3"/>
              </a:rPr>
              <a:t>Tax Analysts Tax Research Database</a:t>
            </a:r>
            <a:r>
              <a:rPr lang="en-US" sz="2400" dirty="0"/>
              <a:t> (a great free resource)</a:t>
            </a:r>
          </a:p>
          <a:p>
            <a:pPr lvl="1"/>
            <a:r>
              <a:rPr lang="en-US" sz="2800" dirty="0"/>
              <a:t>Exam: Yes; 3 hours, short answer and perhaps a few MC questions.</a:t>
            </a:r>
          </a:p>
          <a:p>
            <a:r>
              <a:rPr lang="en-US" sz="2800" dirty="0"/>
              <a:t>Recording: Yes</a:t>
            </a:r>
          </a:p>
        </p:txBody>
      </p:sp>
      <p:sp>
        <p:nvSpPr>
          <p:cNvPr id="2" name="Title 1"/>
          <p:cNvSpPr>
            <a:spLocks noGrp="1"/>
          </p:cNvSpPr>
          <p:nvPr>
            <p:ph type="title"/>
          </p:nvPr>
        </p:nvSpPr>
        <p:spPr/>
        <p:txBody>
          <a:bodyPr/>
          <a:lstStyle/>
          <a:p>
            <a:r>
              <a:rPr lang="en-US" dirty="0"/>
              <a:t>Administrative Details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Tree>
    <p:extLst>
      <p:ext uri="{BB962C8B-B14F-4D97-AF65-F5344CB8AC3E}">
        <p14:creationId xmlns:p14="http://schemas.microsoft.com/office/powerpoint/2010/main" val="72299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Understand and be able to apply to problems the fundamental provisions of the US tax rules applicable to C and S corporations and their shareholders:</a:t>
            </a:r>
          </a:p>
          <a:p>
            <a:pPr lvl="1"/>
            <a:r>
              <a:rPr lang="en-US" sz="2400" dirty="0"/>
              <a:t>Subchapters C (90%) and S (10%) of the Internal Revenue Code and accompanying Treasury Regulations</a:t>
            </a:r>
          </a:p>
          <a:p>
            <a:pPr lvl="1"/>
            <a:r>
              <a:rPr lang="en-US" sz="2400" dirty="0"/>
              <a:t>IRS administrative guidance (revenue rulings, revenue procedures, notices, and PLRs)</a:t>
            </a:r>
          </a:p>
          <a:p>
            <a:pPr lvl="1"/>
            <a:r>
              <a:rPr lang="en-US" sz="2400" dirty="0"/>
              <a:t>Judicial decisions interpreting the Code and Regs, and especially the application of common law and statutory substance-over-form principles</a:t>
            </a:r>
          </a:p>
          <a:p>
            <a:pPr lvl="1"/>
            <a:r>
              <a:rPr lang="en-US" sz="2400" dirty="0"/>
              <a:t>Be able to do competently undertake basic corporate tax research </a:t>
            </a:r>
            <a:endParaRPr lang="en-US" dirty="0"/>
          </a:p>
        </p:txBody>
      </p:sp>
      <p:sp>
        <p:nvSpPr>
          <p:cNvPr id="2" name="Title 1"/>
          <p:cNvSpPr>
            <a:spLocks noGrp="1"/>
          </p:cNvSpPr>
          <p:nvPr>
            <p:ph type="title"/>
          </p:nvPr>
        </p:nvSpPr>
        <p:spPr/>
        <p:txBody>
          <a:bodyPr/>
          <a:lstStyle/>
          <a:p>
            <a:r>
              <a:rPr lang="en-US" dirty="0"/>
              <a:t>Course Goals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extLst>
      <p:ext uri="{BB962C8B-B14F-4D97-AF65-F5344CB8AC3E}">
        <p14:creationId xmlns:p14="http://schemas.microsoft.com/office/powerpoint/2010/main" val="94936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idx="1"/>
          </p:nvPr>
        </p:nvSpPr>
        <p:spPr/>
        <p:txBody>
          <a:bodyPr/>
          <a:lstStyle/>
          <a:p>
            <a:pPr eaLnBrk="1" hangingPunct="1"/>
            <a:endParaRPr lang="en-US" altLang="en-US"/>
          </a:p>
          <a:p>
            <a:pPr eaLnBrk="1" hangingPunct="1"/>
            <a:endParaRPr lang="en-US" altLang="en-US"/>
          </a:p>
          <a:p>
            <a:pPr eaLnBrk="1" hangingPunct="1"/>
            <a:endParaRPr lang="en-US" altLang="en-US"/>
          </a:p>
        </p:txBody>
      </p:sp>
      <p:sp>
        <p:nvSpPr>
          <p:cNvPr id="18435" name="Rectangle 2"/>
          <p:cNvSpPr>
            <a:spLocks noGrp="1" noChangeArrowheads="1"/>
          </p:cNvSpPr>
          <p:nvPr>
            <p:ph type="title"/>
          </p:nvPr>
        </p:nvSpPr>
        <p:spPr/>
        <p:txBody>
          <a:bodyPr/>
          <a:lstStyle/>
          <a:p>
            <a:br>
              <a:rPr lang="en-US" altLang="en-US" sz="2400" b="1" dirty="0">
                <a:solidFill>
                  <a:srgbClr val="000000"/>
                </a:solidFill>
              </a:rPr>
            </a:br>
            <a:r>
              <a:rPr lang="en-US" altLang="en-US" dirty="0">
                <a:solidFill>
                  <a:srgbClr val="000000"/>
                </a:solidFill>
              </a:rPr>
              <a:t> Promulgating, Interpreting, and Administering U.S. Tax Law </a:t>
            </a:r>
            <a:endParaRPr lang="en-US" altLang="en-US" b="1" dirty="0">
              <a:solidFill>
                <a:srgbClr val="000000"/>
              </a:solidFill>
            </a:endParaRPr>
          </a:p>
        </p:txBody>
      </p:sp>
      <p:sp>
        <p:nvSpPr>
          <p:cNvPr id="5125" name="Rectangle 5"/>
          <p:cNvSpPr>
            <a:spLocks noChangeArrowheads="1"/>
          </p:cNvSpPr>
          <p:nvPr/>
        </p:nvSpPr>
        <p:spPr bwMode="auto">
          <a:xfrm>
            <a:off x="2793763" y="18829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dirty="0"/>
              <a:t>Executive Branch</a:t>
            </a:r>
          </a:p>
        </p:txBody>
      </p:sp>
      <p:sp>
        <p:nvSpPr>
          <p:cNvPr id="5126" name="Rectangle 6"/>
          <p:cNvSpPr>
            <a:spLocks noChangeArrowheads="1"/>
          </p:cNvSpPr>
          <p:nvPr/>
        </p:nvSpPr>
        <p:spPr bwMode="auto">
          <a:xfrm>
            <a:off x="6908563" y="18829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a:t>Judicial Branch</a:t>
            </a:r>
          </a:p>
        </p:txBody>
      </p:sp>
      <p:sp>
        <p:nvSpPr>
          <p:cNvPr id="5127" name="Rectangle 7"/>
          <p:cNvSpPr>
            <a:spLocks noChangeArrowheads="1"/>
          </p:cNvSpPr>
          <p:nvPr/>
        </p:nvSpPr>
        <p:spPr bwMode="auto">
          <a:xfrm>
            <a:off x="4965463" y="36355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a:t>Legislative Branch</a:t>
            </a:r>
          </a:p>
        </p:txBody>
      </p:sp>
      <p:cxnSp>
        <p:nvCxnSpPr>
          <p:cNvPr id="5129" name="AutoShape 9"/>
          <p:cNvCxnSpPr>
            <a:cxnSpLocks noChangeShapeType="1"/>
            <a:stCxn id="5125" idx="2"/>
            <a:endCxn id="5127" idx="0"/>
          </p:cNvCxnSpPr>
          <p:nvPr/>
        </p:nvCxnSpPr>
        <p:spPr bwMode="auto">
          <a:xfrm>
            <a:off x="3914537" y="2714771"/>
            <a:ext cx="2171700" cy="92075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130" name="AutoShape 10"/>
          <p:cNvCxnSpPr>
            <a:cxnSpLocks noChangeShapeType="1"/>
            <a:stCxn id="5126" idx="2"/>
            <a:endCxn id="5127" idx="0"/>
          </p:cNvCxnSpPr>
          <p:nvPr/>
        </p:nvCxnSpPr>
        <p:spPr bwMode="auto">
          <a:xfrm flipH="1">
            <a:off x="6086237" y="2714771"/>
            <a:ext cx="1943100" cy="92075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131" name="AutoShape 11"/>
          <p:cNvCxnSpPr>
            <a:cxnSpLocks noChangeShapeType="1"/>
            <a:stCxn id="5125" idx="3"/>
            <a:endCxn id="5126" idx="1"/>
          </p:cNvCxnSpPr>
          <p:nvPr/>
        </p:nvCxnSpPr>
        <p:spPr bwMode="auto">
          <a:xfrm>
            <a:off x="5033726" y="2298846"/>
            <a:ext cx="1874837"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 name="Footer Placeholder 1"/>
          <p:cNvSpPr>
            <a:spLocks noGrp="1"/>
          </p:cNvSpPr>
          <p:nvPr>
            <p:ph type="ftr" sz="quarter" idx="11"/>
          </p:nvPr>
        </p:nvSpPr>
        <p:spPr/>
        <p:txBody>
          <a:bodyPr/>
          <a:lstStyle/>
          <a:p>
            <a:pPr>
              <a:defRPr/>
            </a:pPr>
            <a:r>
              <a:rPr lang="en-US"/>
              <a:t>Introduction</a:t>
            </a:r>
            <a:endParaRPr lang="en-US" dirty="0"/>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Tree>
    <p:extLst>
      <p:ext uri="{BB962C8B-B14F-4D97-AF65-F5344CB8AC3E}">
        <p14:creationId xmlns:p14="http://schemas.microsoft.com/office/powerpoint/2010/main" val="1433463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3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nimBg="1"/>
      <p:bldP spid="5126" grpId="0" animBg="1"/>
      <p:bldP spid="51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ltLang="en-US" sz="2400" b="1" dirty="0">
                <a:solidFill>
                  <a:srgbClr val="000000"/>
                </a:solidFill>
              </a:rPr>
              <a:t>Legislative Branch</a:t>
            </a:r>
            <a:endParaRPr lang="en-US" altLang="en-US" dirty="0">
              <a:solidFill>
                <a:srgbClr val="000000"/>
              </a:solidFill>
            </a:endParaRPr>
          </a:p>
        </p:txBody>
      </p:sp>
      <p:sp>
        <p:nvSpPr>
          <p:cNvPr id="3076" name="Rectangle 4"/>
          <p:cNvSpPr>
            <a:spLocks noChangeArrowheads="1"/>
          </p:cNvSpPr>
          <p:nvPr/>
        </p:nvSpPr>
        <p:spPr bwMode="auto">
          <a:xfrm>
            <a:off x="4038601" y="4940300"/>
            <a:ext cx="3770313"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Reconciliation Conference</a:t>
            </a:r>
          </a:p>
        </p:txBody>
      </p:sp>
      <p:sp>
        <p:nvSpPr>
          <p:cNvPr id="3078" name="Rectangle 6"/>
          <p:cNvSpPr>
            <a:spLocks noChangeArrowheads="1"/>
          </p:cNvSpPr>
          <p:nvPr/>
        </p:nvSpPr>
        <p:spPr bwMode="auto">
          <a:xfrm>
            <a:off x="4038601" y="31115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Executive Sessions of Ways and Means and Senate Finance</a:t>
            </a:r>
          </a:p>
        </p:txBody>
      </p:sp>
      <p:sp>
        <p:nvSpPr>
          <p:cNvPr id="3079" name="Rectangle 7"/>
          <p:cNvSpPr>
            <a:spLocks noChangeArrowheads="1"/>
          </p:cNvSpPr>
          <p:nvPr/>
        </p:nvSpPr>
        <p:spPr bwMode="auto">
          <a:xfrm>
            <a:off x="4114801" y="56261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Returned to Full House and Senate</a:t>
            </a:r>
          </a:p>
        </p:txBody>
      </p:sp>
      <p:sp>
        <p:nvSpPr>
          <p:cNvPr id="3080" name="Rectangle 8"/>
          <p:cNvSpPr>
            <a:spLocks noChangeArrowheads="1"/>
          </p:cNvSpPr>
          <p:nvPr/>
        </p:nvSpPr>
        <p:spPr bwMode="auto">
          <a:xfrm>
            <a:off x="4038601" y="41021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Referred to House and Senate Floors</a:t>
            </a:r>
          </a:p>
        </p:txBody>
      </p:sp>
      <p:sp>
        <p:nvSpPr>
          <p:cNvPr id="20489" name="Rectangle 11"/>
          <p:cNvSpPr>
            <a:spLocks noChangeArrowheads="1"/>
          </p:cNvSpPr>
          <p:nvPr/>
        </p:nvSpPr>
        <p:spPr bwMode="auto">
          <a:xfrm>
            <a:off x="7239000" y="12731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20490" name="Rectangle 12"/>
          <p:cNvSpPr>
            <a:spLocks noChangeArrowheads="1"/>
          </p:cNvSpPr>
          <p:nvPr/>
        </p:nvSpPr>
        <p:spPr bwMode="auto">
          <a:xfrm>
            <a:off x="7162800" y="27209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3085" name="Rectangle 13"/>
          <p:cNvSpPr>
            <a:spLocks noChangeArrowheads="1"/>
          </p:cNvSpPr>
          <p:nvPr/>
        </p:nvSpPr>
        <p:spPr bwMode="auto">
          <a:xfrm>
            <a:off x="4038601" y="673100"/>
            <a:ext cx="3770313"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Introduced in the House of Representatives and Senate</a:t>
            </a:r>
          </a:p>
        </p:txBody>
      </p:sp>
      <p:sp>
        <p:nvSpPr>
          <p:cNvPr id="3088" name="Rectangle 16"/>
          <p:cNvSpPr>
            <a:spLocks noChangeArrowheads="1"/>
          </p:cNvSpPr>
          <p:nvPr/>
        </p:nvSpPr>
        <p:spPr bwMode="auto">
          <a:xfrm>
            <a:off x="4038601" y="1663700"/>
            <a:ext cx="3770313"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Referred to and Public Hearings by House Committee on Ways and Means and Senate Committee on Finance</a:t>
            </a:r>
          </a:p>
        </p:txBody>
      </p:sp>
      <p:cxnSp>
        <p:nvCxnSpPr>
          <p:cNvPr id="3090" name="AutoShape 18"/>
          <p:cNvCxnSpPr>
            <a:cxnSpLocks noChangeShapeType="1"/>
            <a:stCxn id="3085" idx="2"/>
            <a:endCxn id="3088" idx="0"/>
          </p:cNvCxnSpPr>
          <p:nvPr/>
        </p:nvCxnSpPr>
        <p:spPr bwMode="auto">
          <a:xfrm>
            <a:off x="5924550" y="1358900"/>
            <a:ext cx="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1" name="AutoShape 19"/>
          <p:cNvCxnSpPr>
            <a:cxnSpLocks noChangeShapeType="1"/>
            <a:stCxn id="3088" idx="2"/>
            <a:endCxn id="3078" idx="0"/>
          </p:cNvCxnSpPr>
          <p:nvPr/>
        </p:nvCxnSpPr>
        <p:spPr bwMode="auto">
          <a:xfrm>
            <a:off x="5924550" y="2863850"/>
            <a:ext cx="0" cy="2476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2" name="AutoShape 20"/>
          <p:cNvCxnSpPr>
            <a:cxnSpLocks noChangeShapeType="1"/>
            <a:stCxn id="3078" idx="2"/>
          </p:cNvCxnSpPr>
          <p:nvPr/>
        </p:nvCxnSpPr>
        <p:spPr bwMode="auto">
          <a:xfrm>
            <a:off x="5924550" y="3762376"/>
            <a:ext cx="1588" cy="3587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3" name="AutoShape 21"/>
          <p:cNvCxnSpPr>
            <a:cxnSpLocks noChangeShapeType="1"/>
            <a:stCxn id="3080" idx="2"/>
          </p:cNvCxnSpPr>
          <p:nvPr/>
        </p:nvCxnSpPr>
        <p:spPr bwMode="auto">
          <a:xfrm>
            <a:off x="5924550" y="4752976"/>
            <a:ext cx="1588" cy="2063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97" name="Rectangle 25"/>
          <p:cNvSpPr>
            <a:spLocks noChangeArrowheads="1"/>
          </p:cNvSpPr>
          <p:nvPr/>
        </p:nvSpPr>
        <p:spPr bwMode="auto">
          <a:xfrm>
            <a:off x="8991600" y="2806700"/>
            <a:ext cx="1371600" cy="68580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Executive Branch</a:t>
            </a:r>
          </a:p>
        </p:txBody>
      </p:sp>
      <p:cxnSp>
        <p:nvCxnSpPr>
          <p:cNvPr id="3099" name="AutoShape 27"/>
          <p:cNvCxnSpPr>
            <a:cxnSpLocks noChangeShapeType="1"/>
            <a:stCxn id="3079" idx="3"/>
            <a:endCxn id="3097" idx="2"/>
          </p:cNvCxnSpPr>
          <p:nvPr/>
        </p:nvCxnSpPr>
        <p:spPr bwMode="auto">
          <a:xfrm flipV="1">
            <a:off x="7885114" y="3492500"/>
            <a:ext cx="1792287" cy="24590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00" name="AutoShape 28"/>
          <p:cNvCxnSpPr>
            <a:cxnSpLocks noChangeShapeType="1"/>
            <a:stCxn id="3097" idx="0"/>
            <a:endCxn id="3085" idx="3"/>
          </p:cNvCxnSpPr>
          <p:nvPr/>
        </p:nvCxnSpPr>
        <p:spPr bwMode="auto">
          <a:xfrm flipH="1" flipV="1">
            <a:off x="7808914" y="1016000"/>
            <a:ext cx="1868487" cy="17907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05" name="Line 33"/>
          <p:cNvSpPr>
            <a:spLocks noChangeShapeType="1"/>
          </p:cNvSpPr>
          <p:nvPr/>
        </p:nvSpPr>
        <p:spPr bwMode="auto">
          <a:xfrm>
            <a:off x="5943600" y="53213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 name="Footer Placeholder 2"/>
          <p:cNvSpPr>
            <a:spLocks noGrp="1"/>
          </p:cNvSpPr>
          <p:nvPr>
            <p:ph type="ftr" sz="quarter" idx="11"/>
          </p:nvPr>
        </p:nvSpPr>
        <p:spPr/>
        <p:txBody>
          <a:bodyPr/>
          <a:lstStyle/>
          <a:p>
            <a:pPr>
              <a:defRPr/>
            </a:pPr>
            <a:r>
              <a:rPr lang="en-US"/>
              <a:t>Introduction</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Tree>
    <p:extLst>
      <p:ext uri="{BB962C8B-B14F-4D97-AF65-F5344CB8AC3E}">
        <p14:creationId xmlns:p14="http://schemas.microsoft.com/office/powerpoint/2010/main" val="1561319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1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8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09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8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09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0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09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08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09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07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0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307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nimBg="1" autoUpdateAnimBg="0"/>
      <p:bldP spid="3078" grpId="0" animBg="1" autoUpdateAnimBg="0"/>
      <p:bldP spid="3079" grpId="0" animBg="1" autoUpdateAnimBg="0"/>
      <p:bldP spid="3080" grpId="0" animBg="1" autoUpdateAnimBg="0"/>
      <p:bldP spid="3085" grpId="0" animBg="1" autoUpdateAnimBg="0"/>
      <p:bldP spid="3088" grpId="0" animBg="1" autoUpdateAnimBg="0"/>
      <p:bldP spid="3097" grpId="0" animBg="1" autoUpdateAnimBg="0"/>
      <p:bldP spid="310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normAutofit fontScale="92500" lnSpcReduction="10000"/>
          </a:bodyPr>
          <a:lstStyle/>
          <a:p>
            <a:pPr algn="ctr">
              <a:lnSpc>
                <a:spcPct val="90000"/>
              </a:lnSpc>
              <a:buFontTx/>
              <a:buNone/>
            </a:pPr>
            <a:r>
              <a:rPr lang="en-US" altLang="en-US" sz="1600" b="1" dirty="0"/>
              <a:t>Conference Committee Report (H.R. CONF. REP. NO. 115-466)</a:t>
            </a:r>
            <a:endParaRPr lang="en-US" altLang="en-US" sz="1600" dirty="0"/>
          </a:p>
          <a:p>
            <a:pPr algn="ctr">
              <a:lnSpc>
                <a:spcPct val="90000"/>
              </a:lnSpc>
              <a:buFontTx/>
              <a:buNone/>
            </a:pPr>
            <a:r>
              <a:rPr lang="en-US" altLang="en-US" sz="1800" b="1" i="1" dirty="0"/>
              <a:t>House Bill</a:t>
            </a:r>
          </a:p>
          <a:p>
            <a:pPr>
              <a:lnSpc>
                <a:spcPct val="90000"/>
              </a:lnSpc>
              <a:buFontTx/>
              <a:buNone/>
            </a:pPr>
            <a:r>
              <a:rPr lang="en-US" sz="1800" dirty="0"/>
              <a:t>The </a:t>
            </a:r>
            <a:r>
              <a:rPr lang="en-US" sz="1800" b="1" dirty="0"/>
              <a:t>deduction for business interest is limited to the sum of (1) business interest income; (2) 30% of the </a:t>
            </a:r>
            <a:r>
              <a:rPr lang="en-US" sz="1800" b="1" u="sng" dirty="0"/>
              <a:t>adjusted taxable income </a:t>
            </a:r>
            <a:r>
              <a:rPr lang="en-US" sz="1800" b="1" dirty="0"/>
              <a:t>of the taxpayer for the taxable year</a:t>
            </a:r>
            <a:r>
              <a:rPr lang="en-US" sz="1800" dirty="0"/>
              <a:t>; </a:t>
            </a:r>
            <a:r>
              <a:rPr lang="mr-IN" sz="1800" dirty="0"/>
              <a:t>…</a:t>
            </a:r>
            <a:r>
              <a:rPr lang="en-US" sz="1800" dirty="0"/>
              <a:t> The amount of any business interest not allowed as a deduction for any taxable year may be carried forward for up to five years beyond the year in which the business interest was paid or accrued, treating business interest as allowed as a deduction on a first-in, first-out basis</a:t>
            </a:r>
            <a:r>
              <a:rPr lang="mr-IN" sz="1800" dirty="0"/>
              <a:t>…</a:t>
            </a:r>
            <a:endParaRPr lang="en-US" sz="1800" dirty="0"/>
          </a:p>
          <a:p>
            <a:pPr>
              <a:lnSpc>
                <a:spcPct val="90000"/>
              </a:lnSpc>
              <a:buFontTx/>
              <a:buNone/>
            </a:pPr>
            <a:r>
              <a:rPr lang="en-US" sz="1800" dirty="0"/>
              <a:t> </a:t>
            </a:r>
          </a:p>
          <a:p>
            <a:pPr>
              <a:lnSpc>
                <a:spcPct val="90000"/>
              </a:lnSpc>
              <a:buFontTx/>
              <a:buNone/>
            </a:pPr>
            <a:r>
              <a:rPr lang="en-US" sz="1800" b="1" u="sng" dirty="0"/>
              <a:t>Adjusted taxable income</a:t>
            </a:r>
            <a:r>
              <a:rPr lang="en-US" sz="1800" dirty="0"/>
              <a:t> means the taxable income of the taxpayer computed </a:t>
            </a:r>
            <a:r>
              <a:rPr lang="en-US" sz="1800" b="1" dirty="0"/>
              <a:t>without regard to: […..] </a:t>
            </a:r>
            <a:r>
              <a:rPr lang="en-US" sz="1800" dirty="0"/>
              <a:t>(4) </a:t>
            </a:r>
            <a:r>
              <a:rPr lang="en-US" sz="1800" b="1" u="sng" dirty="0"/>
              <a:t>any deduction allowable for depreciation, amortization, or depletion</a:t>
            </a:r>
            <a:r>
              <a:rPr lang="mr-IN" sz="1800" b="1" u="sng" dirty="0"/>
              <a:t>…</a:t>
            </a:r>
            <a:r>
              <a:rPr lang="en-US" sz="1800" b="1" u="sng" dirty="0"/>
              <a:t>.</a:t>
            </a:r>
            <a:endParaRPr lang="en-US" altLang="en-US" sz="1800" b="1" u="sng" dirty="0"/>
          </a:p>
          <a:p>
            <a:pPr algn="ctr">
              <a:lnSpc>
                <a:spcPct val="90000"/>
              </a:lnSpc>
              <a:buFontTx/>
              <a:buNone/>
            </a:pPr>
            <a:endParaRPr lang="en-US" altLang="en-US" sz="1800" b="1" i="1" dirty="0"/>
          </a:p>
          <a:p>
            <a:pPr algn="ctr">
              <a:lnSpc>
                <a:spcPct val="90000"/>
              </a:lnSpc>
              <a:buFontTx/>
              <a:buNone/>
            </a:pPr>
            <a:r>
              <a:rPr lang="en-US" altLang="en-US" sz="1800" b="1" i="1" dirty="0"/>
              <a:t>Senate Amendment</a:t>
            </a:r>
          </a:p>
          <a:p>
            <a:pPr>
              <a:lnSpc>
                <a:spcPct val="90000"/>
              </a:lnSpc>
              <a:buFontTx/>
              <a:buNone/>
            </a:pPr>
            <a:r>
              <a:rPr lang="en-US" sz="1800" dirty="0"/>
              <a:t>The Senate amendment makes several changes to the definition of adjusted taxable income. Specifically</a:t>
            </a:r>
            <a:r>
              <a:rPr lang="en-US" sz="1800" b="1" u="sng" dirty="0"/>
              <a:t>, the Senate amendment does not add back deductions allowable for depreciation, amortization, or depletion</a:t>
            </a:r>
            <a:r>
              <a:rPr lang="en-US" sz="1800" dirty="0"/>
              <a:t>, […]The Senate amendment permits interest deductions to be carried forward indefinitely, subject to certain restrictions applicable to partnership</a:t>
            </a:r>
            <a:r>
              <a:rPr lang="mr-IN" sz="1800" dirty="0"/>
              <a:t>…</a:t>
            </a:r>
            <a:r>
              <a:rPr lang="en-US" sz="1800" dirty="0"/>
              <a:t>.</a:t>
            </a:r>
          </a:p>
          <a:p>
            <a:pPr algn="ctr">
              <a:lnSpc>
                <a:spcPct val="90000"/>
              </a:lnSpc>
              <a:buNone/>
            </a:pPr>
            <a:r>
              <a:rPr lang="en-US" altLang="en-US" sz="1800" b="1" i="1" dirty="0"/>
              <a:t>Conference Agreement</a:t>
            </a:r>
          </a:p>
          <a:p>
            <a:pPr>
              <a:lnSpc>
                <a:spcPct val="90000"/>
              </a:lnSpc>
              <a:buFontTx/>
              <a:buNone/>
            </a:pPr>
            <a:r>
              <a:rPr lang="en-US" sz="1800" dirty="0"/>
              <a:t>The conference agreement generally follows the Senate amendment, with the following modifications. Under the conference agreement, for taxable years beginning after December 31, </a:t>
            </a:r>
            <a:r>
              <a:rPr lang="en-US" sz="1800" dirty="0">
                <a:highlight>
                  <a:srgbClr val="FFFF00"/>
                </a:highlight>
              </a:rPr>
              <a:t>2017 and before January 1, 2022</a:t>
            </a:r>
            <a:r>
              <a:rPr lang="en-US" sz="1800" dirty="0"/>
              <a:t>, </a:t>
            </a:r>
            <a:r>
              <a:rPr lang="en-US" sz="1800" b="1" u="sng" dirty="0"/>
              <a:t>adjusted taxable income is computed without regard to deductions allowable for depreciation, amortization, or depletion</a:t>
            </a:r>
            <a:r>
              <a:rPr lang="mr-IN" sz="1800" dirty="0"/>
              <a:t>…</a:t>
            </a:r>
            <a:r>
              <a:rPr lang="en-US" sz="1800" dirty="0"/>
              <a:t>.</a:t>
            </a:r>
          </a:p>
          <a:p>
            <a:pPr>
              <a:lnSpc>
                <a:spcPct val="90000"/>
              </a:lnSpc>
              <a:buFontTx/>
              <a:buNone/>
            </a:pPr>
            <a:endParaRPr lang="en-US" altLang="en-US" sz="1800" dirty="0"/>
          </a:p>
          <a:p>
            <a:pPr algn="ctr">
              <a:lnSpc>
                <a:spcPct val="90000"/>
              </a:lnSpc>
              <a:buFontTx/>
              <a:buNone/>
            </a:pPr>
            <a:r>
              <a:rPr lang="en-US" sz="1800" b="1" i="1" dirty="0"/>
              <a:t>OBBBA </a:t>
            </a:r>
            <a:r>
              <a:rPr lang="en-US" sz="1800" b="1" dirty="0"/>
              <a:t>(P.L. 119-21, </a:t>
            </a:r>
            <a:r>
              <a:rPr lang="en-US" altLang="en-US" sz="1800" b="1" dirty="0"/>
              <a:t>§70303)</a:t>
            </a:r>
            <a:r>
              <a:rPr lang="en-US" sz="1800" b="1" dirty="0"/>
              <a:t> </a:t>
            </a:r>
            <a:endParaRPr lang="en-US" sz="1800" b="1" i="1" dirty="0"/>
          </a:p>
          <a:p>
            <a:pPr>
              <a:lnSpc>
                <a:spcPct val="90000"/>
              </a:lnSpc>
              <a:buFontTx/>
              <a:buNone/>
            </a:pPr>
            <a:r>
              <a:rPr lang="en-US" sz="1800" dirty="0"/>
              <a:t>For tax years </a:t>
            </a:r>
            <a:r>
              <a:rPr lang="en-US" sz="1800" dirty="0">
                <a:highlight>
                  <a:srgbClr val="FFFF00"/>
                </a:highlight>
              </a:rPr>
              <a:t>beginning after 2024</a:t>
            </a:r>
            <a:r>
              <a:rPr lang="en-US" sz="1800" dirty="0"/>
              <a:t>, adjusted taxable income (ATI) for purposes of </a:t>
            </a:r>
            <a:r>
              <a:rPr lang="en-US" altLang="en-US" sz="1800" dirty="0"/>
              <a:t>§</a:t>
            </a:r>
            <a:r>
              <a:rPr lang="en-US" sz="1800" dirty="0"/>
              <a:t> 163(j) business interest limitation corresponds to </a:t>
            </a:r>
            <a:r>
              <a:rPr lang="en-US" sz="1800" b="1" dirty="0"/>
              <a:t>earnings before interest, taxes, depreciation, and amortization (EBITDA), rather than earnings before interest and taxes (EBIT).</a:t>
            </a:r>
            <a:endParaRPr lang="en-US" altLang="en-US" sz="1800" b="1" dirty="0"/>
          </a:p>
        </p:txBody>
      </p:sp>
      <p:sp>
        <p:nvSpPr>
          <p:cNvPr id="22529" name="Title 1"/>
          <p:cNvSpPr>
            <a:spLocks noGrp="1"/>
          </p:cNvSpPr>
          <p:nvPr>
            <p:ph type="title"/>
          </p:nvPr>
        </p:nvSpPr>
        <p:spPr/>
        <p:txBody>
          <a:bodyPr/>
          <a:lstStyle/>
          <a:p>
            <a:r>
              <a:rPr lang="en-US" altLang="en-US" dirty="0"/>
              <a:t>Legislative History Example (TCJA 2017 and OBBBA): Section 163(j)</a:t>
            </a:r>
          </a:p>
        </p:txBody>
      </p:sp>
      <p:sp>
        <p:nvSpPr>
          <p:cNvPr id="2" name="Footer Placeholder 1"/>
          <p:cNvSpPr>
            <a:spLocks noGrp="1"/>
          </p:cNvSpPr>
          <p:nvPr>
            <p:ph type="ftr" sz="quarter" idx="11"/>
          </p:nvPr>
        </p:nvSpPr>
        <p:spPr/>
        <p:txBody>
          <a:bodyPr/>
          <a:lstStyle/>
          <a:p>
            <a:pPr>
              <a:defRPr/>
            </a:pPr>
            <a:r>
              <a:rPr lang="en-US"/>
              <a:t>Introduction</a:t>
            </a:r>
            <a:endParaRPr lang="en-US" dirty="0"/>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cxnSp>
        <p:nvCxnSpPr>
          <p:cNvPr id="5" name="Straight Arrow Connector 4">
            <a:extLst>
              <a:ext uri="{FF2B5EF4-FFF2-40B4-BE49-F238E27FC236}">
                <a16:creationId xmlns:a16="http://schemas.microsoft.com/office/drawing/2014/main" id="{F8651682-8080-034A-9BA3-38D1A1F8F20F}"/>
              </a:ext>
            </a:extLst>
          </p:cNvPr>
          <p:cNvCxnSpPr>
            <a:cxnSpLocks/>
          </p:cNvCxnSpPr>
          <p:nvPr/>
        </p:nvCxnSpPr>
        <p:spPr>
          <a:xfrm>
            <a:off x="6953542" y="3439432"/>
            <a:ext cx="2453348" cy="10273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18BF90-2E42-CB40-83E5-78D1141A0A25}"/>
              </a:ext>
            </a:extLst>
          </p:cNvPr>
          <p:cNvCxnSpPr>
            <a:cxnSpLocks/>
          </p:cNvCxnSpPr>
          <p:nvPr/>
        </p:nvCxnSpPr>
        <p:spPr>
          <a:xfrm flipH="1">
            <a:off x="4411980" y="4828147"/>
            <a:ext cx="5177258" cy="9211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987F278-EE4C-D345-A5A9-88D2BC213E4B}"/>
              </a:ext>
            </a:extLst>
          </p:cNvPr>
          <p:cNvCxnSpPr>
            <a:cxnSpLocks/>
          </p:cNvCxnSpPr>
          <p:nvPr/>
        </p:nvCxnSpPr>
        <p:spPr>
          <a:xfrm>
            <a:off x="6007849" y="2536131"/>
            <a:ext cx="4644911" cy="6147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69D997-460F-044F-8A97-9E6F9B2F805F}"/>
              </a:ext>
            </a:extLst>
          </p:cNvPr>
          <p:cNvCxnSpPr>
            <a:cxnSpLocks/>
          </p:cNvCxnSpPr>
          <p:nvPr/>
        </p:nvCxnSpPr>
        <p:spPr>
          <a:xfrm>
            <a:off x="1386840" y="1451610"/>
            <a:ext cx="510540" cy="77724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34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53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53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530">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53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2530">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530">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2400" b="1" dirty="0">
                <a:solidFill>
                  <a:srgbClr val="000000"/>
                </a:solidFill>
              </a:rPr>
              <a:t>Executive Branch</a:t>
            </a:r>
            <a:endParaRPr lang="en-US" altLang="en-US" dirty="0">
              <a:solidFill>
                <a:srgbClr val="000000"/>
              </a:solidFill>
            </a:endParaRPr>
          </a:p>
        </p:txBody>
      </p:sp>
      <p:sp>
        <p:nvSpPr>
          <p:cNvPr id="6148" name="Rectangle 4"/>
          <p:cNvSpPr>
            <a:spLocks noChangeArrowheads="1"/>
          </p:cNvSpPr>
          <p:nvPr/>
        </p:nvSpPr>
        <p:spPr bwMode="auto">
          <a:xfrm>
            <a:off x="5334000" y="3949700"/>
            <a:ext cx="2209800" cy="1371600"/>
          </a:xfrm>
          <a:prstGeom prst="rect">
            <a:avLst/>
          </a:prstGeom>
          <a:noFill/>
          <a:ln w="9525">
            <a:solidFill>
              <a:schemeClr val="tx1"/>
            </a:solidFill>
            <a:miter lim="800000"/>
            <a:headEnd/>
            <a:tailEnd/>
          </a:ln>
        </p:spPr>
        <p:txBody>
          <a:bodyPr anchor="ctr"/>
          <a:lstStyle/>
          <a:p>
            <a:pPr algn="l">
              <a:buFont typeface="Arial" pitchFamily="34" charset="0"/>
              <a:buChar char="•"/>
              <a:defRPr/>
            </a:pPr>
            <a:r>
              <a:rPr lang="en-US" sz="1600" dirty="0">
                <a:latin typeface="Verdana" pitchFamily="34" charset="0"/>
              </a:rPr>
              <a:t>Revenue Rulings</a:t>
            </a:r>
          </a:p>
          <a:p>
            <a:pPr algn="l">
              <a:buFont typeface="Arial" pitchFamily="34" charset="0"/>
              <a:buChar char="•"/>
              <a:defRPr/>
            </a:pPr>
            <a:r>
              <a:rPr lang="en-US" sz="1600" dirty="0">
                <a:latin typeface="Verdana" pitchFamily="34" charset="0"/>
              </a:rPr>
              <a:t>Priv. Letter Rul.</a:t>
            </a:r>
          </a:p>
          <a:p>
            <a:pPr algn="l">
              <a:buFont typeface="Arial" pitchFamily="34" charset="0"/>
              <a:buChar char="•"/>
              <a:defRPr/>
            </a:pPr>
            <a:r>
              <a:rPr lang="en-US" sz="1600" dirty="0">
                <a:latin typeface="Verdana" pitchFamily="34" charset="0"/>
              </a:rPr>
              <a:t>Tech. Adv. </a:t>
            </a:r>
            <a:r>
              <a:rPr lang="en-US" sz="1600" dirty="0" err="1">
                <a:latin typeface="Verdana" pitchFamily="34" charset="0"/>
              </a:rPr>
              <a:t>Mem</a:t>
            </a:r>
            <a:r>
              <a:rPr lang="en-US" sz="1600" dirty="0">
                <a:latin typeface="Verdana" pitchFamily="34" charset="0"/>
              </a:rPr>
              <a:t>.</a:t>
            </a:r>
          </a:p>
          <a:p>
            <a:pPr marL="114300" indent="-114300">
              <a:buFont typeface="Arial" pitchFamily="34" charset="0"/>
              <a:buChar char="•"/>
              <a:defRPr/>
            </a:pPr>
            <a:r>
              <a:rPr lang="en-US" sz="1600" dirty="0">
                <a:latin typeface="Verdana" pitchFamily="34" charset="0"/>
              </a:rPr>
              <a:t>Gen Legal Advice           </a:t>
            </a:r>
            <a:r>
              <a:rPr lang="en-US" sz="1600" dirty="0" err="1">
                <a:latin typeface="Verdana" pitchFamily="34" charset="0"/>
              </a:rPr>
              <a:t>Mem</a:t>
            </a:r>
            <a:r>
              <a:rPr lang="en-US" sz="1600" dirty="0">
                <a:latin typeface="Verdana" pitchFamily="34" charset="0"/>
              </a:rPr>
              <a:t>.</a:t>
            </a:r>
          </a:p>
        </p:txBody>
      </p:sp>
      <p:sp>
        <p:nvSpPr>
          <p:cNvPr id="6149" name="Rectangle 5"/>
          <p:cNvSpPr>
            <a:spLocks noChangeArrowheads="1"/>
          </p:cNvSpPr>
          <p:nvPr/>
        </p:nvSpPr>
        <p:spPr bwMode="auto">
          <a:xfrm>
            <a:off x="2590800" y="2613026"/>
            <a:ext cx="26670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Assistant  Secretary for Tax Policy</a:t>
            </a:r>
          </a:p>
        </p:txBody>
      </p:sp>
      <p:sp>
        <p:nvSpPr>
          <p:cNvPr id="6150" name="Rectangle 6"/>
          <p:cNvSpPr>
            <a:spLocks noChangeArrowheads="1"/>
          </p:cNvSpPr>
          <p:nvPr/>
        </p:nvSpPr>
        <p:spPr bwMode="auto">
          <a:xfrm>
            <a:off x="2819401" y="37973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Regulations</a:t>
            </a:r>
          </a:p>
        </p:txBody>
      </p:sp>
      <p:sp>
        <p:nvSpPr>
          <p:cNvPr id="6151" name="Rectangle 7"/>
          <p:cNvSpPr>
            <a:spLocks noChangeArrowheads="1"/>
          </p:cNvSpPr>
          <p:nvPr/>
        </p:nvSpPr>
        <p:spPr bwMode="auto">
          <a:xfrm>
            <a:off x="6324601" y="2655889"/>
            <a:ext cx="2193925" cy="376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IRS</a:t>
            </a:r>
          </a:p>
        </p:txBody>
      </p:sp>
      <p:sp>
        <p:nvSpPr>
          <p:cNvPr id="23561" name="Rectangle 8"/>
          <p:cNvSpPr>
            <a:spLocks noChangeArrowheads="1"/>
          </p:cNvSpPr>
          <p:nvPr/>
        </p:nvSpPr>
        <p:spPr bwMode="auto">
          <a:xfrm>
            <a:off x="6705600" y="14255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23562" name="Rectangle 9"/>
          <p:cNvSpPr>
            <a:spLocks noChangeArrowheads="1"/>
          </p:cNvSpPr>
          <p:nvPr/>
        </p:nvSpPr>
        <p:spPr bwMode="auto">
          <a:xfrm>
            <a:off x="6629400" y="28733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6154" name="Rectangle 10"/>
          <p:cNvSpPr>
            <a:spLocks noChangeArrowheads="1"/>
          </p:cNvSpPr>
          <p:nvPr/>
        </p:nvSpPr>
        <p:spPr bwMode="auto">
          <a:xfrm>
            <a:off x="4465639" y="9779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President</a:t>
            </a:r>
          </a:p>
        </p:txBody>
      </p:sp>
      <p:sp>
        <p:nvSpPr>
          <p:cNvPr id="6155" name="Rectangle 11"/>
          <p:cNvSpPr>
            <a:spLocks noChangeArrowheads="1"/>
          </p:cNvSpPr>
          <p:nvPr/>
        </p:nvSpPr>
        <p:spPr bwMode="auto">
          <a:xfrm>
            <a:off x="4465639" y="18161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Treasury</a:t>
            </a:r>
          </a:p>
        </p:txBody>
      </p:sp>
      <p:cxnSp>
        <p:nvCxnSpPr>
          <p:cNvPr id="6156" name="AutoShape 12"/>
          <p:cNvCxnSpPr>
            <a:cxnSpLocks noChangeShapeType="1"/>
            <a:stCxn id="6154" idx="2"/>
            <a:endCxn id="6155" idx="0"/>
          </p:cNvCxnSpPr>
          <p:nvPr/>
        </p:nvCxnSpPr>
        <p:spPr bwMode="auto">
          <a:xfrm>
            <a:off x="5562600" y="1354138"/>
            <a:ext cx="0" cy="4619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65" name="Rectangle 21"/>
          <p:cNvSpPr>
            <a:spLocks noChangeArrowheads="1"/>
          </p:cNvSpPr>
          <p:nvPr/>
        </p:nvSpPr>
        <p:spPr bwMode="auto">
          <a:xfrm>
            <a:off x="7772400" y="44069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dirty="0"/>
              <a:t>30-Day Letter</a:t>
            </a:r>
          </a:p>
        </p:txBody>
      </p:sp>
      <p:sp>
        <p:nvSpPr>
          <p:cNvPr id="6166" name="Rectangle 22"/>
          <p:cNvSpPr>
            <a:spLocks noChangeArrowheads="1"/>
          </p:cNvSpPr>
          <p:nvPr/>
        </p:nvSpPr>
        <p:spPr bwMode="auto">
          <a:xfrm>
            <a:off x="7772400" y="49403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90-Day Letter</a:t>
            </a:r>
          </a:p>
        </p:txBody>
      </p:sp>
      <p:cxnSp>
        <p:nvCxnSpPr>
          <p:cNvPr id="6167" name="AutoShape 23"/>
          <p:cNvCxnSpPr>
            <a:cxnSpLocks noChangeShapeType="1"/>
            <a:stCxn id="6155" idx="2"/>
            <a:endCxn id="6149" idx="0"/>
          </p:cNvCxnSpPr>
          <p:nvPr/>
        </p:nvCxnSpPr>
        <p:spPr bwMode="auto">
          <a:xfrm rot="5400000">
            <a:off x="4533107" y="1583532"/>
            <a:ext cx="420687" cy="1638300"/>
          </a:xfrm>
          <a:prstGeom prst="bentConnector3">
            <a:avLst>
              <a:gd name="adj1" fmla="val 4981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68" name="AutoShape 24"/>
          <p:cNvCxnSpPr>
            <a:cxnSpLocks noChangeShapeType="1"/>
          </p:cNvCxnSpPr>
          <p:nvPr/>
        </p:nvCxnSpPr>
        <p:spPr bwMode="auto">
          <a:xfrm rot="16200000" flipH="1">
            <a:off x="6278563" y="1465263"/>
            <a:ext cx="411162" cy="1858962"/>
          </a:xfrm>
          <a:prstGeom prst="bentConnector3">
            <a:avLst>
              <a:gd name="adj1" fmla="val 4982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70" name="AutoShape 26"/>
          <p:cNvCxnSpPr>
            <a:cxnSpLocks noChangeShapeType="1"/>
            <a:stCxn id="6165" idx="2"/>
            <a:endCxn id="6166" idx="0"/>
          </p:cNvCxnSpPr>
          <p:nvPr/>
        </p:nvCxnSpPr>
        <p:spPr bwMode="auto">
          <a:xfrm>
            <a:off x="8763000" y="4783138"/>
            <a:ext cx="0" cy="157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5" name="Line 31"/>
          <p:cNvSpPr>
            <a:spLocks noChangeShapeType="1"/>
          </p:cNvSpPr>
          <p:nvPr/>
        </p:nvSpPr>
        <p:spPr bwMode="auto">
          <a:xfrm>
            <a:off x="8686800" y="5854700"/>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6177" name="AutoShape 33"/>
          <p:cNvCxnSpPr>
            <a:cxnSpLocks noChangeShapeType="1"/>
            <a:stCxn id="6149" idx="2"/>
            <a:endCxn id="6150" idx="0"/>
          </p:cNvCxnSpPr>
          <p:nvPr/>
        </p:nvCxnSpPr>
        <p:spPr bwMode="auto">
          <a:xfrm flipH="1">
            <a:off x="3916364" y="3263900"/>
            <a:ext cx="7937" cy="533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9" name="Rectangle 35"/>
          <p:cNvSpPr>
            <a:spLocks noChangeArrowheads="1"/>
          </p:cNvSpPr>
          <p:nvPr/>
        </p:nvSpPr>
        <p:spPr bwMode="auto">
          <a:xfrm>
            <a:off x="7772400" y="38735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Audit</a:t>
            </a:r>
          </a:p>
        </p:txBody>
      </p:sp>
      <p:sp>
        <p:nvSpPr>
          <p:cNvPr id="6180" name="Line 36"/>
          <p:cNvSpPr>
            <a:spLocks noChangeShapeType="1"/>
          </p:cNvSpPr>
          <p:nvPr/>
        </p:nvSpPr>
        <p:spPr bwMode="auto">
          <a:xfrm>
            <a:off x="8686800" y="53213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cxnSp>
        <p:nvCxnSpPr>
          <p:cNvPr id="6182" name="AutoShape 38"/>
          <p:cNvCxnSpPr>
            <a:cxnSpLocks noChangeShapeType="1"/>
            <a:stCxn id="6179" idx="2"/>
            <a:endCxn id="6165" idx="0"/>
          </p:cNvCxnSpPr>
          <p:nvPr/>
        </p:nvCxnSpPr>
        <p:spPr bwMode="auto">
          <a:xfrm>
            <a:off x="8763000" y="4249738"/>
            <a:ext cx="0" cy="157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183" name="AutoShape 39"/>
          <p:cNvCxnSpPr>
            <a:cxnSpLocks noChangeShapeType="1"/>
            <a:stCxn id="6149" idx="1"/>
          </p:cNvCxnSpPr>
          <p:nvPr/>
        </p:nvCxnSpPr>
        <p:spPr bwMode="auto">
          <a:xfrm flipH="1">
            <a:off x="1219200" y="2938463"/>
            <a:ext cx="13716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84" name="Rectangle 40"/>
          <p:cNvSpPr>
            <a:spLocks noChangeArrowheads="1"/>
          </p:cNvSpPr>
          <p:nvPr/>
        </p:nvSpPr>
        <p:spPr bwMode="auto">
          <a:xfrm>
            <a:off x="1219200" y="2197100"/>
            <a:ext cx="1295400" cy="6096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Legislative</a:t>
            </a:r>
          </a:p>
          <a:p>
            <a:r>
              <a:rPr lang="en-US" altLang="en-US" sz="1800"/>
              <a:t>Proposals</a:t>
            </a:r>
          </a:p>
        </p:txBody>
      </p:sp>
      <p:sp>
        <p:nvSpPr>
          <p:cNvPr id="6185" name="Rectangle 41"/>
          <p:cNvSpPr>
            <a:spLocks noChangeArrowheads="1"/>
          </p:cNvSpPr>
          <p:nvPr/>
        </p:nvSpPr>
        <p:spPr bwMode="auto">
          <a:xfrm>
            <a:off x="8534400" y="5930900"/>
            <a:ext cx="1219200" cy="3810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Tax Court</a:t>
            </a:r>
          </a:p>
        </p:txBody>
      </p:sp>
      <p:cxnSp>
        <p:nvCxnSpPr>
          <p:cNvPr id="6186" name="AutoShape 42"/>
          <p:cNvCxnSpPr>
            <a:cxnSpLocks noChangeShapeType="1"/>
            <a:stCxn id="6151" idx="2"/>
            <a:endCxn id="6148" idx="0"/>
          </p:cNvCxnSpPr>
          <p:nvPr/>
        </p:nvCxnSpPr>
        <p:spPr bwMode="auto">
          <a:xfrm rot="5400000">
            <a:off x="6471445" y="2999582"/>
            <a:ext cx="917575" cy="982663"/>
          </a:xfrm>
          <a:prstGeom prst="bentConnector3">
            <a:avLst>
              <a:gd name="adj1" fmla="val 5155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88" name="AutoShape 44"/>
          <p:cNvCxnSpPr>
            <a:cxnSpLocks noChangeShapeType="1"/>
            <a:stCxn id="6151" idx="2"/>
            <a:endCxn id="6179" idx="0"/>
          </p:cNvCxnSpPr>
          <p:nvPr/>
        </p:nvCxnSpPr>
        <p:spPr bwMode="auto">
          <a:xfrm rot="16200000" flipH="1">
            <a:off x="7671595" y="2782095"/>
            <a:ext cx="841375" cy="1341437"/>
          </a:xfrm>
          <a:prstGeom prst="bentConnector3">
            <a:avLst>
              <a:gd name="adj1" fmla="val 5584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90" name="AutoShape 46"/>
          <p:cNvCxnSpPr>
            <a:cxnSpLocks noChangeShapeType="1"/>
            <a:stCxn id="6151" idx="2"/>
            <a:endCxn id="6150" idx="0"/>
          </p:cNvCxnSpPr>
          <p:nvPr/>
        </p:nvCxnSpPr>
        <p:spPr bwMode="auto">
          <a:xfrm rot="5400000">
            <a:off x="5286376" y="1662113"/>
            <a:ext cx="765175" cy="35052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Footer Placeholder 2"/>
          <p:cNvSpPr>
            <a:spLocks noGrp="1"/>
          </p:cNvSpPr>
          <p:nvPr>
            <p:ph type="ftr" sz="quarter" idx="11"/>
          </p:nvPr>
        </p:nvSpPr>
        <p:spPr/>
        <p:txBody>
          <a:bodyPr/>
          <a:lstStyle/>
          <a:p>
            <a:pPr>
              <a:defRPr/>
            </a:pPr>
            <a:r>
              <a:rPr lang="en-US" dirty="0"/>
              <a:t>Introduction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Tree>
    <p:extLst>
      <p:ext uri="{BB962C8B-B14F-4D97-AF65-F5344CB8AC3E}">
        <p14:creationId xmlns:p14="http://schemas.microsoft.com/office/powerpoint/2010/main" val="2073909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1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18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18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16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15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17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619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615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618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614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18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6179"/>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618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616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617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616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618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617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6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8" grpId="0" animBg="1" autoUpdateAnimBg="0"/>
      <p:bldP spid="6149" grpId="0" animBg="1" autoUpdateAnimBg="0"/>
      <p:bldP spid="6150" grpId="0" animBg="1" autoUpdateAnimBg="0"/>
      <p:bldP spid="6151" grpId="0" animBg="1" autoUpdateAnimBg="0"/>
      <p:bldP spid="6154" grpId="0" animBg="1" autoUpdateAnimBg="0"/>
      <p:bldP spid="6155" grpId="0" animBg="1" autoUpdateAnimBg="0"/>
      <p:bldP spid="6165" grpId="0" animBg="1" autoUpdateAnimBg="0"/>
      <p:bldP spid="6166" grpId="0" animBg="1" autoUpdateAnimBg="0"/>
      <p:bldP spid="6175" grpId="0" animBg="1"/>
      <p:bldP spid="6179" grpId="0" animBg="1" autoUpdateAnimBg="0"/>
      <p:bldP spid="6180" grpId="0" animBg="1"/>
      <p:bldP spid="6184" grpId="0" animBg="1" autoUpdateAnimBg="0"/>
      <p:bldP spid="618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eaLnBrk="1" hangingPunct="1">
              <a:buFontTx/>
              <a:buNone/>
            </a:pPr>
            <a:r>
              <a:rPr lang="en-US" altLang="en-US"/>
              <a:t> </a:t>
            </a:r>
          </a:p>
        </p:txBody>
      </p:sp>
      <p:sp>
        <p:nvSpPr>
          <p:cNvPr id="7170" name="Rectangle 2"/>
          <p:cNvSpPr>
            <a:spLocks noGrp="1" noChangeArrowheads="1"/>
          </p:cNvSpPr>
          <p:nvPr>
            <p:ph type="title"/>
          </p:nvPr>
        </p:nvSpPr>
        <p:spPr/>
        <p:txBody>
          <a:bodyPr/>
          <a:lstStyle/>
          <a:p>
            <a:pPr eaLnBrk="1" hangingPunct="1"/>
            <a:r>
              <a:rPr lang="en-US" altLang="en-US" sz="2400" b="1" dirty="0">
                <a:solidFill>
                  <a:srgbClr val="000000"/>
                </a:solidFill>
              </a:rPr>
              <a:t>Judicial Branch</a:t>
            </a:r>
            <a:endParaRPr lang="en-US" altLang="en-US" dirty="0">
              <a:solidFill>
                <a:srgbClr val="000000"/>
              </a:solidFill>
            </a:endParaRPr>
          </a:p>
        </p:txBody>
      </p:sp>
      <p:sp>
        <p:nvSpPr>
          <p:cNvPr id="2662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800" dirty="0">
                <a:latin typeface="+mn-lt"/>
              </a:rPr>
              <a:t>Introduction</a:t>
            </a:r>
          </a:p>
        </p:txBody>
      </p:sp>
      <p:sp>
        <p:nvSpPr>
          <p:cNvPr id="7173" name="Rectangle 5"/>
          <p:cNvSpPr>
            <a:spLocks noChangeArrowheads="1"/>
          </p:cNvSpPr>
          <p:nvPr/>
        </p:nvSpPr>
        <p:spPr bwMode="auto">
          <a:xfrm>
            <a:off x="4999039" y="38100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Appellate Courts</a:t>
            </a:r>
          </a:p>
        </p:txBody>
      </p:sp>
      <p:sp>
        <p:nvSpPr>
          <p:cNvPr id="7174" name="Rectangle 6"/>
          <p:cNvSpPr>
            <a:spLocks noChangeArrowheads="1"/>
          </p:cNvSpPr>
          <p:nvPr/>
        </p:nvSpPr>
        <p:spPr bwMode="auto">
          <a:xfrm>
            <a:off x="4999039" y="54102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Supreme Court</a:t>
            </a:r>
          </a:p>
        </p:txBody>
      </p:sp>
      <p:sp>
        <p:nvSpPr>
          <p:cNvPr id="7175" name="Rectangle 7"/>
          <p:cNvSpPr>
            <a:spLocks noChangeArrowheads="1"/>
          </p:cNvSpPr>
          <p:nvPr/>
        </p:nvSpPr>
        <p:spPr bwMode="auto">
          <a:xfrm>
            <a:off x="7391401"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District Court</a:t>
            </a:r>
          </a:p>
        </p:txBody>
      </p:sp>
      <p:sp>
        <p:nvSpPr>
          <p:cNvPr id="7177" name="Rectangle 9"/>
          <p:cNvSpPr>
            <a:spLocks noChangeArrowheads="1"/>
          </p:cNvSpPr>
          <p:nvPr/>
        </p:nvSpPr>
        <p:spPr bwMode="auto">
          <a:xfrm>
            <a:off x="7162800" y="3038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endParaRPr lang="en-US" altLang="en-US" sz="2400"/>
          </a:p>
        </p:txBody>
      </p:sp>
      <p:sp>
        <p:nvSpPr>
          <p:cNvPr id="7178" name="Rectangle 10"/>
          <p:cNvSpPr>
            <a:spLocks noChangeArrowheads="1"/>
          </p:cNvSpPr>
          <p:nvPr/>
        </p:nvSpPr>
        <p:spPr bwMode="auto">
          <a:xfrm>
            <a:off x="2590801"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Tax Court</a:t>
            </a:r>
          </a:p>
        </p:txBody>
      </p:sp>
      <p:sp>
        <p:nvSpPr>
          <p:cNvPr id="7179" name="Rectangle 11"/>
          <p:cNvSpPr>
            <a:spLocks noChangeArrowheads="1"/>
          </p:cNvSpPr>
          <p:nvPr/>
        </p:nvSpPr>
        <p:spPr bwMode="auto">
          <a:xfrm>
            <a:off x="4999039"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Claims Court</a:t>
            </a:r>
          </a:p>
        </p:txBody>
      </p:sp>
      <p:cxnSp>
        <p:nvCxnSpPr>
          <p:cNvPr id="7188" name="AutoShape 20"/>
          <p:cNvCxnSpPr>
            <a:cxnSpLocks noChangeShapeType="1"/>
            <a:stCxn id="7173" idx="2"/>
            <a:endCxn id="7174" idx="0"/>
          </p:cNvCxnSpPr>
          <p:nvPr/>
        </p:nvCxnSpPr>
        <p:spPr bwMode="auto">
          <a:xfrm>
            <a:off x="6096000" y="44592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98" name="Rectangle 30"/>
          <p:cNvSpPr>
            <a:spLocks noChangeArrowheads="1"/>
          </p:cNvSpPr>
          <p:nvPr/>
        </p:nvSpPr>
        <p:spPr bwMode="auto">
          <a:xfrm>
            <a:off x="6553200" y="1371600"/>
            <a:ext cx="1828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Refund Suits</a:t>
            </a:r>
          </a:p>
        </p:txBody>
      </p:sp>
      <p:cxnSp>
        <p:nvCxnSpPr>
          <p:cNvPr id="7199" name="AutoShape 31"/>
          <p:cNvCxnSpPr>
            <a:cxnSpLocks noChangeShapeType="1"/>
            <a:stCxn id="7198" idx="2"/>
            <a:endCxn id="7179" idx="0"/>
          </p:cNvCxnSpPr>
          <p:nvPr/>
        </p:nvCxnSpPr>
        <p:spPr bwMode="auto">
          <a:xfrm rot="5400000">
            <a:off x="6515100" y="1257300"/>
            <a:ext cx="533400" cy="13716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0" name="AutoShape 32"/>
          <p:cNvCxnSpPr>
            <a:cxnSpLocks noChangeShapeType="1"/>
            <a:stCxn id="7198" idx="2"/>
            <a:endCxn id="7175" idx="0"/>
          </p:cNvCxnSpPr>
          <p:nvPr/>
        </p:nvCxnSpPr>
        <p:spPr bwMode="auto">
          <a:xfrm rot="16200000" flipH="1">
            <a:off x="7711282" y="1432719"/>
            <a:ext cx="533400" cy="1020763"/>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1" name="AutoShape 33"/>
          <p:cNvCxnSpPr>
            <a:cxnSpLocks noChangeShapeType="1"/>
            <a:stCxn id="7179" idx="2"/>
            <a:endCxn id="7173" idx="0"/>
          </p:cNvCxnSpPr>
          <p:nvPr/>
        </p:nvCxnSpPr>
        <p:spPr bwMode="auto">
          <a:xfrm>
            <a:off x="6096000" y="28590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2" name="AutoShape 34"/>
          <p:cNvCxnSpPr>
            <a:cxnSpLocks noChangeShapeType="1"/>
            <a:stCxn id="7173" idx="2"/>
            <a:endCxn id="7174" idx="0"/>
          </p:cNvCxnSpPr>
          <p:nvPr/>
        </p:nvCxnSpPr>
        <p:spPr bwMode="auto">
          <a:xfrm>
            <a:off x="6096000" y="44592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3" name="AutoShape 35"/>
          <p:cNvCxnSpPr>
            <a:cxnSpLocks noChangeShapeType="1"/>
            <a:stCxn id="7178" idx="2"/>
            <a:endCxn id="7173" idx="0"/>
          </p:cNvCxnSpPr>
          <p:nvPr/>
        </p:nvCxnSpPr>
        <p:spPr bwMode="auto">
          <a:xfrm rot="16200000" flipH="1">
            <a:off x="4416426" y="2130426"/>
            <a:ext cx="950912" cy="2408237"/>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4" name="AutoShape 36"/>
          <p:cNvCxnSpPr>
            <a:cxnSpLocks noChangeShapeType="1"/>
            <a:stCxn id="7175" idx="2"/>
            <a:endCxn id="7173" idx="0"/>
          </p:cNvCxnSpPr>
          <p:nvPr/>
        </p:nvCxnSpPr>
        <p:spPr bwMode="auto">
          <a:xfrm rot="5400000">
            <a:off x="6816726" y="2138363"/>
            <a:ext cx="950912" cy="2392363"/>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7205" name="Line 37"/>
          <p:cNvSpPr>
            <a:spLocks noChangeShapeType="1"/>
          </p:cNvSpPr>
          <p:nvPr/>
        </p:nvSpPr>
        <p:spPr bwMode="auto">
          <a:xfrm>
            <a:off x="1524000" y="2514600"/>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7206" name="Rectangle 38"/>
          <p:cNvSpPr>
            <a:spLocks noChangeArrowheads="1"/>
          </p:cNvSpPr>
          <p:nvPr/>
        </p:nvSpPr>
        <p:spPr bwMode="auto">
          <a:xfrm>
            <a:off x="1600200" y="1905000"/>
            <a:ext cx="914400" cy="5334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600"/>
              <a:t>90 day </a:t>
            </a:r>
          </a:p>
          <a:p>
            <a:pPr algn="ctr"/>
            <a:r>
              <a:rPr lang="en-US" altLang="en-US" sz="1600"/>
              <a:t>Letter</a:t>
            </a:r>
            <a:endParaRPr lang="en-US" altLang="en-US" sz="1800"/>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extLst>
      <p:ext uri="{BB962C8B-B14F-4D97-AF65-F5344CB8AC3E}">
        <p14:creationId xmlns:p14="http://schemas.microsoft.com/office/powerpoint/2010/main" val="1625649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19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17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7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17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720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720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20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17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18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71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nodePh="1">
                                  <p:stCondLst>
                                    <p:cond delay="0"/>
                                  </p:stCondLst>
                                  <p:endCondLst>
                                    <p:cond evt="begin" delay="0">
                                      <p:tn val="69"/>
                                    </p:cond>
                                  </p:endCondLst>
                                  <p:childTnLst>
                                    <p:set>
                                      <p:cBhvr>
                                        <p:cTn id="70" dur="1" fill="hold">
                                          <p:stCondLst>
                                            <p:cond delay="499"/>
                                          </p:stCondLst>
                                        </p:cTn>
                                        <p:tgtEl>
                                          <p:spTgt spid="717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7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0" grpId="0" autoUpdateAnimBg="0"/>
      <p:bldP spid="7173" grpId="0" animBg="1" autoUpdateAnimBg="0"/>
      <p:bldP spid="7174" grpId="0" animBg="1" autoUpdateAnimBg="0"/>
      <p:bldP spid="7175" grpId="0" animBg="1" autoUpdateAnimBg="0"/>
      <p:bldP spid="7177" grpId="0" autoUpdateAnimBg="0"/>
      <p:bldP spid="7178" grpId="0" animBg="1" autoUpdateAnimBg="0"/>
      <p:bldP spid="7179" grpId="0" animBg="1" autoUpdateAnimBg="0"/>
      <p:bldP spid="7198" grpId="0" animBg="1" autoUpdateAnimBg="0"/>
      <p:bldP spid="7205" grpId="0" animBg="1"/>
      <p:bldP spid="720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lnSpc>
                <a:spcPct val="80000"/>
              </a:lnSpc>
              <a:buNone/>
              <a:tabLst>
                <a:tab pos="914400" algn="l"/>
              </a:tabLst>
            </a:pPr>
            <a:endParaRPr lang="en-US" sz="2400" b="1" u="sng" dirty="0">
              <a:ea typeface="ＭＳ Ｐゴシック" charset="0"/>
              <a:cs typeface="ＭＳ Ｐゴシック" charset="0"/>
            </a:endParaRPr>
          </a:p>
          <a:p>
            <a:pPr algn="ctr">
              <a:lnSpc>
                <a:spcPct val="80000"/>
              </a:lnSpc>
              <a:buNone/>
              <a:tabLst>
                <a:tab pos="914400" algn="l"/>
              </a:tabLst>
            </a:pPr>
            <a:r>
              <a:rPr lang="en-US" sz="2400" b="1" u="sng" dirty="0">
                <a:ea typeface="ＭＳ Ｐゴシック" charset="0"/>
                <a:cs typeface="ＭＳ Ｐゴシック" charset="0"/>
              </a:rPr>
              <a:t>IRC:  Title 26 of the U.S. Code</a:t>
            </a:r>
            <a:endParaRPr lang="en-US" sz="2400" dirty="0">
              <a:ea typeface="ＭＳ Ｐゴシック" charset="0"/>
              <a:cs typeface="ＭＳ Ｐゴシック" charset="0"/>
            </a:endParaRPr>
          </a:p>
          <a:p>
            <a:pPr>
              <a:lnSpc>
                <a:spcPct val="80000"/>
              </a:lnSpc>
              <a:tabLst>
                <a:tab pos="914400" algn="l"/>
              </a:tabLst>
            </a:pPr>
            <a:r>
              <a:rPr lang="en-US" sz="2400" dirty="0">
                <a:ea typeface="ＭＳ Ｐゴシック" charset="0"/>
                <a:cs typeface="ＭＳ Ｐゴシック" charset="0"/>
              </a:rPr>
              <a:t>Subtitles (A-K)</a:t>
            </a:r>
          </a:p>
          <a:p>
            <a:pPr lvl="1" indent="-279400">
              <a:lnSpc>
                <a:spcPct val="80000"/>
              </a:lnSpc>
              <a:tabLst>
                <a:tab pos="914400" algn="l"/>
              </a:tabLst>
            </a:pPr>
            <a:r>
              <a:rPr lang="en-US" sz="2000" dirty="0">
                <a:ea typeface="ＭＳ Ｐゴシック" charset="0"/>
              </a:rPr>
              <a:t>A (Income Taxes) and (B) Estate and Gift Taxes</a:t>
            </a:r>
          </a:p>
          <a:p>
            <a:pPr>
              <a:lnSpc>
                <a:spcPct val="80000"/>
              </a:lnSpc>
              <a:tabLst>
                <a:tab pos="914400" algn="l"/>
              </a:tabLst>
            </a:pPr>
            <a:r>
              <a:rPr lang="en-US" sz="2400" dirty="0">
                <a:ea typeface="ＭＳ Ｐゴシック" charset="0"/>
                <a:cs typeface="ＭＳ Ｐゴシック" charset="0"/>
              </a:rPr>
              <a:t>Chapters and Subchapters</a:t>
            </a:r>
          </a:p>
          <a:p>
            <a:pPr lvl="1" indent="-279400">
              <a:lnSpc>
                <a:spcPct val="80000"/>
              </a:lnSpc>
              <a:tabLst>
                <a:tab pos="914400" algn="l"/>
              </a:tabLst>
            </a:pPr>
            <a:r>
              <a:rPr lang="en-US" sz="2000" dirty="0">
                <a:ea typeface="ＭＳ Ｐゴシック" charset="0"/>
              </a:rPr>
              <a:t>Chapter 1 (Normal Taxes) [</a:t>
            </a:r>
            <a:r>
              <a:rPr lang="en-US" altLang="en-US" dirty="0"/>
              <a:t>§§</a:t>
            </a:r>
            <a:r>
              <a:rPr lang="en-US" sz="2000" dirty="0">
                <a:ea typeface="ＭＳ Ｐゴシック" charset="0"/>
              </a:rPr>
              <a:t>1-1400L]</a:t>
            </a:r>
          </a:p>
          <a:p>
            <a:pPr marL="1092200" lvl="2" indent="-292100">
              <a:lnSpc>
                <a:spcPct val="80000"/>
              </a:lnSpc>
              <a:tabLst>
                <a:tab pos="914400" algn="l"/>
              </a:tabLst>
            </a:pPr>
            <a:r>
              <a:rPr lang="en-US" sz="1800" b="1" dirty="0">
                <a:highlight>
                  <a:srgbClr val="00FFFF"/>
                </a:highlight>
                <a:ea typeface="ＭＳ Ｐゴシック" charset="0"/>
              </a:rPr>
              <a:t>Subchapter C:  Corporate Distributions and Adjustments [</a:t>
            </a:r>
            <a:r>
              <a:rPr lang="en-US" altLang="en-US" sz="1800" b="1" dirty="0">
                <a:highlight>
                  <a:srgbClr val="00FFFF"/>
                </a:highlight>
              </a:rPr>
              <a:t>§§</a:t>
            </a:r>
            <a:r>
              <a:rPr lang="en-US" sz="1800" b="1" dirty="0">
                <a:highlight>
                  <a:srgbClr val="00FFFF"/>
                </a:highlight>
                <a:ea typeface="ＭＳ Ｐゴシック" charset="0"/>
              </a:rPr>
              <a:t>301-385]</a:t>
            </a:r>
          </a:p>
          <a:p>
            <a:pPr marL="1092200" lvl="2" indent="-292100">
              <a:lnSpc>
                <a:spcPct val="80000"/>
              </a:lnSpc>
              <a:tabLst>
                <a:tab pos="914400" algn="l"/>
              </a:tabLst>
            </a:pPr>
            <a:r>
              <a:rPr lang="en-US" sz="1800" dirty="0">
                <a:ea typeface="ＭＳ Ｐゴシック" charset="0"/>
              </a:rPr>
              <a:t>Subchapter K:  Partners and Partnerships [</a:t>
            </a:r>
            <a:r>
              <a:rPr lang="en-US" altLang="en-US" sz="1800" dirty="0"/>
              <a:t>§§</a:t>
            </a:r>
            <a:r>
              <a:rPr lang="en-US" sz="1800" dirty="0">
                <a:ea typeface="ＭＳ Ｐゴシック" charset="0"/>
              </a:rPr>
              <a:t>701-777]</a:t>
            </a:r>
          </a:p>
          <a:p>
            <a:pPr marL="1092200" lvl="2" indent="-292100">
              <a:lnSpc>
                <a:spcPct val="80000"/>
              </a:lnSpc>
              <a:tabLst>
                <a:tab pos="914400" algn="l"/>
              </a:tabLst>
            </a:pPr>
            <a:r>
              <a:rPr lang="en-US" sz="1800" b="1" dirty="0">
                <a:highlight>
                  <a:srgbClr val="00FFFF"/>
                </a:highlight>
                <a:ea typeface="ＭＳ Ｐゴシック" charset="0"/>
              </a:rPr>
              <a:t>Subchapter S:  S Corporations and Their Shareholders [</a:t>
            </a:r>
            <a:r>
              <a:rPr lang="en-US" altLang="en-US" sz="1800" b="1" dirty="0">
                <a:highlight>
                  <a:srgbClr val="00FFFF"/>
                </a:highlight>
              </a:rPr>
              <a:t>§§</a:t>
            </a:r>
            <a:r>
              <a:rPr lang="en-US" sz="1800" b="1" dirty="0">
                <a:highlight>
                  <a:srgbClr val="00FFFF"/>
                </a:highlight>
                <a:ea typeface="ＭＳ Ｐゴシック" charset="0"/>
              </a:rPr>
              <a:t>1361-1379]</a:t>
            </a:r>
          </a:p>
          <a:p>
            <a:pPr>
              <a:lnSpc>
                <a:spcPct val="80000"/>
              </a:lnSpc>
              <a:tabLst>
                <a:tab pos="914400" algn="l"/>
              </a:tabLst>
            </a:pPr>
            <a:r>
              <a:rPr lang="en-US" sz="2400" dirty="0">
                <a:ea typeface="ＭＳ Ｐゴシック" charset="0"/>
                <a:cs typeface="ＭＳ Ｐゴシック" charset="0"/>
              </a:rPr>
              <a:t>Parts [I], Sections [61], Subsections [c], Paragraphs [1], Subparagraphs [A], Clauses [</a:t>
            </a:r>
            <a:r>
              <a:rPr lang="en-US" sz="2400" dirty="0" err="1">
                <a:ea typeface="ＭＳ Ｐゴシック" charset="0"/>
                <a:cs typeface="ＭＳ Ｐゴシック" charset="0"/>
              </a:rPr>
              <a:t>i</a:t>
            </a:r>
            <a:r>
              <a:rPr lang="en-US" sz="2400" dirty="0">
                <a:ea typeface="ＭＳ Ｐゴシック" charset="0"/>
                <a:cs typeface="ＭＳ Ｐゴシック" charset="0"/>
              </a:rPr>
              <a:t>], and </a:t>
            </a:r>
            <a:r>
              <a:rPr lang="en-US" sz="2400" dirty="0" err="1">
                <a:ea typeface="ＭＳ Ｐゴシック" charset="0"/>
                <a:cs typeface="ＭＳ Ｐゴシック" charset="0"/>
              </a:rPr>
              <a:t>Subclauses</a:t>
            </a:r>
            <a:r>
              <a:rPr lang="en-US" sz="2400" dirty="0">
                <a:ea typeface="ＭＳ Ｐゴシック" charset="0"/>
                <a:cs typeface="ＭＳ Ｐゴシック" charset="0"/>
              </a:rPr>
              <a:t> [II]</a:t>
            </a:r>
          </a:p>
          <a:p>
            <a:pPr algn="ctr">
              <a:lnSpc>
                <a:spcPct val="80000"/>
              </a:lnSpc>
              <a:buNone/>
              <a:tabLst>
                <a:tab pos="914400" algn="l"/>
              </a:tabLst>
            </a:pPr>
            <a:endParaRPr lang="en-US" sz="2400" b="1" u="sng" dirty="0">
              <a:ea typeface="ＭＳ Ｐゴシック" charset="0"/>
              <a:cs typeface="ＭＳ Ｐゴシック" charset="0"/>
            </a:endParaRPr>
          </a:p>
          <a:p>
            <a:pPr algn="ctr">
              <a:lnSpc>
                <a:spcPct val="80000"/>
              </a:lnSpc>
              <a:buNone/>
              <a:tabLst>
                <a:tab pos="914400" algn="l"/>
              </a:tabLst>
            </a:pPr>
            <a:r>
              <a:rPr lang="en-US" sz="2400" b="1" u="sng" dirty="0">
                <a:ea typeface="ＭＳ Ｐゴシック" charset="0"/>
                <a:cs typeface="ＭＳ Ｐゴシック" charset="0"/>
              </a:rPr>
              <a:t>Treasury Regulations:  Title 26 of the CFR  </a:t>
            </a:r>
          </a:p>
          <a:p>
            <a:pPr>
              <a:lnSpc>
                <a:spcPct val="80000"/>
              </a:lnSpc>
              <a:tabLst>
                <a:tab pos="914400" algn="l"/>
              </a:tabLst>
            </a:pPr>
            <a:r>
              <a:rPr lang="en-US" sz="2400" dirty="0">
                <a:ea typeface="ＭＳ Ｐゴシック" charset="0"/>
                <a:cs typeface="ＭＳ Ｐゴシック" charset="0"/>
              </a:rPr>
              <a:t>Chapter, Parts, Sections [</a:t>
            </a:r>
            <a:r>
              <a:rPr lang="en-US" altLang="en-US" dirty="0"/>
              <a:t>§§</a:t>
            </a:r>
            <a:r>
              <a:rPr lang="en-US" sz="2400" dirty="0">
                <a:ea typeface="ＭＳ Ｐゴシック" charset="0"/>
                <a:cs typeface="ＭＳ Ｐゴシック" charset="0"/>
              </a:rPr>
              <a:t>1.1 and 301.7701], Subsections [-1], Paragraphs[-1(d)]; Subparagraphs [-1(d)(1)]; and Subdivisions [-1(d)(1)(ii)] </a:t>
            </a:r>
          </a:p>
          <a:p>
            <a:endParaRPr lang="en-US" dirty="0"/>
          </a:p>
        </p:txBody>
      </p:sp>
      <p:sp>
        <p:nvSpPr>
          <p:cNvPr id="2" name="Title 1"/>
          <p:cNvSpPr>
            <a:spLocks noGrp="1"/>
          </p:cNvSpPr>
          <p:nvPr>
            <p:ph type="title"/>
          </p:nvPr>
        </p:nvSpPr>
        <p:spPr/>
        <p:txBody>
          <a:bodyPr/>
          <a:lstStyle/>
          <a:p>
            <a:r>
              <a:rPr lang="en-US" dirty="0"/>
              <a:t>Internal Revenue Code and Regulations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extLst>
      <p:ext uri="{BB962C8B-B14F-4D97-AF65-F5344CB8AC3E}">
        <p14:creationId xmlns:p14="http://schemas.microsoft.com/office/powerpoint/2010/main" val="17067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Entity Returns by Types (1980-2021)</a:t>
            </a:r>
          </a:p>
        </p:txBody>
      </p:sp>
      <p:sp>
        <p:nvSpPr>
          <p:cNvPr id="4" name="Footer Placeholder 3"/>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pic>
        <p:nvPicPr>
          <p:cNvPr id="10" name="Content Placeholder 9" descr="A graph of tax returns&#10;&#10;AI-generated content may be incorrect.">
            <a:extLst>
              <a:ext uri="{FF2B5EF4-FFF2-40B4-BE49-F238E27FC236}">
                <a16:creationId xmlns:a16="http://schemas.microsoft.com/office/drawing/2014/main" id="{02CA3A85-DFDE-4265-0F37-059AFF892FC9}"/>
              </a:ext>
            </a:extLst>
          </p:cNvPr>
          <p:cNvPicPr>
            <a:picLocks noChangeAspect="1"/>
          </p:cNvPicPr>
          <p:nvPr/>
        </p:nvPicPr>
        <p:blipFill>
          <a:blip r:embed="rId2"/>
          <a:stretch>
            <a:fillRect/>
          </a:stretch>
        </p:blipFill>
        <p:spPr>
          <a:xfrm>
            <a:off x="512063" y="695739"/>
            <a:ext cx="11277599" cy="5526157"/>
          </a:xfrm>
          <a:prstGeom prst="rect">
            <a:avLst/>
          </a:prstGeom>
        </p:spPr>
      </p:pic>
    </p:spTree>
    <p:extLst>
      <p:ext uri="{BB962C8B-B14F-4D97-AF65-F5344CB8AC3E}">
        <p14:creationId xmlns:p14="http://schemas.microsoft.com/office/powerpoint/2010/main" val="172108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A0373A-7D72-9A49-AD10-C634DACD5960}"/>
              </a:ext>
            </a:extLst>
          </p:cNvPr>
          <p:cNvSpPr>
            <a:spLocks noGrp="1"/>
          </p:cNvSpPr>
          <p:nvPr>
            <p:ph type="title"/>
          </p:nvPr>
        </p:nvSpPr>
        <p:spPr/>
        <p:txBody>
          <a:bodyPr/>
          <a:lstStyle/>
          <a:p>
            <a:r>
              <a:rPr lang="en-US" dirty="0"/>
              <a:t>Share of Total Business Tax Returns by Type (1980-2021)</a:t>
            </a:r>
          </a:p>
        </p:txBody>
      </p:sp>
      <p:sp>
        <p:nvSpPr>
          <p:cNvPr id="4" name="Slide Number Placeholder 3">
            <a:extLst>
              <a:ext uri="{FF2B5EF4-FFF2-40B4-BE49-F238E27FC236}">
                <a16:creationId xmlns:a16="http://schemas.microsoft.com/office/drawing/2014/main" id="{22EB6031-046D-824F-88CE-9E1A73CB582D}"/>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a:extLst>
              <a:ext uri="{FF2B5EF4-FFF2-40B4-BE49-F238E27FC236}">
                <a16:creationId xmlns:a16="http://schemas.microsoft.com/office/drawing/2014/main" id="{20C2795B-320D-4442-881C-400A55E8903D}"/>
              </a:ext>
            </a:extLst>
          </p:cNvPr>
          <p:cNvSpPr>
            <a:spLocks noGrp="1"/>
          </p:cNvSpPr>
          <p:nvPr>
            <p:ph type="ftr" sz="quarter" idx="11"/>
          </p:nvPr>
        </p:nvSpPr>
        <p:spPr/>
        <p:txBody>
          <a:bodyPr/>
          <a:lstStyle/>
          <a:p>
            <a:pPr>
              <a:defRPr/>
            </a:pPr>
            <a:r>
              <a:rPr lang="en-US"/>
              <a:t>Introduction</a:t>
            </a:r>
            <a:endParaRPr lang="en-US" dirty="0"/>
          </a:p>
        </p:txBody>
      </p:sp>
      <p:pic>
        <p:nvPicPr>
          <p:cNvPr id="14" name="Content Placeholder 13" descr="A graph showing the cost of tax returns&#10;&#10;AI-generated content may be incorrect.">
            <a:extLst>
              <a:ext uri="{FF2B5EF4-FFF2-40B4-BE49-F238E27FC236}">
                <a16:creationId xmlns:a16="http://schemas.microsoft.com/office/drawing/2014/main" id="{D729365E-55FA-72DF-C520-A116D87EADE4}"/>
              </a:ext>
            </a:extLst>
          </p:cNvPr>
          <p:cNvPicPr>
            <a:picLocks noGrp="1" noChangeAspect="1"/>
          </p:cNvPicPr>
          <p:nvPr>
            <p:ph idx="1"/>
          </p:nvPr>
        </p:nvPicPr>
        <p:blipFill>
          <a:blip r:embed="rId2"/>
          <a:stretch>
            <a:fillRect/>
          </a:stretch>
        </p:blipFill>
        <p:spPr>
          <a:xfrm>
            <a:off x="512063" y="658873"/>
            <a:ext cx="11277599" cy="5642536"/>
          </a:xfrm>
        </p:spPr>
      </p:pic>
    </p:spTree>
    <p:extLst>
      <p:ext uri="{BB962C8B-B14F-4D97-AF65-F5344CB8AC3E}">
        <p14:creationId xmlns:p14="http://schemas.microsoft.com/office/powerpoint/2010/main" val="341821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Partnership Returns</a:t>
            </a:r>
          </a:p>
        </p:txBody>
      </p:sp>
      <p:sp>
        <p:nvSpPr>
          <p:cNvPr id="4" name="Footer Placeholder 3"/>
          <p:cNvSpPr>
            <a:spLocks noGrp="1"/>
          </p:cNvSpPr>
          <p:nvPr>
            <p:ph type="ftr" sz="quarter" idx="11"/>
          </p:nvPr>
        </p:nvSpPr>
        <p:spPr/>
        <p:txBody>
          <a:bodyPr/>
          <a:lstStyle/>
          <a:p>
            <a:pPr>
              <a:defRPr/>
            </a:pPr>
            <a:r>
              <a:rPr lang="en-US" dirty="0"/>
              <a:t>Introduction</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10" name="TextBox 9">
            <a:extLst>
              <a:ext uri="{FF2B5EF4-FFF2-40B4-BE49-F238E27FC236}">
                <a16:creationId xmlns:a16="http://schemas.microsoft.com/office/drawing/2014/main" id="{BD7F93A9-7759-43D0-9FF9-EC7EF6E5D453}"/>
              </a:ext>
            </a:extLst>
          </p:cNvPr>
          <p:cNvSpPr txBox="1"/>
          <p:nvPr/>
        </p:nvSpPr>
        <p:spPr>
          <a:xfrm>
            <a:off x="5181071" y="6196266"/>
            <a:ext cx="1805302" cy="246221"/>
          </a:xfrm>
          <a:prstGeom prst="rect">
            <a:avLst/>
          </a:prstGeom>
          <a:noFill/>
        </p:spPr>
        <p:txBody>
          <a:bodyPr wrap="none" rtlCol="0">
            <a:spAutoFit/>
          </a:bodyPr>
          <a:lstStyle/>
          <a:p>
            <a:r>
              <a:rPr lang="en-US" sz="1000" dirty="0"/>
              <a:t>Source: SOI, PSH Returns, 2022</a:t>
            </a:r>
          </a:p>
        </p:txBody>
      </p:sp>
      <p:pic>
        <p:nvPicPr>
          <p:cNvPr id="9" name="Content Placeholder 8" descr="A graph of a number of tax years&#10;&#10;AI-generated content may be incorrect.">
            <a:extLst>
              <a:ext uri="{FF2B5EF4-FFF2-40B4-BE49-F238E27FC236}">
                <a16:creationId xmlns:a16="http://schemas.microsoft.com/office/drawing/2014/main" id="{76944B75-8FCC-56D2-1972-6CD3276EE737}"/>
              </a:ext>
            </a:extLst>
          </p:cNvPr>
          <p:cNvPicPr>
            <a:picLocks noGrp="1" noChangeAspect="1"/>
          </p:cNvPicPr>
          <p:nvPr>
            <p:ph idx="1"/>
          </p:nvPr>
        </p:nvPicPr>
        <p:blipFill>
          <a:blip r:embed="rId2"/>
          <a:stretch>
            <a:fillRect/>
          </a:stretch>
        </p:blipFill>
        <p:spPr>
          <a:xfrm>
            <a:off x="512064" y="785019"/>
            <a:ext cx="11104203" cy="5308600"/>
          </a:xfrm>
        </p:spPr>
      </p:pic>
    </p:spTree>
    <p:extLst>
      <p:ext uri="{BB962C8B-B14F-4D97-AF65-F5344CB8AC3E}">
        <p14:creationId xmlns:p14="http://schemas.microsoft.com/office/powerpoint/2010/main" val="654615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7B74C3-9091-763C-CA02-538DE9BF7C32}"/>
              </a:ext>
            </a:extLst>
          </p:cNvPr>
          <p:cNvSpPr>
            <a:spLocks noGrp="1"/>
          </p:cNvSpPr>
          <p:nvPr>
            <p:ph type="title"/>
          </p:nvPr>
        </p:nvSpPr>
        <p:spPr/>
        <p:txBody>
          <a:bodyPr/>
          <a:lstStyle/>
          <a:p>
            <a:r>
              <a:rPr lang="en-US" dirty="0"/>
              <a:t>Source of Federal Revenue</a:t>
            </a:r>
          </a:p>
        </p:txBody>
      </p:sp>
      <p:sp>
        <p:nvSpPr>
          <p:cNvPr id="4" name="Slide Number Placeholder 3">
            <a:extLst>
              <a:ext uri="{FF2B5EF4-FFF2-40B4-BE49-F238E27FC236}">
                <a16:creationId xmlns:a16="http://schemas.microsoft.com/office/drawing/2014/main" id="{AE8583F7-62C5-1712-C257-700565FE544E}"/>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FB8B7526-3C31-3C3B-F12A-D0A16AE35AE7}"/>
              </a:ext>
            </a:extLst>
          </p:cNvPr>
          <p:cNvSpPr>
            <a:spLocks noGrp="1"/>
          </p:cNvSpPr>
          <p:nvPr>
            <p:ph type="ftr" sz="quarter" idx="11"/>
          </p:nvPr>
        </p:nvSpPr>
        <p:spPr/>
        <p:txBody>
          <a:bodyPr/>
          <a:lstStyle/>
          <a:p>
            <a:pPr>
              <a:defRPr/>
            </a:pPr>
            <a:r>
              <a:rPr lang="en-US"/>
              <a:t>Introduction</a:t>
            </a:r>
            <a:endParaRPr lang="en-US" dirty="0"/>
          </a:p>
        </p:txBody>
      </p:sp>
      <p:pic>
        <p:nvPicPr>
          <p:cNvPr id="7" name="Picture 6">
            <a:extLst>
              <a:ext uri="{FF2B5EF4-FFF2-40B4-BE49-F238E27FC236}">
                <a16:creationId xmlns:a16="http://schemas.microsoft.com/office/drawing/2014/main" id="{ED440A24-E40D-CA7F-6D62-6365AF75CFD1}"/>
              </a:ext>
            </a:extLst>
          </p:cNvPr>
          <p:cNvPicPr>
            <a:picLocks noChangeAspect="1"/>
          </p:cNvPicPr>
          <p:nvPr/>
        </p:nvPicPr>
        <p:blipFill>
          <a:blip r:embed="rId2"/>
          <a:stretch>
            <a:fillRect/>
          </a:stretch>
        </p:blipFill>
        <p:spPr>
          <a:xfrm>
            <a:off x="512064" y="728663"/>
            <a:ext cx="11277600" cy="5486400"/>
          </a:xfrm>
          <a:prstGeom prst="rect">
            <a:avLst/>
          </a:prstGeom>
        </p:spPr>
      </p:pic>
    </p:spTree>
    <p:extLst>
      <p:ext uri="{BB962C8B-B14F-4D97-AF65-F5344CB8AC3E}">
        <p14:creationId xmlns:p14="http://schemas.microsoft.com/office/powerpoint/2010/main" val="211432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hart, line chart&#10;&#10;Description automatically generated">
            <a:extLst>
              <a:ext uri="{FF2B5EF4-FFF2-40B4-BE49-F238E27FC236}">
                <a16:creationId xmlns:a16="http://schemas.microsoft.com/office/drawing/2014/main" id="{8E5AEF14-344D-F547-8C37-47671E68D969}"/>
              </a:ext>
            </a:extLst>
          </p:cNvPr>
          <p:cNvPicPr>
            <a:picLocks noGrp="1" noChangeAspect="1"/>
          </p:cNvPicPr>
          <p:nvPr>
            <p:ph idx="1"/>
          </p:nvPr>
        </p:nvPicPr>
        <p:blipFill>
          <a:blip r:embed="rId2"/>
          <a:stretch>
            <a:fillRect/>
          </a:stretch>
        </p:blipFill>
        <p:spPr>
          <a:xfrm>
            <a:off x="373488" y="533400"/>
            <a:ext cx="11416176" cy="5811838"/>
          </a:xfrm>
        </p:spPr>
      </p:pic>
      <p:sp>
        <p:nvSpPr>
          <p:cNvPr id="3" name="Title 2">
            <a:extLst>
              <a:ext uri="{FF2B5EF4-FFF2-40B4-BE49-F238E27FC236}">
                <a16:creationId xmlns:a16="http://schemas.microsoft.com/office/drawing/2014/main" id="{C18C1F6B-66A7-AC7C-5ADD-515F098E84E8}"/>
              </a:ext>
            </a:extLst>
          </p:cNvPr>
          <p:cNvSpPr>
            <a:spLocks noGrp="1"/>
          </p:cNvSpPr>
          <p:nvPr>
            <p:ph type="title"/>
          </p:nvPr>
        </p:nvSpPr>
        <p:spPr/>
        <p:txBody>
          <a:bodyPr/>
          <a:lstStyle/>
          <a:p>
            <a:r>
              <a:rPr lang="en-US" dirty="0"/>
              <a:t>Federal Receipts as Share of Total Receipts: 1950-2021</a:t>
            </a:r>
          </a:p>
        </p:txBody>
      </p:sp>
      <p:sp>
        <p:nvSpPr>
          <p:cNvPr id="4" name="Slide Number Placeholder 3">
            <a:extLst>
              <a:ext uri="{FF2B5EF4-FFF2-40B4-BE49-F238E27FC236}">
                <a16:creationId xmlns:a16="http://schemas.microsoft.com/office/drawing/2014/main" id="{788302E2-92D5-21D6-470B-CBF7716BBB72}"/>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73F550A3-3E8A-7040-6F9F-E2C1412EDCA5}"/>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79605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ADFA32B-198A-D144-A4C4-BC2F77E0EE2F}"/>
              </a:ext>
            </a:extLst>
          </p:cNvPr>
          <p:cNvPicPr>
            <a:picLocks noGrp="1" noChangeAspect="1"/>
          </p:cNvPicPr>
          <p:nvPr>
            <p:ph idx="1"/>
          </p:nvPr>
        </p:nvPicPr>
        <p:blipFill>
          <a:blip r:embed="rId2"/>
          <a:stretch>
            <a:fillRect/>
          </a:stretch>
        </p:blipFill>
        <p:spPr>
          <a:xfrm>
            <a:off x="371475" y="592550"/>
            <a:ext cx="11418189" cy="5655850"/>
          </a:xfrm>
        </p:spPr>
      </p:pic>
      <p:sp>
        <p:nvSpPr>
          <p:cNvPr id="3" name="Title 2">
            <a:extLst>
              <a:ext uri="{FF2B5EF4-FFF2-40B4-BE49-F238E27FC236}">
                <a16:creationId xmlns:a16="http://schemas.microsoft.com/office/drawing/2014/main" id="{910B6C17-0CFD-FA40-A7E9-BFA85B699AF4}"/>
              </a:ext>
            </a:extLst>
          </p:cNvPr>
          <p:cNvSpPr>
            <a:spLocks noGrp="1"/>
          </p:cNvSpPr>
          <p:nvPr>
            <p:ph type="title"/>
          </p:nvPr>
        </p:nvSpPr>
        <p:spPr/>
        <p:txBody>
          <a:bodyPr/>
          <a:lstStyle/>
          <a:p>
            <a:r>
              <a:rPr lang="en-US" dirty="0"/>
              <a:t>Net Income of Business Tax Returns by Types by Percent of Total (1980-2015)</a:t>
            </a:r>
          </a:p>
        </p:txBody>
      </p:sp>
      <p:sp>
        <p:nvSpPr>
          <p:cNvPr id="4" name="Slide Number Placeholder 3">
            <a:extLst>
              <a:ext uri="{FF2B5EF4-FFF2-40B4-BE49-F238E27FC236}">
                <a16:creationId xmlns:a16="http://schemas.microsoft.com/office/drawing/2014/main" id="{565E2F5A-9C78-7D4A-9A80-F824A9841797}"/>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18F7BD69-ED10-2743-8193-31CBA44F8C95}"/>
              </a:ext>
            </a:extLst>
          </p:cNvPr>
          <p:cNvSpPr>
            <a:spLocks noGrp="1"/>
          </p:cNvSpPr>
          <p:nvPr>
            <p:ph type="ftr" sz="quarter" idx="11"/>
          </p:nvPr>
        </p:nvSpPr>
        <p:spPr/>
        <p:txBody>
          <a:bodyPr/>
          <a:lstStyle/>
          <a:p>
            <a:pPr>
              <a:defRPr/>
            </a:pPr>
            <a:r>
              <a:rPr lang="en-US"/>
              <a:t>Introduction</a:t>
            </a:r>
            <a:endParaRPr lang="en-US" dirty="0"/>
          </a:p>
        </p:txBody>
      </p:sp>
      <p:sp>
        <p:nvSpPr>
          <p:cNvPr id="8" name="Rectangle 7">
            <a:extLst>
              <a:ext uri="{FF2B5EF4-FFF2-40B4-BE49-F238E27FC236}">
                <a16:creationId xmlns:a16="http://schemas.microsoft.com/office/drawing/2014/main" id="{BA7EBBB8-722B-BE47-A62A-789A31304FA5}"/>
              </a:ext>
            </a:extLst>
          </p:cNvPr>
          <p:cNvSpPr/>
          <p:nvPr/>
        </p:nvSpPr>
        <p:spPr>
          <a:xfrm>
            <a:off x="4953000" y="6218445"/>
            <a:ext cx="2590800" cy="215444"/>
          </a:xfrm>
          <a:prstGeom prst="rect">
            <a:avLst/>
          </a:prstGeom>
        </p:spPr>
        <p:txBody>
          <a:bodyPr wrap="square">
            <a:spAutoFit/>
          </a:bodyPr>
          <a:lstStyle/>
          <a:p>
            <a:pPr lvl="0"/>
            <a:r>
              <a:rPr lang="en-US" sz="800" dirty="0">
                <a:solidFill>
                  <a:prstClr val="black"/>
                </a:solidFill>
              </a:rPr>
              <a:t>Source: TPC, Key Elements of US Tax System</a:t>
            </a:r>
          </a:p>
        </p:txBody>
      </p:sp>
    </p:spTree>
    <p:extLst>
      <p:ext uri="{BB962C8B-B14F-4D97-AF65-F5344CB8AC3E}">
        <p14:creationId xmlns:p14="http://schemas.microsoft.com/office/powerpoint/2010/main" val="1461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Income by Business Entity</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2185" y="631514"/>
            <a:ext cx="7090117" cy="5146621"/>
          </a:xfrm>
        </p:spPr>
      </p:pic>
      <p:sp>
        <p:nvSpPr>
          <p:cNvPr id="9" name="TextBox 8"/>
          <p:cNvSpPr txBox="1"/>
          <p:nvPr/>
        </p:nvSpPr>
        <p:spPr>
          <a:xfrm>
            <a:off x="5516031" y="6122241"/>
            <a:ext cx="1122423" cy="246221"/>
          </a:xfrm>
          <a:prstGeom prst="rect">
            <a:avLst/>
          </a:prstGeom>
          <a:noFill/>
        </p:spPr>
        <p:txBody>
          <a:bodyPr wrap="none" rtlCol="0">
            <a:spAutoFit/>
          </a:bodyPr>
          <a:lstStyle/>
          <a:p>
            <a:r>
              <a:rPr lang="en-US" sz="1000" dirty="0"/>
              <a:t>Source</a:t>
            </a:r>
            <a:r>
              <a:rPr lang="en-US" sz="1000"/>
              <a:t>: JCX-42-17</a:t>
            </a:r>
            <a:endParaRPr lang="en-US" sz="1000" dirty="0"/>
          </a:p>
        </p:txBody>
      </p:sp>
      <p:sp>
        <p:nvSpPr>
          <p:cNvPr id="4" name="Footer Placeholder 3"/>
          <p:cNvSpPr>
            <a:spLocks noGrp="1"/>
          </p:cNvSpPr>
          <p:nvPr>
            <p:ph type="ftr" sz="quarter" idx="11"/>
          </p:nvPr>
        </p:nvSpPr>
        <p:spPr/>
        <p:txBody>
          <a:bodyPr/>
          <a:lstStyle/>
          <a:p>
            <a:pPr>
              <a:defRPr/>
            </a:pPr>
            <a:r>
              <a:rPr lang="en-US"/>
              <a:t>Introduction</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extLst>
      <p:ext uri="{BB962C8B-B14F-4D97-AF65-F5344CB8AC3E}">
        <p14:creationId xmlns:p14="http://schemas.microsoft.com/office/powerpoint/2010/main" val="557463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spreadsheet&#10;&#10;AI-generated content may be incorrect.">
            <a:extLst>
              <a:ext uri="{FF2B5EF4-FFF2-40B4-BE49-F238E27FC236}">
                <a16:creationId xmlns:a16="http://schemas.microsoft.com/office/drawing/2014/main" id="{6DA77169-AF3A-28D4-F6D6-246E2A9A211A}"/>
              </a:ext>
            </a:extLst>
          </p:cNvPr>
          <p:cNvPicPr>
            <a:picLocks noGrp="1" noChangeAspect="1"/>
          </p:cNvPicPr>
          <p:nvPr>
            <p:ph idx="1"/>
          </p:nvPr>
        </p:nvPicPr>
        <p:blipFill>
          <a:blip r:embed="rId2"/>
          <a:stretch>
            <a:fillRect/>
          </a:stretch>
        </p:blipFill>
        <p:spPr>
          <a:xfrm>
            <a:off x="665163" y="622852"/>
            <a:ext cx="10972800" cy="5605670"/>
          </a:xfrm>
        </p:spPr>
      </p:pic>
      <p:sp>
        <p:nvSpPr>
          <p:cNvPr id="3" name="Title 2">
            <a:extLst>
              <a:ext uri="{FF2B5EF4-FFF2-40B4-BE49-F238E27FC236}">
                <a16:creationId xmlns:a16="http://schemas.microsoft.com/office/drawing/2014/main" id="{6F875661-C7E3-C7E5-FDC8-580B9E20F56A}"/>
              </a:ext>
            </a:extLst>
          </p:cNvPr>
          <p:cNvSpPr>
            <a:spLocks noGrp="1"/>
          </p:cNvSpPr>
          <p:nvPr>
            <p:ph type="title"/>
          </p:nvPr>
        </p:nvSpPr>
        <p:spPr/>
        <p:txBody>
          <a:bodyPr/>
          <a:lstStyle/>
          <a:p>
            <a:r>
              <a:rPr lang="en-US" dirty="0"/>
              <a:t>Returns of Active Corporations: 2021 (‘000s, except Total Assets)</a:t>
            </a:r>
          </a:p>
        </p:txBody>
      </p:sp>
      <p:sp>
        <p:nvSpPr>
          <p:cNvPr id="4" name="Slide Number Placeholder 3">
            <a:extLst>
              <a:ext uri="{FF2B5EF4-FFF2-40B4-BE49-F238E27FC236}">
                <a16:creationId xmlns:a16="http://schemas.microsoft.com/office/drawing/2014/main" id="{71BCCF6A-ED1B-43D4-82C8-BABD8FB797D6}"/>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
        <p:nvSpPr>
          <p:cNvPr id="5" name="Footer Placeholder 4">
            <a:extLst>
              <a:ext uri="{FF2B5EF4-FFF2-40B4-BE49-F238E27FC236}">
                <a16:creationId xmlns:a16="http://schemas.microsoft.com/office/drawing/2014/main" id="{2AD39E7D-735C-04DB-67A8-435927B0892A}"/>
              </a:ext>
            </a:extLst>
          </p:cNvPr>
          <p:cNvSpPr>
            <a:spLocks noGrp="1"/>
          </p:cNvSpPr>
          <p:nvPr>
            <p:ph type="ftr" sz="quarter" idx="11"/>
          </p:nvPr>
        </p:nvSpPr>
        <p:spPr/>
        <p:txBody>
          <a:bodyPr/>
          <a:lstStyle/>
          <a:p>
            <a:pPr>
              <a:defRPr/>
            </a:pPr>
            <a:r>
              <a:rPr lang="en-US"/>
              <a:t>Introduction</a:t>
            </a:r>
            <a:endParaRPr lang="en-US" dirty="0"/>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05923C89-E3D6-6F10-1458-80D5EDF56FCC}"/>
                  </a:ext>
                </a:extLst>
              </p14:cNvPr>
              <p14:cNvContentPartPr/>
              <p14:nvPr/>
            </p14:nvContentPartPr>
            <p14:xfrm>
              <a:off x="837428" y="5891410"/>
              <a:ext cx="2685960" cy="42840"/>
            </p14:xfrm>
          </p:contentPart>
        </mc:Choice>
        <mc:Fallback>
          <p:pic>
            <p:nvPicPr>
              <p:cNvPr id="8" name="Ink 7">
                <a:extLst>
                  <a:ext uri="{FF2B5EF4-FFF2-40B4-BE49-F238E27FC236}">
                    <a16:creationId xmlns:a16="http://schemas.microsoft.com/office/drawing/2014/main" id="{05923C89-E3D6-6F10-1458-80D5EDF56FCC}"/>
                  </a:ext>
                </a:extLst>
              </p:cNvPr>
              <p:cNvPicPr/>
              <p:nvPr/>
            </p:nvPicPr>
            <p:blipFill>
              <a:blip r:embed="rId4"/>
              <a:stretch>
                <a:fillRect/>
              </a:stretch>
            </p:blipFill>
            <p:spPr>
              <a:xfrm>
                <a:off x="783428" y="5783770"/>
                <a:ext cx="279360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BB0269E8-C588-AE99-45AC-E4BDDFC0D99E}"/>
                  </a:ext>
                </a:extLst>
              </p14:cNvPr>
              <p14:cNvContentPartPr/>
              <p14:nvPr/>
            </p14:nvContentPartPr>
            <p14:xfrm>
              <a:off x="3888428" y="5945410"/>
              <a:ext cx="485280" cy="360"/>
            </p14:xfrm>
          </p:contentPart>
        </mc:Choice>
        <mc:Fallback>
          <p:pic>
            <p:nvPicPr>
              <p:cNvPr id="9" name="Ink 8">
                <a:extLst>
                  <a:ext uri="{FF2B5EF4-FFF2-40B4-BE49-F238E27FC236}">
                    <a16:creationId xmlns:a16="http://schemas.microsoft.com/office/drawing/2014/main" id="{BB0269E8-C588-AE99-45AC-E4BDDFC0D99E}"/>
                  </a:ext>
                </a:extLst>
              </p:cNvPr>
              <p:cNvPicPr/>
              <p:nvPr/>
            </p:nvPicPr>
            <p:blipFill>
              <a:blip r:embed="rId6"/>
              <a:stretch>
                <a:fillRect/>
              </a:stretch>
            </p:blipFill>
            <p:spPr>
              <a:xfrm>
                <a:off x="3834428" y="5837410"/>
                <a:ext cx="592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4145F595-01F2-E1CC-9BA9-5F99489A1E47}"/>
                  </a:ext>
                </a:extLst>
              </p14:cNvPr>
              <p14:cNvContentPartPr/>
              <p14:nvPr/>
            </p14:nvContentPartPr>
            <p14:xfrm>
              <a:off x="10519988" y="5954410"/>
              <a:ext cx="1227240" cy="360"/>
            </p14:xfrm>
          </p:contentPart>
        </mc:Choice>
        <mc:Fallback>
          <p:pic>
            <p:nvPicPr>
              <p:cNvPr id="10" name="Ink 9">
                <a:extLst>
                  <a:ext uri="{FF2B5EF4-FFF2-40B4-BE49-F238E27FC236}">
                    <a16:creationId xmlns:a16="http://schemas.microsoft.com/office/drawing/2014/main" id="{4145F595-01F2-E1CC-9BA9-5F99489A1E47}"/>
                  </a:ext>
                </a:extLst>
              </p:cNvPr>
              <p:cNvPicPr/>
              <p:nvPr/>
            </p:nvPicPr>
            <p:blipFill>
              <a:blip r:embed="rId8"/>
              <a:stretch>
                <a:fillRect/>
              </a:stretch>
            </p:blipFill>
            <p:spPr>
              <a:xfrm>
                <a:off x="10466348" y="5846770"/>
                <a:ext cx="1334880" cy="21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9">
            <p14:nvContentPartPr>
              <p14:cNvPr id="11" name="Ink 10">
                <a:extLst>
                  <a:ext uri="{FF2B5EF4-FFF2-40B4-BE49-F238E27FC236}">
                    <a16:creationId xmlns:a16="http://schemas.microsoft.com/office/drawing/2014/main" id="{7CF0E52F-6C53-1211-A5B5-F301268AAE52}"/>
                  </a:ext>
                </a:extLst>
              </p14:cNvPr>
              <p14:cNvContentPartPr/>
              <p14:nvPr/>
            </p14:nvContentPartPr>
            <p14:xfrm>
              <a:off x="770468" y="5601610"/>
              <a:ext cx="2388600" cy="47880"/>
            </p14:xfrm>
          </p:contentPart>
        </mc:Choice>
        <mc:Fallback>
          <p:pic>
            <p:nvPicPr>
              <p:cNvPr id="11" name="Ink 10">
                <a:extLst>
                  <a:ext uri="{FF2B5EF4-FFF2-40B4-BE49-F238E27FC236}">
                    <a16:creationId xmlns:a16="http://schemas.microsoft.com/office/drawing/2014/main" id="{7CF0E52F-6C53-1211-A5B5-F301268AAE52}"/>
                  </a:ext>
                </a:extLst>
              </p:cNvPr>
              <p:cNvPicPr/>
              <p:nvPr/>
            </p:nvPicPr>
            <p:blipFill>
              <a:blip r:embed="rId10"/>
              <a:stretch>
                <a:fillRect/>
              </a:stretch>
            </p:blipFill>
            <p:spPr>
              <a:xfrm>
                <a:off x="752468" y="5493970"/>
                <a:ext cx="242424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65844295-5A72-F032-1EDC-113A1A23D45B}"/>
                  </a:ext>
                </a:extLst>
              </p14:cNvPr>
              <p14:cNvContentPartPr/>
              <p14:nvPr/>
            </p14:nvContentPartPr>
            <p14:xfrm>
              <a:off x="758588" y="5558050"/>
              <a:ext cx="2376000" cy="76320"/>
            </p14:xfrm>
          </p:contentPart>
        </mc:Choice>
        <mc:Fallback>
          <p:pic>
            <p:nvPicPr>
              <p:cNvPr id="12" name="Ink 11">
                <a:extLst>
                  <a:ext uri="{FF2B5EF4-FFF2-40B4-BE49-F238E27FC236}">
                    <a16:creationId xmlns:a16="http://schemas.microsoft.com/office/drawing/2014/main" id="{65844295-5A72-F032-1EDC-113A1A23D45B}"/>
                  </a:ext>
                </a:extLst>
              </p:cNvPr>
              <p:cNvPicPr/>
              <p:nvPr/>
            </p:nvPicPr>
            <p:blipFill>
              <a:blip r:embed="rId12"/>
              <a:stretch>
                <a:fillRect/>
              </a:stretch>
            </p:blipFill>
            <p:spPr>
              <a:xfrm>
                <a:off x="704948" y="5450410"/>
                <a:ext cx="248364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A5390272-71B6-32AC-11BF-D8B6BA067FC1}"/>
                  </a:ext>
                </a:extLst>
              </p14:cNvPr>
              <p14:cNvContentPartPr/>
              <p14:nvPr/>
            </p14:nvContentPartPr>
            <p14:xfrm>
              <a:off x="10752188" y="5659570"/>
              <a:ext cx="940320" cy="43200"/>
            </p14:xfrm>
          </p:contentPart>
        </mc:Choice>
        <mc:Fallback>
          <p:pic>
            <p:nvPicPr>
              <p:cNvPr id="13" name="Ink 12">
                <a:extLst>
                  <a:ext uri="{FF2B5EF4-FFF2-40B4-BE49-F238E27FC236}">
                    <a16:creationId xmlns:a16="http://schemas.microsoft.com/office/drawing/2014/main" id="{A5390272-71B6-32AC-11BF-D8B6BA067FC1}"/>
                  </a:ext>
                </a:extLst>
              </p:cNvPr>
              <p:cNvPicPr/>
              <p:nvPr/>
            </p:nvPicPr>
            <p:blipFill>
              <a:blip r:embed="rId14"/>
              <a:stretch>
                <a:fillRect/>
              </a:stretch>
            </p:blipFill>
            <p:spPr>
              <a:xfrm>
                <a:off x="10698188" y="5551570"/>
                <a:ext cx="10479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5DED7AAA-E9BC-D52F-AF7F-28E896E10F54}"/>
                  </a:ext>
                </a:extLst>
              </p14:cNvPr>
              <p14:cNvContentPartPr/>
              <p14:nvPr/>
            </p14:nvContentPartPr>
            <p14:xfrm>
              <a:off x="3831548" y="5604490"/>
              <a:ext cx="396000" cy="32400"/>
            </p14:xfrm>
          </p:contentPart>
        </mc:Choice>
        <mc:Fallback>
          <p:pic>
            <p:nvPicPr>
              <p:cNvPr id="14" name="Ink 13">
                <a:extLst>
                  <a:ext uri="{FF2B5EF4-FFF2-40B4-BE49-F238E27FC236}">
                    <a16:creationId xmlns:a16="http://schemas.microsoft.com/office/drawing/2014/main" id="{5DED7AAA-E9BC-D52F-AF7F-28E896E10F54}"/>
                  </a:ext>
                </a:extLst>
              </p:cNvPr>
              <p:cNvPicPr/>
              <p:nvPr/>
            </p:nvPicPr>
            <p:blipFill>
              <a:blip r:embed="rId16"/>
              <a:stretch>
                <a:fillRect/>
              </a:stretch>
            </p:blipFill>
            <p:spPr>
              <a:xfrm>
                <a:off x="3777908" y="5496850"/>
                <a:ext cx="50364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3C51D9D5-02AE-7F31-49AC-452EB0918B8B}"/>
                  </a:ext>
                </a:extLst>
              </p14:cNvPr>
              <p14:cNvContentPartPr/>
              <p14:nvPr/>
            </p14:nvContentPartPr>
            <p14:xfrm>
              <a:off x="4169948" y="8220250"/>
              <a:ext cx="360" cy="360"/>
            </p14:xfrm>
          </p:contentPart>
        </mc:Choice>
        <mc:Fallback>
          <p:pic>
            <p:nvPicPr>
              <p:cNvPr id="15" name="Ink 14">
                <a:extLst>
                  <a:ext uri="{FF2B5EF4-FFF2-40B4-BE49-F238E27FC236}">
                    <a16:creationId xmlns:a16="http://schemas.microsoft.com/office/drawing/2014/main" id="{3C51D9D5-02AE-7F31-49AC-452EB0918B8B}"/>
                  </a:ext>
                </a:extLst>
              </p:cNvPr>
              <p:cNvPicPr/>
              <p:nvPr/>
            </p:nvPicPr>
            <p:blipFill>
              <a:blip r:embed="rId18"/>
              <a:stretch>
                <a:fillRect/>
              </a:stretch>
            </p:blipFill>
            <p:spPr>
              <a:xfrm>
                <a:off x="4116308" y="811261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5C670584-963E-35EC-3F23-776BF669CC99}"/>
                  </a:ext>
                </a:extLst>
              </p14:cNvPr>
              <p14:cNvContentPartPr/>
              <p14:nvPr/>
            </p14:nvContentPartPr>
            <p14:xfrm>
              <a:off x="-2175772" y="3367450"/>
              <a:ext cx="360" cy="360"/>
            </p14:xfrm>
          </p:contentPart>
        </mc:Choice>
        <mc:Fallback>
          <p:pic>
            <p:nvPicPr>
              <p:cNvPr id="16" name="Ink 15">
                <a:extLst>
                  <a:ext uri="{FF2B5EF4-FFF2-40B4-BE49-F238E27FC236}">
                    <a16:creationId xmlns:a16="http://schemas.microsoft.com/office/drawing/2014/main" id="{5C670584-963E-35EC-3F23-776BF669CC99}"/>
                  </a:ext>
                </a:extLst>
              </p:cNvPr>
              <p:cNvPicPr/>
              <p:nvPr/>
            </p:nvPicPr>
            <p:blipFill>
              <a:blip r:embed="rId18"/>
              <a:stretch>
                <a:fillRect/>
              </a:stretch>
            </p:blipFill>
            <p:spPr>
              <a:xfrm>
                <a:off x="-2229412" y="325981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F151ABFD-2F81-24B1-7C8E-D793A2FAE07A}"/>
                  </a:ext>
                </a:extLst>
              </p14:cNvPr>
              <p14:cNvContentPartPr/>
              <p14:nvPr/>
            </p14:nvContentPartPr>
            <p14:xfrm>
              <a:off x="8159828" y="5577130"/>
              <a:ext cx="944640" cy="43560"/>
            </p14:xfrm>
          </p:contentPart>
        </mc:Choice>
        <mc:Fallback>
          <p:pic>
            <p:nvPicPr>
              <p:cNvPr id="17" name="Ink 16">
                <a:extLst>
                  <a:ext uri="{FF2B5EF4-FFF2-40B4-BE49-F238E27FC236}">
                    <a16:creationId xmlns:a16="http://schemas.microsoft.com/office/drawing/2014/main" id="{F151ABFD-2F81-24B1-7C8E-D793A2FAE07A}"/>
                  </a:ext>
                </a:extLst>
              </p:cNvPr>
              <p:cNvPicPr/>
              <p:nvPr/>
            </p:nvPicPr>
            <p:blipFill>
              <a:blip r:embed="rId21"/>
              <a:stretch>
                <a:fillRect/>
              </a:stretch>
            </p:blipFill>
            <p:spPr>
              <a:xfrm>
                <a:off x="8106188" y="5469130"/>
                <a:ext cx="10522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8614B84B-D834-C189-62DB-0DC22B36AEA0}"/>
                  </a:ext>
                </a:extLst>
              </p14:cNvPr>
              <p14:cNvContentPartPr/>
              <p14:nvPr/>
            </p14:nvContentPartPr>
            <p14:xfrm>
              <a:off x="8115188" y="5893570"/>
              <a:ext cx="1175040" cy="18000"/>
            </p14:xfrm>
          </p:contentPart>
        </mc:Choice>
        <mc:Fallback>
          <p:pic>
            <p:nvPicPr>
              <p:cNvPr id="18" name="Ink 17">
                <a:extLst>
                  <a:ext uri="{FF2B5EF4-FFF2-40B4-BE49-F238E27FC236}">
                    <a16:creationId xmlns:a16="http://schemas.microsoft.com/office/drawing/2014/main" id="{8614B84B-D834-C189-62DB-0DC22B36AEA0}"/>
                  </a:ext>
                </a:extLst>
              </p:cNvPr>
              <p:cNvPicPr/>
              <p:nvPr/>
            </p:nvPicPr>
            <p:blipFill>
              <a:blip r:embed="rId23"/>
              <a:stretch>
                <a:fillRect/>
              </a:stretch>
            </p:blipFill>
            <p:spPr>
              <a:xfrm>
                <a:off x="8061188" y="5785930"/>
                <a:ext cx="1282680" cy="233640"/>
              </a:xfrm>
              <a:prstGeom prst="rect">
                <a:avLst/>
              </a:prstGeom>
            </p:spPr>
          </p:pic>
        </mc:Fallback>
      </mc:AlternateContent>
    </p:spTree>
    <p:extLst>
      <p:ext uri="{BB962C8B-B14F-4D97-AF65-F5344CB8AC3E}">
        <p14:creationId xmlns:p14="http://schemas.microsoft.com/office/powerpoint/2010/main" val="3524320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with blue and orange lines&#10;&#10;AI-generated content may be incorrect.">
            <a:extLst>
              <a:ext uri="{FF2B5EF4-FFF2-40B4-BE49-F238E27FC236}">
                <a16:creationId xmlns:a16="http://schemas.microsoft.com/office/drawing/2014/main" id="{FF45B6E1-ED9F-C3AA-7955-67E61BA67613}"/>
              </a:ext>
            </a:extLst>
          </p:cNvPr>
          <p:cNvPicPr>
            <a:picLocks noGrp="1" noChangeAspect="1"/>
          </p:cNvPicPr>
          <p:nvPr>
            <p:ph idx="1"/>
          </p:nvPr>
        </p:nvPicPr>
        <p:blipFill>
          <a:blip r:embed="rId2"/>
          <a:stretch>
            <a:fillRect/>
          </a:stretch>
        </p:blipFill>
        <p:spPr>
          <a:xfrm>
            <a:off x="732693" y="817407"/>
            <a:ext cx="11056971" cy="5223185"/>
          </a:xfrm>
        </p:spPr>
      </p:pic>
      <p:sp>
        <p:nvSpPr>
          <p:cNvPr id="3" name="Title 2">
            <a:extLst>
              <a:ext uri="{FF2B5EF4-FFF2-40B4-BE49-F238E27FC236}">
                <a16:creationId xmlns:a16="http://schemas.microsoft.com/office/drawing/2014/main" id="{2F72B4CD-6C0F-EC17-5D2C-E433C819F2F8}"/>
              </a:ext>
            </a:extLst>
          </p:cNvPr>
          <p:cNvSpPr>
            <a:spLocks noGrp="1"/>
          </p:cNvSpPr>
          <p:nvPr>
            <p:ph type="title"/>
          </p:nvPr>
        </p:nvSpPr>
        <p:spPr/>
        <p:txBody>
          <a:bodyPr/>
          <a:lstStyle/>
          <a:p>
            <a:r>
              <a:rPr lang="en-US" dirty="0"/>
              <a:t>Current Personal, Corporate, and Tariff Receipts</a:t>
            </a:r>
          </a:p>
        </p:txBody>
      </p:sp>
      <p:sp>
        <p:nvSpPr>
          <p:cNvPr id="4" name="Slide Number Placeholder 3">
            <a:extLst>
              <a:ext uri="{FF2B5EF4-FFF2-40B4-BE49-F238E27FC236}">
                <a16:creationId xmlns:a16="http://schemas.microsoft.com/office/drawing/2014/main" id="{4C26F044-3386-071B-BA10-FCB024B9AA12}"/>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a:extLst>
              <a:ext uri="{FF2B5EF4-FFF2-40B4-BE49-F238E27FC236}">
                <a16:creationId xmlns:a16="http://schemas.microsoft.com/office/drawing/2014/main" id="{B6845021-1486-0599-9308-72689D3508C4}"/>
              </a:ext>
            </a:extLst>
          </p:cNvPr>
          <p:cNvSpPr>
            <a:spLocks noGrp="1"/>
          </p:cNvSpPr>
          <p:nvPr>
            <p:ph type="ftr" sz="quarter" idx="11"/>
          </p:nvPr>
        </p:nvSpPr>
        <p:spPr/>
        <p:txBody>
          <a:bodyPr/>
          <a:lstStyle/>
          <a:p>
            <a:pPr>
              <a:defRPr/>
            </a:pPr>
            <a:r>
              <a:rPr lang="en-US" dirty="0"/>
              <a:t>Introduction</a:t>
            </a:r>
          </a:p>
        </p:txBody>
      </p:sp>
      <p:sp>
        <p:nvSpPr>
          <p:cNvPr id="8" name="TextBox 7">
            <a:extLst>
              <a:ext uri="{FF2B5EF4-FFF2-40B4-BE49-F238E27FC236}">
                <a16:creationId xmlns:a16="http://schemas.microsoft.com/office/drawing/2014/main" id="{36F025A3-4EC5-F73E-5491-1902505FB13C}"/>
              </a:ext>
            </a:extLst>
          </p:cNvPr>
          <p:cNvSpPr txBox="1"/>
          <p:nvPr/>
        </p:nvSpPr>
        <p:spPr>
          <a:xfrm>
            <a:off x="7175900" y="6088731"/>
            <a:ext cx="4613764" cy="276999"/>
          </a:xfrm>
          <a:prstGeom prst="rect">
            <a:avLst/>
          </a:prstGeom>
          <a:noFill/>
        </p:spPr>
        <p:txBody>
          <a:bodyPr wrap="none" rtlCol="0">
            <a:spAutoFit/>
          </a:bodyPr>
          <a:lstStyle/>
          <a:p>
            <a:r>
              <a:rPr lang="en-US" sz="1200" dirty="0"/>
              <a:t>BEA, Table 3.2. Federal Government Current Receipts and Expenditures</a:t>
            </a:r>
          </a:p>
        </p:txBody>
      </p:sp>
    </p:spTree>
    <p:extLst>
      <p:ext uri="{BB962C8B-B14F-4D97-AF65-F5344CB8AC3E}">
        <p14:creationId xmlns:p14="http://schemas.microsoft.com/office/powerpoint/2010/main" val="2154928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Choice of Entity considerations</a:t>
            </a:r>
          </a:p>
          <a:p>
            <a:r>
              <a:rPr lang="en-US" dirty="0"/>
              <a:t>Tax classification of </a:t>
            </a:r>
            <a:r>
              <a:rPr lang="en-US" i="1" dirty="0"/>
              <a:t>business entities</a:t>
            </a:r>
          </a:p>
          <a:p>
            <a:r>
              <a:rPr lang="en-US" dirty="0"/>
              <a:t>Operation and taxation of corporations and shareholders</a:t>
            </a:r>
          </a:p>
          <a:p>
            <a:pPr lvl="1"/>
            <a:r>
              <a:rPr lang="en-US" dirty="0"/>
              <a:t>Rates</a:t>
            </a:r>
          </a:p>
          <a:p>
            <a:pPr lvl="1"/>
            <a:r>
              <a:rPr lang="en-US" dirty="0"/>
              <a:t>Special Treatment of:  Losses, Capital Gains, Depreciation, and Interest</a:t>
            </a:r>
          </a:p>
          <a:p>
            <a:pPr lvl="1"/>
            <a:r>
              <a:rPr lang="en-US" dirty="0"/>
              <a:t>Double Tax (and techniques to avoid double tax)</a:t>
            </a:r>
          </a:p>
          <a:p>
            <a:r>
              <a:rPr lang="en-US" dirty="0"/>
              <a:t>Formation and ongoing transfers of property to controlled corporations</a:t>
            </a:r>
          </a:p>
          <a:p>
            <a:r>
              <a:rPr lang="en-US" dirty="0"/>
              <a:t>Distributions to shareholders </a:t>
            </a:r>
          </a:p>
          <a:p>
            <a:pPr lvl="1"/>
            <a:r>
              <a:rPr lang="en-US" dirty="0"/>
              <a:t>Ordinary distributions and </a:t>
            </a:r>
            <a:r>
              <a:rPr lang="en-US" i="1" dirty="0"/>
              <a:t>redemptions (buybacks)</a:t>
            </a:r>
          </a:p>
          <a:p>
            <a:pPr lvl="1"/>
            <a:r>
              <a:rPr lang="en-US" dirty="0"/>
              <a:t>Liquidating distributions</a:t>
            </a:r>
          </a:p>
          <a:p>
            <a:r>
              <a:rPr lang="en-US" dirty="0"/>
              <a:t>Redemptions involving related corporations</a:t>
            </a:r>
          </a:p>
          <a:p>
            <a:r>
              <a:rPr lang="en-US" dirty="0"/>
              <a:t>Distributions of stock or stock rights</a:t>
            </a:r>
          </a:p>
          <a:p>
            <a:r>
              <a:rPr lang="en-US" b="1" dirty="0"/>
              <a:t>Taxable sales of shares and assets </a:t>
            </a:r>
          </a:p>
          <a:p>
            <a:r>
              <a:rPr lang="en-US" b="1" dirty="0"/>
              <a:t>Non-taxable exchanges of shares and assets (reorganizations) </a:t>
            </a:r>
          </a:p>
          <a:p>
            <a:r>
              <a:rPr lang="en-US" b="1" dirty="0"/>
              <a:t>Tax-free division of corporate assets</a:t>
            </a:r>
          </a:p>
          <a:p>
            <a:pPr lvl="1"/>
            <a:r>
              <a:rPr lang="en-US" dirty="0"/>
              <a:t>Spin-offs, split-ups, split-offs</a:t>
            </a:r>
          </a:p>
          <a:p>
            <a:endParaRPr lang="en-US" dirty="0"/>
          </a:p>
          <a:p>
            <a:pPr lvl="1"/>
            <a:endParaRPr lang="en-US" dirty="0"/>
          </a:p>
          <a:p>
            <a:pPr lvl="2"/>
            <a:endParaRPr lang="en-US" dirty="0"/>
          </a:p>
        </p:txBody>
      </p:sp>
      <p:sp>
        <p:nvSpPr>
          <p:cNvPr id="2" name="Title 1"/>
          <p:cNvSpPr>
            <a:spLocks noGrp="1"/>
          </p:cNvSpPr>
          <p:nvPr>
            <p:ph type="title"/>
          </p:nvPr>
        </p:nvSpPr>
        <p:spPr/>
        <p:txBody>
          <a:bodyPr/>
          <a:lstStyle/>
          <a:p>
            <a:r>
              <a:rPr lang="en-US" dirty="0"/>
              <a:t>Overview of Class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Tree>
    <p:extLst>
      <p:ext uri="{BB962C8B-B14F-4D97-AF65-F5344CB8AC3E}">
        <p14:creationId xmlns:p14="http://schemas.microsoft.com/office/powerpoint/2010/main" val="169328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ea typeface="ＭＳ Ｐゴシック" charset="0"/>
                <a:cs typeface="ＭＳ Ｐゴシック" charset="0"/>
              </a:rPr>
              <a:t>Separate Owner and Entity Taxation</a:t>
            </a:r>
            <a:r>
              <a:rPr lang="en-US" dirty="0">
                <a:ea typeface="ＭＳ Ｐゴシック" charset="0"/>
                <a:cs typeface="ＭＳ Ｐゴシック" charset="0"/>
              </a:rPr>
              <a:t> [Sub. C] (aka:  double taxation)</a:t>
            </a:r>
          </a:p>
          <a:p>
            <a:pPr lvl="1"/>
            <a:r>
              <a:rPr lang="en-US" dirty="0">
                <a:ea typeface="ＭＳ Ｐゴシック" charset="0"/>
              </a:rPr>
              <a:t>Income Earned by Entity Taxed Separately from Owners</a:t>
            </a:r>
            <a:r>
              <a:rPr lang="ja-JP" altLang="en-US" dirty="0">
                <a:ea typeface="ＭＳ Ｐゴシック" charset="0"/>
              </a:rPr>
              <a:t>’</a:t>
            </a:r>
            <a:r>
              <a:rPr lang="en-US" altLang="ja-JP" dirty="0">
                <a:ea typeface="ＭＳ Ｐゴシック" charset="0"/>
              </a:rPr>
              <a:t> Income</a:t>
            </a:r>
          </a:p>
          <a:p>
            <a:pPr lvl="1"/>
            <a:r>
              <a:rPr lang="en-US" dirty="0">
                <a:ea typeface="ＭＳ Ｐゴシック" charset="0"/>
              </a:rPr>
              <a:t>Income Earned by Entity Taxed Again to Owners when Distributed</a:t>
            </a:r>
          </a:p>
          <a:p>
            <a:pPr lvl="2">
              <a:buNone/>
            </a:pPr>
            <a:endParaRPr lang="en-US" u="sng" dirty="0">
              <a:ea typeface="ＭＳ Ｐゴシック" charset="0"/>
            </a:endParaRPr>
          </a:p>
          <a:p>
            <a:r>
              <a:rPr lang="en-US" b="1" u="sng" dirty="0" err="1">
                <a:ea typeface="ＭＳ Ｐゴシック" charset="0"/>
                <a:cs typeface="ＭＳ Ｐゴシック" charset="0"/>
              </a:rPr>
              <a:t>Passthrough</a:t>
            </a:r>
            <a:r>
              <a:rPr lang="en-US" b="1" u="sng" dirty="0">
                <a:ea typeface="ＭＳ Ｐゴシック" charset="0"/>
                <a:cs typeface="ＭＳ Ｐゴシック" charset="0"/>
              </a:rPr>
              <a:t> Taxation</a:t>
            </a:r>
            <a:r>
              <a:rPr lang="en-US" dirty="0">
                <a:ea typeface="ＭＳ Ｐゴシック" charset="0"/>
                <a:cs typeface="ＭＳ Ｐゴシック" charset="0"/>
              </a:rPr>
              <a:t> [Sub. K and Sub. S]</a:t>
            </a:r>
          </a:p>
          <a:p>
            <a:pPr lvl="1"/>
            <a:r>
              <a:rPr lang="en-US" dirty="0">
                <a:ea typeface="ＭＳ Ｐゴシック" charset="0"/>
              </a:rPr>
              <a:t>Income Earned by Entity is Taxed Directly to Entity’</a:t>
            </a:r>
            <a:r>
              <a:rPr lang="en-US" altLang="ja-JP" dirty="0">
                <a:ea typeface="ＭＳ Ｐゴシック" charset="0"/>
              </a:rPr>
              <a:t>s Owners (whether or not actually received)</a:t>
            </a:r>
          </a:p>
          <a:p>
            <a:pPr lvl="1"/>
            <a:r>
              <a:rPr lang="en-US" dirty="0">
                <a:ea typeface="ＭＳ Ｐゴシック" charset="0"/>
              </a:rPr>
              <a:t>Income Earned by Entity not Taxed Again to Owners When Actually Received</a:t>
            </a:r>
          </a:p>
          <a:p>
            <a:endParaRPr lang="en-US" dirty="0"/>
          </a:p>
        </p:txBody>
      </p:sp>
      <p:sp>
        <p:nvSpPr>
          <p:cNvPr id="2" name="Title 1"/>
          <p:cNvSpPr>
            <a:spLocks noGrp="1"/>
          </p:cNvSpPr>
          <p:nvPr>
            <p:ph type="title"/>
          </p:nvPr>
        </p:nvSpPr>
        <p:spPr/>
        <p:txBody>
          <a:bodyPr/>
          <a:lstStyle/>
          <a:p>
            <a:r>
              <a:rPr lang="en-US" dirty="0"/>
              <a:t>Overview of Federal Taxation of Business Income</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Tree>
    <p:extLst>
      <p:ext uri="{BB962C8B-B14F-4D97-AF65-F5344CB8AC3E}">
        <p14:creationId xmlns:p14="http://schemas.microsoft.com/office/powerpoint/2010/main" val="152952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4FE484-969C-DF88-2262-9BA61A4A359A}"/>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C662B330-8437-43F4-DCB3-08C38F5BE6F4}"/>
              </a:ext>
            </a:extLst>
          </p:cNvPr>
          <p:cNvSpPr>
            <a:spLocks noGrp="1"/>
          </p:cNvSpPr>
          <p:nvPr>
            <p:ph type="title"/>
          </p:nvPr>
        </p:nvSpPr>
        <p:spPr/>
        <p:txBody>
          <a:bodyPr/>
          <a:lstStyle/>
          <a:p>
            <a:r>
              <a:rPr lang="en-US" dirty="0"/>
              <a:t>ChatGPT: Not quite ready for tax prime time, yet</a:t>
            </a:r>
          </a:p>
        </p:txBody>
      </p:sp>
      <p:sp>
        <p:nvSpPr>
          <p:cNvPr id="4" name="Slide Number Placeholder 3">
            <a:extLst>
              <a:ext uri="{FF2B5EF4-FFF2-40B4-BE49-F238E27FC236}">
                <a16:creationId xmlns:a16="http://schemas.microsoft.com/office/drawing/2014/main" id="{02743C13-5A12-7C6B-1789-795B4474A844}"/>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3762EC43-94F5-0823-A8EF-59E889F4B8E7}"/>
              </a:ext>
            </a:extLst>
          </p:cNvPr>
          <p:cNvSpPr>
            <a:spLocks noGrp="1"/>
          </p:cNvSpPr>
          <p:nvPr>
            <p:ph type="ftr" sz="quarter" idx="11"/>
          </p:nvPr>
        </p:nvSpPr>
        <p:spPr/>
        <p:txBody>
          <a:bodyPr/>
          <a:lstStyle/>
          <a:p>
            <a:pPr>
              <a:defRPr/>
            </a:pPr>
            <a:r>
              <a:rPr lang="en-US"/>
              <a:t>Introduction</a:t>
            </a:r>
            <a:endParaRPr lang="en-US" dirty="0"/>
          </a:p>
        </p:txBody>
      </p:sp>
      <p:sp>
        <p:nvSpPr>
          <p:cNvPr id="6" name="Content Placeholder 1">
            <a:extLst>
              <a:ext uri="{FF2B5EF4-FFF2-40B4-BE49-F238E27FC236}">
                <a16:creationId xmlns:a16="http://schemas.microsoft.com/office/drawing/2014/main" id="{55C7F530-1931-B288-86B0-A48000947728}"/>
              </a:ext>
            </a:extLst>
          </p:cNvPr>
          <p:cNvSpPr txBox="1">
            <a:spLocks/>
          </p:cNvSpPr>
          <p:nvPr/>
        </p:nvSpPr>
        <p:spPr>
          <a:xfrm>
            <a:off x="512064" y="518741"/>
            <a:ext cx="11277600" cy="5812064"/>
          </a:xfrm>
          <a:prstGeom prst="rect">
            <a:avLst/>
          </a:prstGeom>
        </p:spPr>
        <p:txBody>
          <a:bodyPr/>
          <a:lstStyle>
            <a:lvl1pPr marL="228600" indent="-228600" algn="just" defTabSz="9144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rtl="0" eaLnBrk="1" fontAlgn="base" hangingPunct="1">
              <a:spcBef>
                <a:spcPct val="20000"/>
              </a:spcBef>
              <a:spcAft>
                <a:spcPct val="0"/>
              </a:spcAf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lgn="just" rtl="0" eaLnBrk="1" fontAlgn="base" hangingPunct="1">
              <a:spcBef>
                <a:spcPct val="20000"/>
              </a:spcBef>
              <a:spcAft>
                <a:spcPct val="0"/>
              </a:spcAf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914400" indent="-228600" algn="just" rtl="0" eaLnBrk="1" fontAlgn="base" hangingPunct="1">
              <a:spcBef>
                <a:spcPct val="20000"/>
              </a:spcBef>
              <a:spcAft>
                <a:spcPct val="0"/>
              </a:spcAf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1143000" indent="-228600" algn="just" rtl="0" eaLnBrk="1" fontAlgn="base" hangingPunct="1">
              <a:spcBef>
                <a:spcPct val="20000"/>
              </a:spcBef>
              <a:spcAft>
                <a:spcPct val="0"/>
              </a:spcAf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07832605"/>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7621</TotalTime>
  <Words>1192</Words>
  <Application>Microsoft Macintosh PowerPoint</Application>
  <PresentationFormat>Widescreen</PresentationFormat>
  <Paragraphs>179</Paragraphs>
  <Slides>21</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ＭＳ Ｐゴシック</vt:lpstr>
      <vt:lpstr>NSimSun</vt:lpstr>
      <vt:lpstr>Arial</vt:lpstr>
      <vt:lpstr>Calibri</vt:lpstr>
      <vt:lpstr>Courier New</vt:lpstr>
      <vt:lpstr>Times</vt:lpstr>
      <vt:lpstr>Times New Roman</vt:lpstr>
      <vt:lpstr>Verdana</vt:lpstr>
      <vt:lpstr>Wingdings</vt:lpstr>
      <vt:lpstr>Wingdings 2</vt:lpstr>
      <vt:lpstr>CG Body - Standard</vt:lpstr>
      <vt:lpstr>Corporate Taxation</vt:lpstr>
      <vt:lpstr>Administrative Details</vt:lpstr>
      <vt:lpstr>Course Goals</vt:lpstr>
      <vt:lpstr>  Promulgating, Interpreting, and Administering U.S. Tax Law </vt:lpstr>
      <vt:lpstr>Legislative Branch</vt:lpstr>
      <vt:lpstr>Legislative History Example (TCJA 2017 and OBBBA): Section 163(j)</vt:lpstr>
      <vt:lpstr>Executive Branch</vt:lpstr>
      <vt:lpstr>Judicial Branch</vt:lpstr>
      <vt:lpstr>Internal Revenue Code and Regulations</vt:lpstr>
      <vt:lpstr>Business Entity Returns by Types (1980-2021)</vt:lpstr>
      <vt:lpstr>Share of Total Business Tax Returns by Type (1980-2021)</vt:lpstr>
      <vt:lpstr>Partnership Returns</vt:lpstr>
      <vt:lpstr>Source of Federal Revenue</vt:lpstr>
      <vt:lpstr>Federal Receipts as Share of Total Receipts: 1950-2021</vt:lpstr>
      <vt:lpstr>Net Income of Business Tax Returns by Types by Percent of Total (1980-2015)</vt:lpstr>
      <vt:lpstr>Net Income by Business Entity</vt:lpstr>
      <vt:lpstr>Returns of Active Corporations: 2021 (‘000s, except Total Assets)</vt:lpstr>
      <vt:lpstr>Current Personal, Corporate, and Tariff Receipts</vt:lpstr>
      <vt:lpstr>Overview of Class</vt:lpstr>
      <vt:lpstr>Overview of Federal Taxation of Business Income</vt:lpstr>
      <vt:lpstr>ChatGPT: Not quite ready for tax prime time, yet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Taxation</dc:title>
  <dc:creator>J Colon</dc:creator>
  <cp:lastModifiedBy>Colon, Jeffrey M.</cp:lastModifiedBy>
  <cp:revision>67</cp:revision>
  <dcterms:created xsi:type="dcterms:W3CDTF">2016-08-01T04:04:31Z</dcterms:created>
  <dcterms:modified xsi:type="dcterms:W3CDTF">2025-12-21T22:20:53Z</dcterms:modified>
</cp:coreProperties>
</file>