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4"/>
  </p:notesMasterIdLst>
  <p:sldIdLst>
    <p:sldId id="256" r:id="rId2"/>
    <p:sldId id="257" r:id="rId3"/>
    <p:sldId id="258" r:id="rId4"/>
    <p:sldId id="280" r:id="rId5"/>
    <p:sldId id="281" r:id="rId6"/>
    <p:sldId id="282" r:id="rId7"/>
    <p:sldId id="283" r:id="rId8"/>
    <p:sldId id="284" r:id="rId9"/>
    <p:sldId id="259" r:id="rId10"/>
    <p:sldId id="260" r:id="rId11"/>
    <p:sldId id="299" r:id="rId12"/>
    <p:sldId id="262" r:id="rId13"/>
    <p:sldId id="305" r:id="rId14"/>
    <p:sldId id="303" r:id="rId15"/>
    <p:sldId id="301" r:id="rId16"/>
    <p:sldId id="263" r:id="rId17"/>
    <p:sldId id="308" r:id="rId18"/>
    <p:sldId id="307" r:id="rId19"/>
    <p:sldId id="306" r:id="rId20"/>
    <p:sldId id="267" r:id="rId21"/>
    <p:sldId id="269" r:id="rId22"/>
    <p:sldId id="30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23"/>
    <p:restoredTop sz="91565"/>
  </p:normalViewPr>
  <p:slideViewPr>
    <p:cSldViewPr snapToGrid="0" snapToObjects="1">
      <p:cViewPr varScale="1">
        <p:scale>
          <a:sx n="117" d="100"/>
          <a:sy n="117" d="100"/>
        </p:scale>
        <p:origin x="91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21T22:17:08.27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1,'87'0,"-1"0,-12 0,4 0,2 0,15 3,3 1,4-1,-16-2,4-1,1 1,0 1,4 3,2 1,-1 1,-1-3,-1-2,0-1,-2-1,0 1,-7 2,-2 0,0 1,-1-2,-3-1,0-1,-2-1,-5 1,-2 0,-5 0,0 0,3 0,0 0,-2 0,15 0,-4 0,-4 0,1 0,16 0,2 0,7 0,0 0,-33 0,0 0,2 0,9 0,2 0,-1 0,-2 1,-1 0,1 1,9 1,2 1,-1 1,-5 0,0 1,0-1,0 1,-1 1,-1-2,-4-1,0 0,-2-1,-3-1,-2-1,0 0,27-1,-4 0,-12 0,-4 0,-6 0,-3 0,-10 0,-1 0,0 0,-1 0,22 0,-11 0,-12 0,-13 0,34 0,-19 0,28 0,-36 0,-3 0,-27 0,-8 0,14 0,-2 0,27 0,17 0,-16 0,5 0,14 0,2 0,2 0,0 0,-1 0,-5 0,9 0,-24 0,-41 0,0 0,-4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21T22:17:10.85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0,'97'0,"-1"0,-12 0,4 0,2 0,8 0,-6 0,-22 0,-3 0,-1 0,33 0,-8 0,-30 0,-10 0,1 0,-21 0,-19 0,4 0,4 0,-4 0,9 0,-12 0,-1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21T22:17:14.06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1,'86'0,"0"0,1 0,-9 0,-1 0,2 0,9 0,2 0,-4 0,-16 0,-3 0,0 0,31 0,-7 0,-27 0,-9 0,4 0,40 0,-37 0,1 0,1 0,14 0,15 0,7 0,-46 0,3 0,16 0,4 0,6 0,1 0,1 0,-1 0,0 0,-6 0,-26 0,-3 0,39 0,-66 0,7 0,-23 0,9 0,3 0,3 0,20 0,41 0,9 0,-34 0,-2 0,12 0,-28 0,-24 0,-9 0,3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1T22:17:21.085"/>
    </inkml:context>
    <inkml:brush xml:id="br0">
      <inkml:brushProperty name="width" value="0.1" units="cm"/>
      <inkml:brushProperty name="height" value="0.6" units="cm"/>
      <inkml:brushProperty name="color" value="#849398"/>
      <inkml:brushProperty name="inkEffects" value="pencil"/>
    </inkml:brush>
  </inkml:definitions>
  <inkml:trace contextRef="#ctx0" brushRef="#br0">0 21 16383,'89'0'0,"0"0"0,0 0 0,-1 0 0,1 0 0,0 0 0,0 0 0,5 0 0,3 0 0,-2 0 0,-3 0 0,-7 0 0,-10 0 0,4 0 0,-11 0 0,0 0 0,5 0 0,-1 0 0,-3 0 0,11 0 0,-3 0 0,6 0 0,1 0 0,3 0 0,-4 0 0,-19 0 0,-1 0 0,10 0 0,-4 0 0,24 0 0,-6 0 0,8 0 0,-43 0 0,5 0 0,23 0 0,5 1 0,4 3 0,3 2 0,-17-2 0,3 0 0,-2 2 0,-8 0 0,0 2 0,-2 0 0,33 2 0,-4 1 0,-16-1 0,-4-1 0,-12-2 0,-2-1 0,-7-1 0,0-2 0,45 0 0,-9-3 0,0 0 0,-10-1 0,16-6 0,-43 6 0,3-1 0,16-1 0,5-1 0,7 4 0,6 0 0,-15 0 0,4 0 0,3 0 0,-5 0 0,5 0 0,-1 0 0,-3 0 0,8 0 0,-4 0 0,3 0 0,-6 0 0,6 0 0,-4 0 0,-12 0 0,-7 0 0,-7 0 0,13 0 0,-12 0 0,-33 0 0,-9 0 0,-5-1 0,0-10 0,5 5 0,21-17 0,6 7 0,12-3 0,-12 5 0,-15 6 0,-14 5 0,-3 0 0,-4-1 0,-3 3 0,-7-3 0,2 4 0,-1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21T22:17:37.694"/>
    </inkml:context>
    <inkml:brush xml:id="br0">
      <inkml:brushProperty name="width" value="0.3" units="cm"/>
      <inkml:brushProperty name="height" value="0.6" units="cm"/>
      <inkml:brushProperty name="color" value="#A9D8FF"/>
      <inkml:brushProperty name="tip" value="rectangle"/>
      <inkml:brushProperty name="rasterOp" value="maskPen"/>
    </inkml:brush>
  </inkml:definitions>
  <inkml:trace contextRef="#ctx0" brushRef="#br0">1 102,'57'3,"0"-1,0 1,2-2,24 0,3-2,-6 1,0 0,3 0,0 0,3 0,3 0,-15 0,3 0,1 0,-2 0,0 0,5 0,0 0,5 0,3 0,-1 0,0 0,-1 0,2 0,3 0,-8 0,4 0,0 0,1 0,-3 0,-4 0,-1 0,-1 0,0 0,-2 0,16 0,-1 0,-2 0,-1 0,-6 0,-2 0,-1 0,-1 0,16 0,-3 0,-1 1,-4 1,-2 1,0 1,1 0,-1 0,-1 2,-8 0,-1 2,-1 0,-1-1,-1 1,-1-1,-4-1,0 1,-4-2,14 0,-7 0,28 0,-22-5,-7 0,-16 0,12 0,-25 0,-15 0,8 0,-11 0,14 0,7 0,21 0,9 0,-22 0,2 0,-3 0,0 0,1 0,0 0,2 0,-4 0,22-3,1-5,-33 1,-10-3,-18 3,-4-1,1-19,-4 16,0-23,-1 23,3-14,2 10,-2-6,-4 10,-2-2</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21T22:17:40.137"/>
    </inkml:context>
    <inkml:brush xml:id="br0">
      <inkml:brushProperty name="width" value="0.3" units="cm"/>
      <inkml:brushProperty name="height" value="0.6" units="cm"/>
      <inkml:brushProperty name="color" value="#A9D8FF"/>
      <inkml:brushProperty name="tip" value="rectangle"/>
      <inkml:brushProperty name="rasterOp" value="maskPen"/>
    </inkml:brush>
  </inkml:definitions>
  <inkml:trace contextRef="#ctx0" brushRef="#br0">0 119,'92'0,"-1"0,-8 0,6 0,5 0,-2 0,5 0,3 0,-2 0,-4 0,-3 0,3 0,4 0,-15 0,5 0,3 0,-2 0,-3 0,-7 0,26 0,-9 0,3 0,-13 0,3 0,-3 0,-12 0,2 0,-13 0,11 0,-48 0,-18 0,-58-9,32 2,-39-5,-9-3,-2-10,-20 2,44 5,35 12,6 5,-2-2</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21T22:17:42.375"/>
    </inkml:context>
    <inkml:brush xml:id="br0">
      <inkml:brushProperty name="width" value="0.3" units="cm"/>
      <inkml:brushProperty name="height" value="0.6" units="cm"/>
      <inkml:brushProperty name="color" value="#A9D8FF"/>
      <inkml:brushProperty name="tip" value="rectangle"/>
      <inkml:brushProperty name="rasterOp" value="maskPen"/>
    </inkml:brush>
  </inkml:definitions>
  <inkml:trace contextRef="#ctx0" brushRef="#br0">1 90,'80'-4,"0"1,0-1,0 1,12-2,-3 1,-1-2,0-2,-2-1,-8 0,-4 1,-10 0,25-7,-63 12,-23 3,-1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21T22:17:43.526"/>
    </inkml:context>
    <inkml:brush xml:id="br0">
      <inkml:brushProperty name="width" value="0.3" units="cm"/>
      <inkml:brushProperty name="height" value="0.6" units="cm"/>
      <inkml:brushProperty name="color" value="#A9D8FF"/>
      <inkml:brushProperty name="tip" value="rectangle"/>
      <inkml:brushProperty name="rasterOp" value="maskPen"/>
    </inkml:brush>
  </inkml:definitions>
  <inkml:trace contextRef="#ctx0" brushRef="#br0">1 1,'0'0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21T22:18:42"/>
    </inkml:context>
    <inkml:brush xml:id="br0">
      <inkml:brushProperty name="width" value="0.3" units="cm"/>
      <inkml:brushProperty name="height" value="0.6" units="cm"/>
      <inkml:brushProperty name="color" value="#A9D8FF"/>
      <inkml:brushProperty name="tip" value="rectangle"/>
      <inkml:brushProperty name="rasterOp" value="maskPen"/>
    </inkml:brush>
  </inkml:definitions>
  <inkml:trace contextRef="#ctx0" brushRef="#br0">1 1,'0'0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21T22:20:43.025"/>
    </inkml:context>
    <inkml:brush xml:id="br0">
      <inkml:brushProperty name="width" value="0.3" units="cm"/>
      <inkml:brushProperty name="height" value="0.6" units="cm"/>
      <inkml:brushProperty name="color" value="#A9D8FF"/>
      <inkml:brushProperty name="tip" value="rectangle"/>
      <inkml:brushProperty name="rasterOp" value="maskPen"/>
    </inkml:brush>
  </inkml:definitions>
  <inkml:trace contextRef="#ctx0" brushRef="#br0">1 120,'66'0,"-1"0,7 0,-1 0,-9 0,-1 0,3 0,-2 0,26 0,1 0,-46 0,55 0,-32 0,-1 0,5 0,-16 0,2 0,15 0,2 0,-6-2,0-1,9-2,1-1,5-2,-2-1,-5-1,-2 0,-10 1,-4 1,22-1,-36 4,-20 5,-11 0,-4-4,17 2,-4-2,18 3,-18-1,-3-2,-10 0,4 0,1 2,1 2,1 0,-4-4,4 3,1-3,5 4,6 0,5 0,-3 0,-1 0,-18 0,2 0,-8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21T22:20:50.44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36,'79'0,"-1"0,0 0,9 0,5 0,3 0,-4 0,-10 0,-3 0,0 0,1 0,8 0,1 0,-1 0,-2 0,16 0,-3 0,-12 0,-16 0,-7 0,-1 0,-6 0,3 0,-25 0,36 0,-9 0,-4 0,7 0,11 0,5 0,-12 0,3 0,2 0,1 0,2 0,-1 0,-1-1,0-1,-5 0,4 1,-6-1,-9-2,-9-1,-12 1,-14-1,-19 1,-53 2,33-1,-39 3,46 4,0-3,-15 8,5-7,-18 3,3-5,4 0,-11 6,10-4,6 4,-3 0,21-4,-11 4,7-6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A6B8D7-CFCE-B84B-BA3D-E36F1D3D1033}" type="datetimeFigureOut">
              <a:rPr lang="en-US" smtClean="0"/>
              <a:t>12/28/25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73258D-F88C-F440-AD20-53E2DCDDB8B5}" type="slidenum">
              <a:rPr lang="en-US" smtClean="0"/>
              <a:t>‹#›</a:t>
            </a:fld>
            <a:endParaRPr lang="en-US"/>
          </a:p>
        </p:txBody>
      </p:sp>
    </p:spTree>
    <p:extLst>
      <p:ext uri="{BB962C8B-B14F-4D97-AF65-F5344CB8AC3E}">
        <p14:creationId xmlns:p14="http://schemas.microsoft.com/office/powerpoint/2010/main" val="460933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473258D-F88C-F440-AD20-53E2DCDDB8B5}" type="slidenum">
              <a:rPr lang="en-US" smtClean="0"/>
              <a:t>1</a:t>
            </a:fld>
            <a:endParaRPr lang="en-US"/>
          </a:p>
        </p:txBody>
      </p:sp>
    </p:spTree>
    <p:extLst>
      <p:ext uri="{BB962C8B-B14F-4D97-AF65-F5344CB8AC3E}">
        <p14:creationId xmlns:p14="http://schemas.microsoft.com/office/powerpoint/2010/main" val="9299373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473258D-F88C-F440-AD20-53E2DCDDB8B5}" type="slidenum">
              <a:rPr lang="en-US" smtClean="0"/>
              <a:t>3</a:t>
            </a:fld>
            <a:endParaRPr lang="en-US"/>
          </a:p>
        </p:txBody>
      </p:sp>
    </p:spTree>
    <p:extLst>
      <p:ext uri="{BB962C8B-B14F-4D97-AF65-F5344CB8AC3E}">
        <p14:creationId xmlns:p14="http://schemas.microsoft.com/office/powerpoint/2010/main" val="16347476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fld id="{4558C52D-64BB-C941-8CB6-E3187F3C9FF0}" type="slidenum">
              <a:rPr lang="en-US" altLang="en-US" sz="1200">
                <a:latin typeface="Times" charset="0"/>
              </a:rPr>
              <a:pPr/>
              <a:t>4</a:t>
            </a:fld>
            <a:endParaRPr lang="en-US" altLang="en-US" sz="1200">
              <a:latin typeface="Times" charset="0"/>
            </a:endParaRPr>
          </a:p>
        </p:txBody>
      </p:sp>
      <p:sp>
        <p:nvSpPr>
          <p:cNvPr id="19458" name="Rectangle 2"/>
          <p:cNvSpPr>
            <a:spLocks noGrp="1" noRot="1" noChangeAspect="1" noChangeArrowheads="1" noTextEdit="1"/>
          </p:cNvSpPr>
          <p:nvPr>
            <p:ph type="sldImg"/>
          </p:nvPr>
        </p:nvSpPr>
        <p:spPr>
          <a:ln/>
        </p:spPr>
      </p:sp>
      <p:sp>
        <p:nvSpPr>
          <p:cNvPr id="194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a:p>
        </p:txBody>
      </p:sp>
    </p:spTree>
    <p:extLst>
      <p:ext uri="{BB962C8B-B14F-4D97-AF65-F5344CB8AC3E}">
        <p14:creationId xmlns:p14="http://schemas.microsoft.com/office/powerpoint/2010/main" val="17493075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fld id="{19872679-F730-7143-8969-515D153A372A}" type="slidenum">
              <a:rPr lang="en-US" altLang="en-US" sz="1200">
                <a:latin typeface="Times" charset="0"/>
              </a:rPr>
              <a:pPr/>
              <a:t>5</a:t>
            </a:fld>
            <a:endParaRPr lang="en-US" altLang="en-US" sz="1200">
              <a:latin typeface="Times" charset="0"/>
            </a:endParaRPr>
          </a:p>
        </p:txBody>
      </p:sp>
      <p:sp>
        <p:nvSpPr>
          <p:cNvPr id="21506" name="Rectangle 2"/>
          <p:cNvSpPr>
            <a:spLocks noGrp="1" noRot="1" noChangeAspect="1" noChangeArrowheads="1" noTextEdit="1"/>
          </p:cNvSpPr>
          <p:nvPr>
            <p:ph type="sldImg"/>
          </p:nvPr>
        </p:nvSpPr>
        <p:spPr>
          <a:ln/>
        </p:spPr>
      </p:sp>
      <p:sp>
        <p:nvSpPr>
          <p:cNvPr id="215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a:p>
        </p:txBody>
      </p:sp>
    </p:spTree>
    <p:extLst>
      <p:ext uri="{BB962C8B-B14F-4D97-AF65-F5344CB8AC3E}">
        <p14:creationId xmlns:p14="http://schemas.microsoft.com/office/powerpoint/2010/main" val="9892629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473258D-F88C-F440-AD20-53E2DCDDB8B5}" type="slidenum">
              <a:rPr lang="en-US" smtClean="0"/>
              <a:t>6</a:t>
            </a:fld>
            <a:endParaRPr lang="en-US"/>
          </a:p>
        </p:txBody>
      </p:sp>
    </p:spTree>
    <p:extLst>
      <p:ext uri="{BB962C8B-B14F-4D97-AF65-F5344CB8AC3E}">
        <p14:creationId xmlns:p14="http://schemas.microsoft.com/office/powerpoint/2010/main" val="17568543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fld id="{7A1E50C9-9D3D-CF4C-95BC-90F860D77D37}" type="slidenum">
              <a:rPr lang="en-US" altLang="en-US" sz="1200">
                <a:latin typeface="Times" charset="0"/>
              </a:rPr>
              <a:pPr/>
              <a:t>7</a:t>
            </a:fld>
            <a:endParaRPr lang="en-US" altLang="en-US" sz="1200">
              <a:latin typeface="Times" charset="0"/>
            </a:endParaRPr>
          </a:p>
        </p:txBody>
      </p:sp>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a:p>
        </p:txBody>
      </p:sp>
    </p:spTree>
    <p:extLst>
      <p:ext uri="{BB962C8B-B14F-4D97-AF65-F5344CB8AC3E}">
        <p14:creationId xmlns:p14="http://schemas.microsoft.com/office/powerpoint/2010/main" val="3918416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fld id="{2A2FD415-3503-C54A-920B-CD0EF3E8E5CE}" type="slidenum">
              <a:rPr lang="en-US" altLang="en-US" sz="1200">
                <a:latin typeface="Times" charset="0"/>
              </a:rPr>
              <a:pPr/>
              <a:t>8</a:t>
            </a:fld>
            <a:endParaRPr lang="en-US" altLang="en-US" sz="1200">
              <a:latin typeface="Times" charset="0"/>
            </a:endParaRPr>
          </a:p>
        </p:txBody>
      </p:sp>
      <p:sp>
        <p:nvSpPr>
          <p:cNvPr id="27650" name="Rectangle 2"/>
          <p:cNvSpPr>
            <a:spLocks noGrp="1" noRot="1" noChangeAspect="1" noChangeArrowheads="1" noTextEdit="1"/>
          </p:cNvSpPr>
          <p:nvPr>
            <p:ph type="sldImg"/>
          </p:nvPr>
        </p:nvSpPr>
        <p:spPr>
          <a:ln/>
        </p:spPr>
      </p:sp>
      <p:sp>
        <p:nvSpPr>
          <p:cNvPr id="276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a:p>
        </p:txBody>
      </p:sp>
    </p:spTree>
    <p:extLst>
      <p:ext uri="{BB962C8B-B14F-4D97-AF65-F5344CB8AC3E}">
        <p14:creationId xmlns:p14="http://schemas.microsoft.com/office/powerpoint/2010/main" val="20041053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1"/>
          <p:cNvSpPr txBox="1">
            <a:spLocks noChangeArrowheads="1"/>
          </p:cNvSpPr>
          <p:nvPr userDrawn="1"/>
        </p:nvSpPr>
        <p:spPr bwMode="auto">
          <a:xfrm>
            <a:off x="0" y="914400"/>
            <a:ext cx="12192000" cy="369888"/>
          </a:xfrm>
          <a:prstGeom prst="rect">
            <a:avLst/>
          </a:prstGeom>
          <a:solidFill>
            <a:schemeClr val="bg1"/>
          </a:solidFill>
          <a:ln w="9525">
            <a:solidFill>
              <a:schemeClr val="bg1">
                <a:alpha val="0"/>
              </a:schemeClr>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endParaRPr lang="en-US" sz="1800">
              <a:latin typeface="Arial" charset="0"/>
              <a:ea typeface="+mn-ea"/>
            </a:endParaRPr>
          </a:p>
        </p:txBody>
      </p:sp>
      <p:sp>
        <p:nvSpPr>
          <p:cNvPr id="3" name="Slide Number Placeholder 9"/>
          <p:cNvSpPr>
            <a:spLocks noGrp="1"/>
          </p:cNvSpPr>
          <p:nvPr>
            <p:ph type="sldNum" sz="quarter" idx="10"/>
          </p:nvPr>
        </p:nvSpPr>
        <p:spPr/>
        <p:txBody>
          <a:bodyPr/>
          <a:lstStyle>
            <a:lvl1pPr algn="r">
              <a:defRPr/>
            </a:lvl1pPr>
          </a:lstStyle>
          <a:p>
            <a:fld id="{22D706CB-156B-8643-9A07-D8448DABBCBD}" type="slidenum">
              <a:rPr lang="en-US" altLang="en-US" smtClean="0"/>
              <a:pPr/>
              <a:t>‹#›</a:t>
            </a:fld>
            <a:endParaRPr lang="en-US" altLang="en-US" dirty="0"/>
          </a:p>
        </p:txBody>
      </p:sp>
      <p:sp>
        <p:nvSpPr>
          <p:cNvPr id="4" name="Footer Placeholder 3"/>
          <p:cNvSpPr>
            <a:spLocks noGrp="1"/>
          </p:cNvSpPr>
          <p:nvPr>
            <p:ph type="ftr" sz="quarter" idx="11"/>
          </p:nvPr>
        </p:nvSpPr>
        <p:spPr>
          <a:xfrm>
            <a:off x="4165600" y="6474733"/>
            <a:ext cx="3860800" cy="288925"/>
          </a:xfrm>
        </p:spPr>
        <p:txBody>
          <a:bodyPr/>
          <a:lstStyle>
            <a:lvl1pPr>
              <a:defRPr smtClean="0"/>
            </a:lvl1pPr>
          </a:lstStyle>
          <a:p>
            <a:pPr>
              <a:defRPr/>
            </a:pPr>
            <a:r>
              <a:rPr lang="en-US"/>
              <a:t>Introduction</a:t>
            </a:r>
            <a:endParaRPr lang="en-US" dirty="0"/>
          </a:p>
        </p:txBody>
      </p:sp>
    </p:spTree>
    <p:extLst>
      <p:ext uri="{BB962C8B-B14F-4D97-AF65-F5344CB8AC3E}">
        <p14:creationId xmlns:p14="http://schemas.microsoft.com/office/powerpoint/2010/main" val="135592511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4" name="Content Placeholder 2"/>
          <p:cNvSpPr>
            <a:spLocks noGrp="1"/>
          </p:cNvSpPr>
          <p:nvPr>
            <p:ph idx="1"/>
          </p:nvPr>
        </p:nvSpPr>
        <p:spPr>
          <a:xfrm>
            <a:off x="512064" y="533400"/>
            <a:ext cx="11277600" cy="5812064"/>
          </a:xfrm>
          <a:prstGeom prst="rect">
            <a:avLst/>
          </a:prstGeom>
        </p:spPr>
        <p:txBody>
          <a:bodyPr/>
          <a:lstStyle>
            <a:lvl1pPr marL="228600" indent="-228600" algn="just" defTabSz="914400" rtl="0" eaLnBrk="1" latinLnBrk="0" hangingPunct="1">
              <a:spcBef>
                <a:spcPct val="20000"/>
              </a:spcBef>
              <a:buClr>
                <a:srgbClr val="B01C2E"/>
              </a:buClr>
              <a:buSzPct val="60000"/>
              <a:buFont typeface="Wingdings 2" pitchFamily="18" charset="2"/>
              <a:buChar char=""/>
              <a:defRPr lang="en-US" sz="2400" kern="1200" dirty="0">
                <a:solidFill>
                  <a:schemeClr val="tx1"/>
                </a:solidFill>
                <a:latin typeface="Calibri" charset="0"/>
                <a:ea typeface="Calibri" charset="0"/>
                <a:cs typeface="Calibri" charset="0"/>
              </a:defRPr>
            </a:lvl1pPr>
            <a:lvl2pPr marL="457200" indent="-228600" algn="just">
              <a:buClr>
                <a:srgbClr val="B01C2E"/>
              </a:buClr>
              <a:buSzPct val="60000"/>
              <a:buFont typeface="Wingdings" charset="2"/>
              <a:buChar char="Ø"/>
              <a:defRPr lang="en-US" sz="2000" kern="1200" dirty="0" smtClean="0">
                <a:solidFill>
                  <a:schemeClr val="tx1"/>
                </a:solidFill>
                <a:latin typeface="Calibri" charset="0"/>
                <a:ea typeface="Calibri" charset="0"/>
                <a:cs typeface="Calibri" charset="0"/>
              </a:defRPr>
            </a:lvl2pPr>
            <a:lvl3pPr marL="685800" indent="-228600" algn="just">
              <a:buClr>
                <a:srgbClr val="B01C2E"/>
              </a:buClr>
              <a:buSzPct val="60000"/>
              <a:buFont typeface="Courier New" charset="0"/>
              <a:buChar char="o"/>
              <a:defRPr lang="en-US" sz="2000" kern="1200" baseline="0" dirty="0" smtClean="0">
                <a:solidFill>
                  <a:schemeClr val="tx1"/>
                </a:solidFill>
                <a:latin typeface="Calibri" charset="0"/>
                <a:ea typeface="Calibri" charset="0"/>
                <a:cs typeface="Calibri" charset="0"/>
              </a:defRPr>
            </a:lvl3pPr>
            <a:lvl4pPr marL="914400" indent="-228600" algn="just">
              <a:buClr>
                <a:srgbClr val="B01C2E"/>
              </a:buClr>
              <a:buSzPct val="60000"/>
              <a:buFont typeface="Arial" charset="0"/>
              <a:buChar char="•"/>
              <a:defRPr lang="en-US" sz="1800" kern="1200" baseline="0" dirty="0" smtClean="0">
                <a:solidFill>
                  <a:schemeClr val="tx1"/>
                </a:solidFill>
                <a:latin typeface="Calibri" charset="0"/>
                <a:ea typeface="Calibri" charset="0"/>
                <a:cs typeface="Calibri" charset="0"/>
              </a:defRPr>
            </a:lvl4pPr>
            <a:lvl5pPr marL="1143000" algn="just">
              <a:buClr>
                <a:srgbClr val="B01C2E"/>
              </a:buClr>
              <a:buSzPct val="60000"/>
              <a:buFont typeface="Calibri" pitchFamily="34" charset="0"/>
              <a:buChar char="–"/>
              <a:defRPr lang="en-US" sz="1800" kern="1200" dirty="0" smtClean="0">
                <a:solidFill>
                  <a:schemeClr val="tx1"/>
                </a:solidFill>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512064" y="41933"/>
            <a:ext cx="11277600" cy="36512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a:tabLst>
                <a:tab pos="395288" algn="l"/>
              </a:tabLst>
              <a:defRPr sz="2000" b="1"/>
            </a:lvl1pPr>
          </a:lstStyle>
          <a:p>
            <a:pPr lvl="0"/>
            <a:r>
              <a:rPr lang="en-US"/>
              <a:t>Click to edit Master title style</a:t>
            </a:r>
            <a:endParaRPr lang="en-US" dirty="0"/>
          </a:p>
        </p:txBody>
      </p:sp>
      <p:sp>
        <p:nvSpPr>
          <p:cNvPr id="5" name="Slide Number Placeholder 9"/>
          <p:cNvSpPr>
            <a:spLocks noGrp="1"/>
          </p:cNvSpPr>
          <p:nvPr>
            <p:ph type="sldNum" sz="quarter" idx="10"/>
          </p:nvPr>
        </p:nvSpPr>
        <p:spPr>
          <a:xfrm>
            <a:off x="11180064" y="6471105"/>
            <a:ext cx="609600" cy="365125"/>
          </a:xfrm>
        </p:spPr>
        <p:txBody>
          <a:bodyPr/>
          <a:lstStyle>
            <a:lvl1pPr algn="r">
              <a:defRPr/>
            </a:lvl1pPr>
          </a:lstStyle>
          <a:p>
            <a:fld id="{7B3E355C-57B9-BC4B-95D8-406A1F834537}" type="slidenum">
              <a:rPr lang="en-US" altLang="en-US" smtClean="0"/>
              <a:pPr/>
              <a:t>‹#›</a:t>
            </a:fld>
            <a:endParaRPr lang="en-US" altLang="en-US" dirty="0"/>
          </a:p>
        </p:txBody>
      </p:sp>
      <p:sp>
        <p:nvSpPr>
          <p:cNvPr id="6" name="Footer Placeholder 4"/>
          <p:cNvSpPr>
            <a:spLocks noGrp="1"/>
          </p:cNvSpPr>
          <p:nvPr>
            <p:ph type="ftr" sz="quarter" idx="11"/>
          </p:nvPr>
        </p:nvSpPr>
        <p:spPr/>
        <p:txBody>
          <a:bodyPr/>
          <a:lstStyle>
            <a:lvl1pPr>
              <a:defRPr smtClean="0"/>
            </a:lvl1pPr>
          </a:lstStyle>
          <a:p>
            <a:pPr>
              <a:defRPr/>
            </a:pPr>
            <a:r>
              <a:rPr lang="en-US"/>
              <a:t>Introduction</a:t>
            </a:r>
            <a:endParaRPr lang="en-US" dirty="0"/>
          </a:p>
        </p:txBody>
      </p:sp>
      <p:sp>
        <p:nvSpPr>
          <p:cNvPr id="8" name="Rectangle 7"/>
          <p:cNvSpPr/>
          <p:nvPr userDrawn="1"/>
        </p:nvSpPr>
        <p:spPr>
          <a:xfrm>
            <a:off x="512064" y="407060"/>
            <a:ext cx="112776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10567130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9" name="Content Placeholder 10"/>
          <p:cNvSpPr>
            <a:spLocks noGrp="1"/>
          </p:cNvSpPr>
          <p:nvPr>
            <p:ph sz="quarter" idx="16"/>
          </p:nvPr>
        </p:nvSpPr>
        <p:spPr>
          <a:xfrm>
            <a:off x="508000" y="1417320"/>
            <a:ext cx="5486400" cy="4572000"/>
          </a:xfrm>
          <a:prstGeom prst="rect">
            <a:avLst/>
          </a:prstGeom>
        </p:spPr>
        <p:txBody>
          <a:bodyPr/>
          <a:lstStyle>
            <a:lvl1pPr marL="228600" marR="0" indent="-228600" algn="l" defTabSz="9144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600">
                <a:latin typeface="Calibri" charset="0"/>
                <a:ea typeface="Calibri" charset="0"/>
                <a:cs typeface="Calibri" charset="0"/>
              </a:defRPr>
            </a:lvl1pPr>
            <a:lvl2pPr marL="457200" indent="-228600">
              <a:buClr>
                <a:schemeClr val="accent1"/>
              </a:buClr>
              <a:buSzPct val="60000"/>
              <a:buFont typeface="Wingdings" charset="2"/>
              <a:buChar char="Ø"/>
              <a:defRPr lang="en-US" sz="1600" kern="1200" dirty="0" smtClean="0">
                <a:solidFill>
                  <a:schemeClr val="tx1"/>
                </a:solidFill>
                <a:latin typeface="Calibri" charset="0"/>
                <a:ea typeface="Calibri" charset="0"/>
                <a:cs typeface="Calibri" charset="0"/>
              </a:defRPr>
            </a:lvl2pPr>
            <a:lvl3pPr marL="685800" indent="-228600">
              <a:buClr>
                <a:schemeClr val="accent1"/>
              </a:buClr>
              <a:buSzPct val="60000"/>
              <a:buFont typeface="Courier New" charset="0"/>
              <a:buChar char="o"/>
              <a:defRPr sz="1600">
                <a:latin typeface="Calibri" charset="0"/>
                <a:ea typeface="Calibri" charset="0"/>
                <a:cs typeface="Calibri" charset="0"/>
              </a:defRPr>
            </a:lvl3pPr>
            <a:lvl4pPr marL="914400" indent="-228600">
              <a:buClr>
                <a:schemeClr val="accent1"/>
              </a:buClr>
              <a:buSzPct val="60000"/>
              <a:buFont typeface="Arial" charset="0"/>
              <a:buChar char="•"/>
              <a:defRPr sz="1600">
                <a:latin typeface="Calibri" charset="0"/>
                <a:ea typeface="Calibri" charset="0"/>
                <a:cs typeface="Calibri" charset="0"/>
              </a:defRPr>
            </a:lvl4pPr>
            <a:lvl5pPr marL="1143000">
              <a:buClr>
                <a:schemeClr val="accent1"/>
              </a:buClr>
              <a:buSzPct val="60000"/>
              <a:buFont typeface="Arial" pitchFamily="34" charset="0"/>
              <a:buChar char="–"/>
              <a:defRPr sz="16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10"/>
          <p:cNvSpPr>
            <a:spLocks noGrp="1"/>
          </p:cNvSpPr>
          <p:nvPr>
            <p:ph sz="quarter" idx="17"/>
          </p:nvPr>
        </p:nvSpPr>
        <p:spPr>
          <a:xfrm>
            <a:off x="6197600" y="1417320"/>
            <a:ext cx="5486400" cy="4572000"/>
          </a:xfrm>
          <a:prstGeom prst="rect">
            <a:avLst/>
          </a:prstGeom>
        </p:spPr>
        <p:txBody>
          <a:bodyPr/>
          <a:lstStyle>
            <a:lvl1pPr marL="228600" marR="0" indent="-228600" algn="l" defTabSz="9144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600">
                <a:latin typeface="Calibri" charset="0"/>
                <a:ea typeface="Calibri" charset="0"/>
                <a:cs typeface="Calibri" charset="0"/>
              </a:defRPr>
            </a:lvl1pPr>
            <a:lvl2pPr marL="457200" indent="-228600">
              <a:buClr>
                <a:schemeClr val="accent1"/>
              </a:buClr>
              <a:buSzPct val="60000"/>
              <a:buFont typeface="Wingdings" charset="2"/>
              <a:buChar char="Ø"/>
              <a:defRPr lang="en-US" sz="1600" kern="1200" dirty="0" smtClean="0">
                <a:solidFill>
                  <a:schemeClr val="tx1"/>
                </a:solidFill>
                <a:latin typeface="Calibri" charset="0"/>
                <a:ea typeface="Calibri" charset="0"/>
                <a:cs typeface="Calibri" charset="0"/>
              </a:defRPr>
            </a:lvl2pPr>
            <a:lvl3pPr marL="685800" indent="-228600">
              <a:buClr>
                <a:schemeClr val="accent1"/>
              </a:buClr>
              <a:buSzPct val="60000"/>
              <a:buFont typeface="Courier New" charset="0"/>
              <a:buChar char="o"/>
              <a:defRPr sz="1600">
                <a:latin typeface="Calibri" charset="0"/>
                <a:ea typeface="Calibri" charset="0"/>
                <a:cs typeface="Calibri" charset="0"/>
              </a:defRPr>
            </a:lvl3pPr>
            <a:lvl4pPr marL="914400" indent="-228600">
              <a:buClr>
                <a:schemeClr val="accent1"/>
              </a:buClr>
              <a:buSzPct val="60000"/>
              <a:buFont typeface="Arial" charset="0"/>
              <a:buChar char="•"/>
              <a:defRPr sz="1600">
                <a:latin typeface="Calibri" charset="0"/>
                <a:ea typeface="Calibri" charset="0"/>
                <a:cs typeface="Calibri" charset="0"/>
              </a:defRPr>
            </a:lvl4pPr>
            <a:lvl5pPr marL="1143000">
              <a:buClr>
                <a:schemeClr val="accent1"/>
              </a:buClr>
              <a:buSzPct val="60000"/>
              <a:buFont typeface="Arial" pitchFamily="34" charset="0"/>
              <a:buChar char="–"/>
              <a:defRPr sz="16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9"/>
          <p:cNvSpPr>
            <a:spLocks noGrp="1"/>
          </p:cNvSpPr>
          <p:nvPr>
            <p:ph type="sldNum" sz="quarter" idx="18"/>
          </p:nvPr>
        </p:nvSpPr>
        <p:spPr/>
        <p:txBody>
          <a:bodyPr/>
          <a:lstStyle>
            <a:lvl1pPr>
              <a:defRPr/>
            </a:lvl1pPr>
          </a:lstStyle>
          <a:p>
            <a:fld id="{463EAD6B-1B79-144E-A805-1CA6FF1F03FA}" type="slidenum">
              <a:rPr lang="en-US" altLang="en-US"/>
              <a:pPr/>
              <a:t>‹#›</a:t>
            </a:fld>
            <a:endParaRPr lang="en-US" altLang="en-US" dirty="0"/>
          </a:p>
        </p:txBody>
      </p:sp>
      <p:sp>
        <p:nvSpPr>
          <p:cNvPr id="6" name="Footer Placeholder 12"/>
          <p:cNvSpPr>
            <a:spLocks noGrp="1"/>
          </p:cNvSpPr>
          <p:nvPr>
            <p:ph type="ftr" sz="quarter" idx="19"/>
          </p:nvPr>
        </p:nvSpPr>
        <p:spPr/>
        <p:txBody>
          <a:bodyPr/>
          <a:lstStyle>
            <a:lvl1pPr>
              <a:defRPr/>
            </a:lvl1pPr>
          </a:lstStyle>
          <a:p>
            <a:pPr>
              <a:defRPr/>
            </a:pPr>
            <a:r>
              <a:rPr lang="en-US"/>
              <a:t>Introduction</a:t>
            </a:r>
          </a:p>
        </p:txBody>
      </p:sp>
      <p:sp>
        <p:nvSpPr>
          <p:cNvPr id="2" name="TextBox 1"/>
          <p:cNvSpPr txBox="1"/>
          <p:nvPr userDrawn="1"/>
        </p:nvSpPr>
        <p:spPr>
          <a:xfrm>
            <a:off x="2748039" y="537029"/>
            <a:ext cx="184731" cy="369332"/>
          </a:xfrm>
          <a:prstGeom prst="rect">
            <a:avLst/>
          </a:prstGeom>
          <a:noFill/>
        </p:spPr>
        <p:txBody>
          <a:bodyPr wrap="none" rtlCol="0">
            <a:spAutoFit/>
          </a:bodyPr>
          <a:lstStyle/>
          <a:p>
            <a:endParaRPr lang="en-US" sz="1800" dirty="0"/>
          </a:p>
        </p:txBody>
      </p:sp>
    </p:spTree>
    <p:extLst>
      <p:ext uri="{BB962C8B-B14F-4D97-AF65-F5344CB8AC3E}">
        <p14:creationId xmlns:p14="http://schemas.microsoft.com/office/powerpoint/2010/main" val="1874899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op / One Bottom">
    <p:spTree>
      <p:nvGrpSpPr>
        <p:cNvPr id="1" name=""/>
        <p:cNvGrpSpPr/>
        <p:nvPr/>
      </p:nvGrpSpPr>
      <p:grpSpPr>
        <a:xfrm>
          <a:off x="0" y="0"/>
          <a:ext cx="0" cy="0"/>
          <a:chOff x="0" y="0"/>
          <a:chExt cx="0" cy="0"/>
        </a:xfrm>
      </p:grpSpPr>
      <p:sp>
        <p:nvSpPr>
          <p:cNvPr id="11" name="Content Placeholder 10"/>
          <p:cNvSpPr>
            <a:spLocks noGrp="1"/>
          </p:cNvSpPr>
          <p:nvPr>
            <p:ph sz="quarter" idx="16"/>
          </p:nvPr>
        </p:nvSpPr>
        <p:spPr>
          <a:xfrm>
            <a:off x="5080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1976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508000" y="3886200"/>
            <a:ext cx="111760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 name="Slide Number Placeholder 9"/>
          <p:cNvSpPr>
            <a:spLocks noGrp="1"/>
          </p:cNvSpPr>
          <p:nvPr>
            <p:ph type="sldNum" sz="quarter" idx="19"/>
          </p:nvPr>
        </p:nvSpPr>
        <p:spPr/>
        <p:txBody>
          <a:bodyPr/>
          <a:lstStyle>
            <a:lvl1pPr>
              <a:defRPr/>
            </a:lvl1pPr>
          </a:lstStyle>
          <a:p>
            <a:fld id="{DBDD9035-58B9-F243-8D2E-5AB7C4167337}" type="slidenum">
              <a:rPr lang="en-US" altLang="en-US"/>
              <a:pPr/>
              <a:t>‹#›</a:t>
            </a:fld>
            <a:endParaRPr lang="en-US" altLang="en-US" dirty="0"/>
          </a:p>
        </p:txBody>
      </p:sp>
      <p:sp>
        <p:nvSpPr>
          <p:cNvPr id="8" name="Footer Placeholder 12"/>
          <p:cNvSpPr>
            <a:spLocks noGrp="1"/>
          </p:cNvSpPr>
          <p:nvPr>
            <p:ph type="ftr" sz="quarter" idx="20"/>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937507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eft / One Right">
    <p:spTree>
      <p:nvGrpSpPr>
        <p:cNvPr id="1" name=""/>
        <p:cNvGrpSpPr/>
        <p:nvPr/>
      </p:nvGrpSpPr>
      <p:grpSpPr>
        <a:xfrm>
          <a:off x="0" y="0"/>
          <a:ext cx="0" cy="0"/>
          <a:chOff x="0" y="0"/>
          <a:chExt cx="0" cy="0"/>
        </a:xfrm>
      </p:grpSpPr>
      <p:sp>
        <p:nvSpPr>
          <p:cNvPr id="11" name="Content Placeholder 10"/>
          <p:cNvSpPr>
            <a:spLocks noGrp="1"/>
          </p:cNvSpPr>
          <p:nvPr>
            <p:ph sz="quarter" idx="17"/>
          </p:nvPr>
        </p:nvSpPr>
        <p:spPr>
          <a:xfrm>
            <a:off x="6197600" y="1417320"/>
            <a:ext cx="5486400" cy="48006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8"/>
          </p:nvPr>
        </p:nvSpPr>
        <p:spPr>
          <a:xfrm>
            <a:off x="5080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2"/>
          <p:cNvSpPr>
            <a:spLocks noGrp="1"/>
          </p:cNvSpPr>
          <p:nvPr>
            <p:ph sz="quarter" idx="19"/>
          </p:nvPr>
        </p:nvSpPr>
        <p:spPr>
          <a:xfrm>
            <a:off x="508000" y="39319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 name="Slide Number Placeholder 9"/>
          <p:cNvSpPr>
            <a:spLocks noGrp="1"/>
          </p:cNvSpPr>
          <p:nvPr>
            <p:ph type="sldNum" sz="quarter" idx="20"/>
          </p:nvPr>
        </p:nvSpPr>
        <p:spPr/>
        <p:txBody>
          <a:bodyPr/>
          <a:lstStyle>
            <a:lvl1pPr>
              <a:defRPr/>
            </a:lvl1pPr>
          </a:lstStyle>
          <a:p>
            <a:fld id="{6C93E8D5-2692-0D44-9EA4-C6015F0C54D7}" type="slidenum">
              <a:rPr lang="en-US" altLang="en-US"/>
              <a:pPr/>
              <a:t>‹#›</a:t>
            </a:fld>
            <a:endParaRPr lang="en-US" altLang="en-US"/>
          </a:p>
        </p:txBody>
      </p:sp>
      <p:sp>
        <p:nvSpPr>
          <p:cNvPr id="8" name="Footer Placeholder 12"/>
          <p:cNvSpPr>
            <a:spLocks noGrp="1"/>
          </p:cNvSpPr>
          <p:nvPr>
            <p:ph type="ftr" sz="quarter" idx="21"/>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620875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 name="Slide Number Placeholder 9"/>
          <p:cNvSpPr>
            <a:spLocks noGrp="1"/>
          </p:cNvSpPr>
          <p:nvPr>
            <p:ph type="sldNum" sz="quarter" idx="10"/>
          </p:nvPr>
        </p:nvSpPr>
        <p:spPr/>
        <p:txBody>
          <a:bodyPr/>
          <a:lstStyle>
            <a:lvl1pPr>
              <a:defRPr/>
            </a:lvl1pPr>
          </a:lstStyle>
          <a:p>
            <a:fld id="{395527EB-3756-C241-BFD3-DBB1E111190F}" type="slidenum">
              <a:rPr lang="en-US" altLang="en-US"/>
              <a:pPr/>
              <a:t>‹#›</a:t>
            </a:fld>
            <a:endParaRPr lang="en-US" altLang="en-US"/>
          </a:p>
        </p:txBody>
      </p:sp>
      <p:sp>
        <p:nvSpPr>
          <p:cNvPr id="4" name="Footer Placeholder 12"/>
          <p:cNvSpPr>
            <a:spLocks noGrp="1"/>
          </p:cNvSpPr>
          <p:nvPr>
            <p:ph type="ftr" sz="quarter" idx="11"/>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898184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505883"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299200"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10"/>
          <p:cNvSpPr>
            <a:spLocks noGrp="1"/>
          </p:cNvSpPr>
          <p:nvPr>
            <p:ph sz="quarter" idx="20"/>
          </p:nvPr>
        </p:nvSpPr>
        <p:spPr>
          <a:xfrm>
            <a:off x="505883" y="1807534"/>
            <a:ext cx="5388864"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1"/>
          </p:nvPr>
        </p:nvSpPr>
        <p:spPr>
          <a:xfrm>
            <a:off x="6299200" y="1807534"/>
            <a:ext cx="5388864" cy="434340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62543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 by Side Arrow Right">
    <p:spTree>
      <p:nvGrpSpPr>
        <p:cNvPr id="1" name=""/>
        <p:cNvGrpSpPr/>
        <p:nvPr/>
      </p:nvGrpSpPr>
      <p:grpSpPr>
        <a:xfrm>
          <a:off x="0" y="0"/>
          <a:ext cx="0" cy="0"/>
          <a:chOff x="0" y="0"/>
          <a:chExt cx="0" cy="0"/>
        </a:xfrm>
      </p:grpSpPr>
      <p:sp>
        <p:nvSpPr>
          <p:cNvPr id="10" name="Right Arrow 9"/>
          <p:cNvSpPr/>
          <p:nvPr userDrawn="1"/>
        </p:nvSpPr>
        <p:spPr bwMode="auto">
          <a:xfrm>
            <a:off x="5384800" y="3046413"/>
            <a:ext cx="1320800" cy="1009650"/>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21"/>
          </p:nvPr>
        </p:nvSpPr>
        <p:spPr>
          <a:xfrm>
            <a:off x="6705600" y="1828800"/>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1" name="Slide Number Placeholder 2"/>
          <p:cNvSpPr>
            <a:spLocks noGrp="1"/>
          </p:cNvSpPr>
          <p:nvPr>
            <p:ph type="sldNum" sz="quarter" idx="22"/>
          </p:nvPr>
        </p:nvSpPr>
        <p:spPr/>
        <p:txBody>
          <a:bodyPr/>
          <a:lstStyle>
            <a:lvl1pPr>
              <a:defRPr/>
            </a:lvl1pPr>
          </a:lstStyle>
          <a:p>
            <a:fld id="{652385A1-7A9F-1D44-AA51-16856D64E5B5}" type="slidenum">
              <a:rPr lang="en-US" altLang="en-US"/>
              <a:pPr/>
              <a:t>‹#›</a:t>
            </a:fld>
            <a:endParaRPr lang="en-US" altLang="en-US"/>
          </a:p>
        </p:txBody>
      </p:sp>
      <p:sp>
        <p:nvSpPr>
          <p:cNvPr id="14" name="Footer Placeholder 9"/>
          <p:cNvSpPr>
            <a:spLocks noGrp="1"/>
          </p:cNvSpPr>
          <p:nvPr>
            <p:ph type="ftr" sz="quarter" idx="23"/>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2024520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 by Side Double Arrow">
    <p:spTree>
      <p:nvGrpSpPr>
        <p:cNvPr id="1" name=""/>
        <p:cNvGrpSpPr/>
        <p:nvPr/>
      </p:nvGrpSpPr>
      <p:grpSpPr>
        <a:xfrm>
          <a:off x="0" y="0"/>
          <a:ext cx="0" cy="0"/>
          <a:chOff x="0" y="0"/>
          <a:chExt cx="0" cy="0"/>
        </a:xfrm>
      </p:grpSpPr>
      <p:sp>
        <p:nvSpPr>
          <p:cNvPr id="9" name="Right Arrow 8"/>
          <p:cNvSpPr/>
          <p:nvPr userDrawn="1"/>
        </p:nvSpPr>
        <p:spPr bwMode="auto">
          <a:xfrm>
            <a:off x="5359125" y="2692959"/>
            <a:ext cx="1326383"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2" name="Right Arrow 11"/>
          <p:cNvSpPr/>
          <p:nvPr userDrawn="1"/>
        </p:nvSpPr>
        <p:spPr bwMode="auto">
          <a:xfrm rot="10800000">
            <a:off x="5427337" y="3778176"/>
            <a:ext cx="1353183" cy="102228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mn-cs"/>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0"/>
          <p:cNvSpPr>
            <a:spLocks noGrp="1"/>
          </p:cNvSpPr>
          <p:nvPr>
            <p:ph sz="quarter" idx="21"/>
          </p:nvPr>
        </p:nvSpPr>
        <p:spPr>
          <a:xfrm>
            <a:off x="6705600"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mn-cs"/>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Slide Number Placeholder 2"/>
          <p:cNvSpPr>
            <a:spLocks noGrp="1"/>
          </p:cNvSpPr>
          <p:nvPr>
            <p:ph type="sldNum" sz="quarter" idx="22"/>
          </p:nvPr>
        </p:nvSpPr>
        <p:spPr/>
        <p:txBody>
          <a:bodyPr/>
          <a:lstStyle>
            <a:lvl1pPr>
              <a:defRPr/>
            </a:lvl1pPr>
          </a:lstStyle>
          <a:p>
            <a:fld id="{0A6B8188-A85F-5349-B14D-08361E6A7245}" type="slidenum">
              <a:rPr lang="en-US" altLang="en-US"/>
              <a:pPr/>
              <a:t>‹#›</a:t>
            </a:fld>
            <a:endParaRPr lang="en-US" altLang="en-US"/>
          </a:p>
        </p:txBody>
      </p:sp>
      <p:sp>
        <p:nvSpPr>
          <p:cNvPr id="15" name="Footer Placeholder 14"/>
          <p:cNvSpPr>
            <a:spLocks noGrp="1"/>
          </p:cNvSpPr>
          <p:nvPr>
            <p:ph type="ftr" sz="quarter" idx="23"/>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2101124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e Top Arrow to Two Bottom">
    <p:spTree>
      <p:nvGrpSpPr>
        <p:cNvPr id="1" name=""/>
        <p:cNvGrpSpPr/>
        <p:nvPr/>
      </p:nvGrpSpPr>
      <p:grpSpPr>
        <a:xfrm>
          <a:off x="0" y="0"/>
          <a:ext cx="0" cy="0"/>
          <a:chOff x="0" y="0"/>
          <a:chExt cx="0" cy="0"/>
        </a:xfrm>
      </p:grpSpPr>
      <p:sp>
        <p:nvSpPr>
          <p:cNvPr id="10" name="Right Arrow 9"/>
          <p:cNvSpPr/>
          <p:nvPr userDrawn="1"/>
        </p:nvSpPr>
        <p:spPr bwMode="auto">
          <a:xfrm rot="5400000">
            <a:off x="5768941" y="3106216"/>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1" name="Content Placeholder 10"/>
          <p:cNvSpPr>
            <a:spLocks noGrp="1"/>
          </p:cNvSpPr>
          <p:nvPr>
            <p:ph sz="quarter" idx="16"/>
          </p:nvPr>
        </p:nvSpPr>
        <p:spPr>
          <a:xfrm>
            <a:off x="609600" y="4479952"/>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4479952"/>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1807534"/>
            <a:ext cx="10972800" cy="164592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141732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096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0"/>
          </p:nvPr>
        </p:nvSpPr>
        <p:spPr>
          <a:xfrm>
            <a:off x="64008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7C6F7C23-5FF9-2A4B-BF08-C1294322DB52}"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50769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Top Arrow to One Bottom">
    <p:spTree>
      <p:nvGrpSpPr>
        <p:cNvPr id="1" name=""/>
        <p:cNvGrpSpPr/>
        <p:nvPr/>
      </p:nvGrpSpPr>
      <p:grpSpPr>
        <a:xfrm>
          <a:off x="0" y="0"/>
          <a:ext cx="0" cy="0"/>
          <a:chOff x="0" y="0"/>
          <a:chExt cx="0" cy="0"/>
        </a:xfrm>
      </p:grpSpPr>
      <p:sp>
        <p:nvSpPr>
          <p:cNvPr id="10" name="Right Arrow 9"/>
          <p:cNvSpPr/>
          <p:nvPr userDrawn="1"/>
        </p:nvSpPr>
        <p:spPr bwMode="auto">
          <a:xfrm rot="5400000">
            <a:off x="5768941" y="3106216"/>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1" name="Content Placeholder 10"/>
          <p:cNvSpPr>
            <a:spLocks noGrp="1"/>
          </p:cNvSpPr>
          <p:nvPr>
            <p:ph sz="quarter" idx="16"/>
          </p:nvPr>
        </p:nvSpPr>
        <p:spPr>
          <a:xfrm>
            <a:off x="609600" y="1783080"/>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1783080"/>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4505014"/>
            <a:ext cx="10972800" cy="164592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411480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096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0"/>
          </p:nvPr>
        </p:nvSpPr>
        <p:spPr>
          <a:xfrm>
            <a:off x="64008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06494A95-A7E5-E34F-8DB1-F10A4839B0B9}"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2760613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Blocks - Six Palettes">
    <p:spTree>
      <p:nvGrpSpPr>
        <p:cNvPr id="1" name=""/>
        <p:cNvGrpSpPr/>
        <p:nvPr/>
      </p:nvGrpSpPr>
      <p:grpSpPr>
        <a:xfrm>
          <a:off x="0" y="0"/>
          <a:ext cx="0" cy="0"/>
          <a:chOff x="0" y="0"/>
          <a:chExt cx="0" cy="0"/>
        </a:xfrm>
      </p:grpSpPr>
      <p:sp>
        <p:nvSpPr>
          <p:cNvPr id="28" name="Text Placeholder 5"/>
          <p:cNvSpPr>
            <a:spLocks noGrp="1"/>
          </p:cNvSpPr>
          <p:nvPr>
            <p:ph type="body" sz="quarter" idx="30"/>
          </p:nvPr>
        </p:nvSpPr>
        <p:spPr>
          <a:xfrm>
            <a:off x="6191251" y="4627745"/>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7"/>
          </p:nvPr>
        </p:nvSpPr>
        <p:spPr>
          <a:xfrm>
            <a:off x="501651" y="4627745"/>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26"/>
          </p:nvPr>
        </p:nvSpPr>
        <p:spPr>
          <a:xfrm>
            <a:off x="501651" y="3015622"/>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29"/>
          </p:nvPr>
        </p:nvSpPr>
        <p:spPr>
          <a:xfrm>
            <a:off x="6191251" y="3015622"/>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28"/>
          </p:nvPr>
        </p:nvSpPr>
        <p:spPr>
          <a:xfrm>
            <a:off x="6191251" y="1403499"/>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3" name="Text Placeholder 5"/>
          <p:cNvSpPr>
            <a:spLocks noGrp="1"/>
          </p:cNvSpPr>
          <p:nvPr>
            <p:ph type="body" sz="quarter" idx="25"/>
          </p:nvPr>
        </p:nvSpPr>
        <p:spPr>
          <a:xfrm>
            <a:off x="501651" y="1403499"/>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1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01651" y="167640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5"/>
          <p:cNvSpPr>
            <a:spLocks noGrp="1"/>
          </p:cNvSpPr>
          <p:nvPr>
            <p:ph type="body" sz="quarter" idx="32"/>
          </p:nvPr>
        </p:nvSpPr>
        <p:spPr>
          <a:xfrm>
            <a:off x="501651" y="3302419"/>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5"/>
          <p:cNvSpPr>
            <a:spLocks noGrp="1"/>
          </p:cNvSpPr>
          <p:nvPr>
            <p:ph type="body" sz="quarter" idx="33"/>
          </p:nvPr>
        </p:nvSpPr>
        <p:spPr>
          <a:xfrm>
            <a:off x="501651" y="491499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5"/>
          <p:cNvSpPr>
            <a:spLocks noGrp="1"/>
          </p:cNvSpPr>
          <p:nvPr>
            <p:ph type="body" sz="quarter" idx="34"/>
          </p:nvPr>
        </p:nvSpPr>
        <p:spPr>
          <a:xfrm>
            <a:off x="6191251" y="167640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5"/>
          <p:cNvSpPr>
            <a:spLocks noGrp="1"/>
          </p:cNvSpPr>
          <p:nvPr>
            <p:ph type="body" sz="quarter" idx="35"/>
          </p:nvPr>
        </p:nvSpPr>
        <p:spPr>
          <a:xfrm>
            <a:off x="6191251" y="3302418"/>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5"/>
          <p:cNvSpPr>
            <a:spLocks noGrp="1"/>
          </p:cNvSpPr>
          <p:nvPr>
            <p:ph type="body" sz="quarter" idx="36"/>
          </p:nvPr>
        </p:nvSpPr>
        <p:spPr>
          <a:xfrm>
            <a:off x="6191251" y="491499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lide Number Placeholder 9"/>
          <p:cNvSpPr>
            <a:spLocks noGrp="1"/>
          </p:cNvSpPr>
          <p:nvPr>
            <p:ph type="sldNum" sz="quarter" idx="37"/>
          </p:nvPr>
        </p:nvSpPr>
        <p:spPr/>
        <p:txBody>
          <a:bodyPr/>
          <a:lstStyle>
            <a:lvl1pPr>
              <a:defRPr/>
            </a:lvl1pPr>
          </a:lstStyle>
          <a:p>
            <a:fld id="{A23329EE-AB34-E748-89A3-8E74FFF398F3}" type="slidenum">
              <a:rPr lang="en-US" altLang="en-US"/>
              <a:pPr/>
              <a:t>‹#›</a:t>
            </a:fld>
            <a:endParaRPr lang="en-US" altLang="en-US"/>
          </a:p>
        </p:txBody>
      </p:sp>
      <p:sp>
        <p:nvSpPr>
          <p:cNvPr id="16" name="Footer Placeholder 12"/>
          <p:cNvSpPr>
            <a:spLocks noGrp="1"/>
          </p:cNvSpPr>
          <p:nvPr>
            <p:ph type="ftr" sz="quarter" idx="38"/>
          </p:nvPr>
        </p:nvSpPr>
        <p:spPr/>
        <p:txBody>
          <a:bodyPr/>
          <a:lstStyle>
            <a:lvl1pPr>
              <a:defRPr/>
            </a:lvl1pPr>
          </a:lstStyle>
          <a:p>
            <a:pPr>
              <a:defRPr/>
            </a:pPr>
            <a:r>
              <a:rPr lang="en-US"/>
              <a:t>Introduction</a:t>
            </a:r>
            <a:endParaRPr lang="en-US" dirty="0"/>
          </a:p>
        </p:txBody>
      </p:sp>
    </p:spTree>
    <p:extLst>
      <p:ext uri="{BB962C8B-B14F-4D97-AF65-F5344CB8AC3E}">
        <p14:creationId xmlns:p14="http://schemas.microsoft.com/office/powerpoint/2010/main" val="21179933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locks - Five Palettes">
    <p:spTree>
      <p:nvGrpSpPr>
        <p:cNvPr id="1" name=""/>
        <p:cNvGrpSpPr/>
        <p:nvPr/>
      </p:nvGrpSpPr>
      <p:grpSpPr>
        <a:xfrm>
          <a:off x="0" y="0"/>
          <a:ext cx="0" cy="0"/>
          <a:chOff x="0" y="0"/>
          <a:chExt cx="0" cy="0"/>
        </a:xfrm>
      </p:grpSpPr>
      <p:sp>
        <p:nvSpPr>
          <p:cNvPr id="14" name="Text Placeholder 5"/>
          <p:cNvSpPr>
            <a:spLocks noGrp="1"/>
          </p:cNvSpPr>
          <p:nvPr>
            <p:ph type="body" sz="quarter" idx="25"/>
          </p:nvPr>
        </p:nvSpPr>
        <p:spPr>
          <a:xfrm>
            <a:off x="601565"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35"/>
          </p:nvPr>
        </p:nvSpPr>
        <p:spPr>
          <a:xfrm>
            <a:off x="2844800"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36"/>
          </p:nvPr>
        </p:nvSpPr>
        <p:spPr>
          <a:xfrm>
            <a:off x="5130360"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37"/>
          </p:nvPr>
        </p:nvSpPr>
        <p:spPr>
          <a:xfrm>
            <a:off x="7408972"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38"/>
          </p:nvPr>
        </p:nvSpPr>
        <p:spPr>
          <a:xfrm>
            <a:off x="9747251"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Text Placeholder 5"/>
          <p:cNvSpPr>
            <a:spLocks noGrp="1"/>
          </p:cNvSpPr>
          <p:nvPr>
            <p:ph type="body" sz="quarter" idx="39"/>
          </p:nvPr>
        </p:nvSpPr>
        <p:spPr>
          <a:xfrm>
            <a:off x="601565"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7" name="Text Placeholder 5"/>
          <p:cNvSpPr>
            <a:spLocks noGrp="1"/>
          </p:cNvSpPr>
          <p:nvPr>
            <p:ph type="body" sz="quarter" idx="40"/>
          </p:nvPr>
        </p:nvSpPr>
        <p:spPr>
          <a:xfrm>
            <a:off x="2844800"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8" name="Text Placeholder 5"/>
          <p:cNvSpPr>
            <a:spLocks noGrp="1"/>
          </p:cNvSpPr>
          <p:nvPr>
            <p:ph type="body" sz="quarter" idx="41"/>
          </p:nvPr>
        </p:nvSpPr>
        <p:spPr>
          <a:xfrm>
            <a:off x="5130360"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28" name="Text Placeholder 5"/>
          <p:cNvSpPr>
            <a:spLocks noGrp="1"/>
          </p:cNvSpPr>
          <p:nvPr>
            <p:ph type="body" sz="quarter" idx="42"/>
          </p:nvPr>
        </p:nvSpPr>
        <p:spPr>
          <a:xfrm>
            <a:off x="7408972"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29" name="Text Placeholder 5"/>
          <p:cNvSpPr>
            <a:spLocks noGrp="1"/>
          </p:cNvSpPr>
          <p:nvPr>
            <p:ph type="body" sz="quarter" idx="43"/>
          </p:nvPr>
        </p:nvSpPr>
        <p:spPr>
          <a:xfrm>
            <a:off x="9747251"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3" name="Slide Number Placeholder 9"/>
          <p:cNvSpPr>
            <a:spLocks noGrp="1"/>
          </p:cNvSpPr>
          <p:nvPr>
            <p:ph type="sldNum" sz="quarter" idx="44"/>
          </p:nvPr>
        </p:nvSpPr>
        <p:spPr/>
        <p:txBody>
          <a:bodyPr/>
          <a:lstStyle>
            <a:lvl1pPr>
              <a:defRPr/>
            </a:lvl1pPr>
          </a:lstStyle>
          <a:p>
            <a:fld id="{1EB3DA79-8920-3645-A529-9AD16B41E65B}" type="slidenum">
              <a:rPr lang="en-US" altLang="en-US"/>
              <a:pPr/>
              <a:t>‹#›</a:t>
            </a:fld>
            <a:endParaRPr lang="en-US" altLang="en-US"/>
          </a:p>
        </p:txBody>
      </p:sp>
      <p:sp>
        <p:nvSpPr>
          <p:cNvPr id="19" name="Footer Placeholder 12"/>
          <p:cNvSpPr>
            <a:spLocks noGrp="1"/>
          </p:cNvSpPr>
          <p:nvPr>
            <p:ph type="ftr" sz="quarter" idx="45"/>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2448545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609600" y="1417320"/>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3" name="Text Placeholder 7"/>
          <p:cNvSpPr>
            <a:spLocks noGrp="1"/>
          </p:cNvSpPr>
          <p:nvPr>
            <p:ph type="body" sz="quarter" idx="21"/>
          </p:nvPr>
        </p:nvSpPr>
        <p:spPr>
          <a:xfrm>
            <a:off x="609600" y="3065544"/>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7" name="Text Placeholder 7"/>
          <p:cNvSpPr>
            <a:spLocks noGrp="1"/>
          </p:cNvSpPr>
          <p:nvPr>
            <p:ph type="body" sz="quarter" idx="23"/>
          </p:nvPr>
        </p:nvSpPr>
        <p:spPr>
          <a:xfrm>
            <a:off x="609600" y="4713767"/>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844800" y="1417320"/>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5"/>
          <p:cNvSpPr>
            <a:spLocks noGrp="1"/>
          </p:cNvSpPr>
          <p:nvPr>
            <p:ph type="body" sz="quarter" idx="32"/>
          </p:nvPr>
        </p:nvSpPr>
        <p:spPr>
          <a:xfrm>
            <a:off x="2844800" y="3065543"/>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p:cNvSpPr>
            <a:spLocks noGrp="1"/>
          </p:cNvSpPr>
          <p:nvPr>
            <p:ph type="body" sz="quarter" idx="33"/>
          </p:nvPr>
        </p:nvSpPr>
        <p:spPr>
          <a:xfrm>
            <a:off x="2844800" y="4713767"/>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p:cNvSpPr>
            <a:spLocks noGrp="1"/>
          </p:cNvSpPr>
          <p:nvPr>
            <p:ph type="sldNum" sz="quarter" idx="34"/>
          </p:nvPr>
        </p:nvSpPr>
        <p:spPr/>
        <p:txBody>
          <a:bodyPr/>
          <a:lstStyle>
            <a:lvl1pPr>
              <a:defRPr/>
            </a:lvl1pPr>
          </a:lstStyle>
          <a:p>
            <a:fld id="{055F7767-1EA1-1B4C-AF44-6A3FCE365276}" type="slidenum">
              <a:rPr lang="en-US" altLang="en-US"/>
              <a:pPr/>
              <a:t>‹#›</a:t>
            </a:fld>
            <a:endParaRPr lang="en-US" altLang="en-US"/>
          </a:p>
        </p:txBody>
      </p:sp>
      <p:sp>
        <p:nvSpPr>
          <p:cNvPr id="11" name="Footer Placeholder 12"/>
          <p:cNvSpPr>
            <a:spLocks noGrp="1"/>
          </p:cNvSpPr>
          <p:nvPr>
            <p:ph type="ftr" sz="quarter" idx="35"/>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7416052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hevrons">
    <p:spTree>
      <p:nvGrpSpPr>
        <p:cNvPr id="1" name=""/>
        <p:cNvGrpSpPr/>
        <p:nvPr/>
      </p:nvGrpSpPr>
      <p:grpSpPr>
        <a:xfrm>
          <a:off x="0" y="0"/>
          <a:ext cx="0" cy="0"/>
          <a:chOff x="0" y="0"/>
          <a:chExt cx="0" cy="0"/>
        </a:xfrm>
      </p:grpSpPr>
      <p:sp>
        <p:nvSpPr>
          <p:cNvPr id="35" name="Text Placeholder 2"/>
          <p:cNvSpPr>
            <a:spLocks noGrp="1"/>
          </p:cNvSpPr>
          <p:nvPr>
            <p:ph type="body" sz="quarter" idx="12"/>
          </p:nvPr>
        </p:nvSpPr>
        <p:spPr>
          <a:xfrm>
            <a:off x="563034" y="1397000"/>
            <a:ext cx="2317751" cy="1155700"/>
          </a:xfrm>
          <a:prstGeom prst="homePlate">
            <a:avLst>
              <a:gd name="adj" fmla="val 19565"/>
            </a:avLst>
          </a:prstGeom>
          <a:solidFill>
            <a:srgbClr val="D7D7D7"/>
          </a:solidFill>
        </p:spPr>
        <p:txBody>
          <a:bodyPr anchor="ctr"/>
          <a:lstStyle>
            <a:lvl1pPr>
              <a:buNone/>
              <a:defRPr sz="1200"/>
            </a:lvl1pPr>
          </a:lstStyle>
          <a:p>
            <a:pPr lvl="0"/>
            <a:r>
              <a:rPr lang="en-US"/>
              <a:t>Click to edit Master text styles</a:t>
            </a:r>
          </a:p>
        </p:txBody>
      </p:sp>
      <p:sp>
        <p:nvSpPr>
          <p:cNvPr id="36" name="Text Placeholder 3"/>
          <p:cNvSpPr>
            <a:spLocks noGrp="1"/>
          </p:cNvSpPr>
          <p:nvPr>
            <p:ph type="body" sz="quarter" idx="13"/>
          </p:nvPr>
        </p:nvSpPr>
        <p:spPr>
          <a:xfrm>
            <a:off x="2747434" y="1397000"/>
            <a:ext cx="2315633"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37" name="Text Placeholder 4"/>
          <p:cNvSpPr>
            <a:spLocks noGrp="1"/>
          </p:cNvSpPr>
          <p:nvPr>
            <p:ph type="body" sz="quarter" idx="15"/>
          </p:nvPr>
        </p:nvSpPr>
        <p:spPr>
          <a:xfrm>
            <a:off x="7114120" y="1397000"/>
            <a:ext cx="2317749"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38" name="Text Placeholder 5"/>
          <p:cNvSpPr>
            <a:spLocks noGrp="1"/>
          </p:cNvSpPr>
          <p:nvPr>
            <p:ph type="body" sz="quarter" idx="16"/>
          </p:nvPr>
        </p:nvSpPr>
        <p:spPr>
          <a:xfrm>
            <a:off x="4931834" y="1397000"/>
            <a:ext cx="2315633" cy="1155700"/>
          </a:xfrm>
          <a:prstGeom prst="chevron">
            <a:avLst>
              <a:gd name="adj" fmla="val 18687"/>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9" name="Text Placeholder 6"/>
          <p:cNvSpPr>
            <a:spLocks noGrp="1"/>
          </p:cNvSpPr>
          <p:nvPr>
            <p:ph type="body" sz="quarter" idx="17"/>
          </p:nvPr>
        </p:nvSpPr>
        <p:spPr>
          <a:xfrm>
            <a:off x="9298521" y="1397000"/>
            <a:ext cx="2315633"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0" name="Text Placeholder 7"/>
          <p:cNvSpPr>
            <a:spLocks noGrp="1"/>
          </p:cNvSpPr>
          <p:nvPr>
            <p:ph type="body" sz="quarter" idx="18"/>
          </p:nvPr>
        </p:nvSpPr>
        <p:spPr>
          <a:xfrm>
            <a:off x="563033" y="2954338"/>
            <a:ext cx="2863851" cy="1155700"/>
          </a:xfrm>
          <a:prstGeom prst="homePlate">
            <a:avLst>
              <a:gd name="adj" fmla="val 19557"/>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41" name="Text Placeholder 8"/>
          <p:cNvSpPr>
            <a:spLocks noGrp="1"/>
          </p:cNvSpPr>
          <p:nvPr>
            <p:ph type="body" sz="quarter" idx="19"/>
          </p:nvPr>
        </p:nvSpPr>
        <p:spPr>
          <a:xfrm>
            <a:off x="3291418"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2" name="Text Placeholder 9"/>
          <p:cNvSpPr>
            <a:spLocks noGrp="1"/>
          </p:cNvSpPr>
          <p:nvPr>
            <p:ph type="body" sz="quarter" idx="20"/>
          </p:nvPr>
        </p:nvSpPr>
        <p:spPr>
          <a:xfrm>
            <a:off x="8748186"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3" name="Text Placeholder 10"/>
          <p:cNvSpPr>
            <a:spLocks noGrp="1"/>
          </p:cNvSpPr>
          <p:nvPr>
            <p:ph type="body" sz="quarter" idx="21"/>
          </p:nvPr>
        </p:nvSpPr>
        <p:spPr>
          <a:xfrm>
            <a:off x="6019802"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4" name="Text Placeholder 11"/>
          <p:cNvSpPr>
            <a:spLocks noGrp="1"/>
          </p:cNvSpPr>
          <p:nvPr>
            <p:ph type="body" sz="quarter" idx="22"/>
          </p:nvPr>
        </p:nvSpPr>
        <p:spPr>
          <a:xfrm>
            <a:off x="575734" y="4497388"/>
            <a:ext cx="3754967" cy="1154112"/>
          </a:xfrm>
          <a:prstGeom prst="homePlate">
            <a:avLst>
              <a:gd name="adj" fmla="val 19565"/>
            </a:avLst>
          </a:prstGeom>
          <a:solidFill>
            <a:srgbClr val="D7D7D7"/>
          </a:solidFill>
        </p:spPr>
        <p:txBody>
          <a:bodyPr anchor="ctr"/>
          <a:lstStyle>
            <a:lvl1pPr>
              <a:buNone/>
              <a:defRPr sz="1200"/>
            </a:lvl1pPr>
          </a:lstStyle>
          <a:p>
            <a:pPr lvl="0"/>
            <a:r>
              <a:rPr lang="en-US"/>
              <a:t>Click to edit Master text styles</a:t>
            </a:r>
          </a:p>
        </p:txBody>
      </p:sp>
      <p:sp>
        <p:nvSpPr>
          <p:cNvPr id="45" name="Text Placeholder 12"/>
          <p:cNvSpPr>
            <a:spLocks noGrp="1"/>
          </p:cNvSpPr>
          <p:nvPr>
            <p:ph type="body" sz="quarter" idx="23"/>
          </p:nvPr>
        </p:nvSpPr>
        <p:spPr>
          <a:xfrm>
            <a:off x="4226985" y="4497388"/>
            <a:ext cx="3754967" cy="1154112"/>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6" name="Text Placeholder 13"/>
          <p:cNvSpPr>
            <a:spLocks noGrp="1"/>
          </p:cNvSpPr>
          <p:nvPr>
            <p:ph type="body" sz="quarter" idx="25"/>
          </p:nvPr>
        </p:nvSpPr>
        <p:spPr>
          <a:xfrm>
            <a:off x="7878234" y="4497388"/>
            <a:ext cx="3754967" cy="1154112"/>
          </a:xfrm>
          <a:prstGeom prst="chevron">
            <a:avLst>
              <a:gd name="adj" fmla="val 1871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6"/>
          </p:nvPr>
        </p:nvSpPr>
        <p:spPr/>
        <p:txBody>
          <a:bodyPr/>
          <a:lstStyle>
            <a:lvl1pPr>
              <a:defRPr/>
            </a:lvl1pPr>
          </a:lstStyle>
          <a:p>
            <a:fld id="{48E524AC-D0C7-2340-84EA-A4DF70E82140}" type="slidenum">
              <a:rPr lang="en-US" altLang="en-US"/>
              <a:pPr/>
              <a:t>‹#›</a:t>
            </a:fld>
            <a:endParaRPr lang="en-US" altLang="en-US"/>
          </a:p>
        </p:txBody>
      </p:sp>
      <p:sp>
        <p:nvSpPr>
          <p:cNvPr id="17" name="Footer Placeholder 12"/>
          <p:cNvSpPr>
            <a:spLocks noGrp="1"/>
          </p:cNvSpPr>
          <p:nvPr>
            <p:ph type="ftr" sz="quarter" idx="27"/>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3344818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Blocks - Major Points - Chevrons">
    <p:spTree>
      <p:nvGrpSpPr>
        <p:cNvPr id="1" name=""/>
        <p:cNvGrpSpPr/>
        <p:nvPr/>
      </p:nvGrpSpPr>
      <p:grpSpPr>
        <a:xfrm>
          <a:off x="0" y="0"/>
          <a:ext cx="0" cy="0"/>
          <a:chOff x="0" y="0"/>
          <a:chExt cx="0" cy="0"/>
        </a:xfrm>
      </p:grpSpPr>
      <p:sp>
        <p:nvSpPr>
          <p:cNvPr id="15" name="Text Placeholder 5"/>
          <p:cNvSpPr>
            <a:spLocks noGrp="1"/>
          </p:cNvSpPr>
          <p:nvPr>
            <p:ph type="body" sz="quarter" idx="31"/>
          </p:nvPr>
        </p:nvSpPr>
        <p:spPr>
          <a:xfrm>
            <a:off x="2844800" y="1344304"/>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6" name="Text Placeholder 5"/>
          <p:cNvSpPr>
            <a:spLocks noGrp="1"/>
          </p:cNvSpPr>
          <p:nvPr>
            <p:ph type="body" sz="quarter" idx="32"/>
          </p:nvPr>
        </p:nvSpPr>
        <p:spPr>
          <a:xfrm>
            <a:off x="2844800" y="2360778"/>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7" name="Text Placeholder 5"/>
          <p:cNvSpPr>
            <a:spLocks noGrp="1"/>
          </p:cNvSpPr>
          <p:nvPr>
            <p:ph type="body" sz="quarter" idx="33"/>
          </p:nvPr>
        </p:nvSpPr>
        <p:spPr>
          <a:xfrm>
            <a:off x="2844800" y="3377252"/>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9" name="Text Placeholder 5"/>
          <p:cNvSpPr>
            <a:spLocks noGrp="1"/>
          </p:cNvSpPr>
          <p:nvPr>
            <p:ph type="body" sz="quarter" idx="34"/>
          </p:nvPr>
        </p:nvSpPr>
        <p:spPr>
          <a:xfrm>
            <a:off x="2844800" y="4393726"/>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0" name="Text Placeholder 5"/>
          <p:cNvSpPr>
            <a:spLocks noGrp="1"/>
          </p:cNvSpPr>
          <p:nvPr>
            <p:ph type="body" sz="quarter" idx="35"/>
          </p:nvPr>
        </p:nvSpPr>
        <p:spPr>
          <a:xfrm>
            <a:off x="2844800" y="5410200"/>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3" name="Text Placeholder 19"/>
          <p:cNvSpPr>
            <a:spLocks noGrp="1"/>
          </p:cNvSpPr>
          <p:nvPr>
            <p:ph type="body" sz="quarter" idx="10"/>
          </p:nvPr>
        </p:nvSpPr>
        <p:spPr>
          <a:xfrm>
            <a:off x="609600" y="1344304"/>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26" name="Text Placeholder 19"/>
          <p:cNvSpPr>
            <a:spLocks noGrp="1"/>
          </p:cNvSpPr>
          <p:nvPr>
            <p:ph type="body" sz="quarter" idx="22"/>
          </p:nvPr>
        </p:nvSpPr>
        <p:spPr>
          <a:xfrm>
            <a:off x="609600" y="2357366"/>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28" name="Text Placeholder 19"/>
          <p:cNvSpPr>
            <a:spLocks noGrp="1"/>
          </p:cNvSpPr>
          <p:nvPr>
            <p:ph type="body" sz="quarter" idx="24"/>
          </p:nvPr>
        </p:nvSpPr>
        <p:spPr>
          <a:xfrm>
            <a:off x="609600" y="3370428"/>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0" name="Text Placeholder 19"/>
          <p:cNvSpPr>
            <a:spLocks noGrp="1"/>
          </p:cNvSpPr>
          <p:nvPr>
            <p:ph type="body" sz="quarter" idx="26"/>
          </p:nvPr>
        </p:nvSpPr>
        <p:spPr>
          <a:xfrm>
            <a:off x="609600" y="4383490"/>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2" name="Text Placeholder 19"/>
          <p:cNvSpPr>
            <a:spLocks noGrp="1"/>
          </p:cNvSpPr>
          <p:nvPr>
            <p:ph type="body" sz="quarter" idx="28"/>
          </p:nvPr>
        </p:nvSpPr>
        <p:spPr>
          <a:xfrm>
            <a:off x="609600" y="5396552"/>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Slide Number Placeholder 9"/>
          <p:cNvSpPr>
            <a:spLocks noGrp="1"/>
          </p:cNvSpPr>
          <p:nvPr>
            <p:ph type="sldNum" sz="quarter" idx="36"/>
          </p:nvPr>
        </p:nvSpPr>
        <p:spPr/>
        <p:txBody>
          <a:bodyPr/>
          <a:lstStyle>
            <a:lvl1pPr>
              <a:defRPr/>
            </a:lvl1pPr>
          </a:lstStyle>
          <a:p>
            <a:fld id="{19846C2F-D19C-FA45-A159-B087F18BCDE0}"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8787942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5" name="Line 105"/>
          <p:cNvSpPr>
            <a:spLocks noChangeShapeType="1"/>
          </p:cNvSpPr>
          <p:nvPr/>
        </p:nvSpPr>
        <p:spPr bwMode="gray">
          <a:xfrm>
            <a:off x="58928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16" name="Line 115"/>
          <p:cNvSpPr>
            <a:spLocks noChangeShapeType="1"/>
          </p:cNvSpPr>
          <p:nvPr userDrawn="1"/>
        </p:nvSpPr>
        <p:spPr bwMode="gray">
          <a:xfrm>
            <a:off x="30480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17" name="Line 118"/>
          <p:cNvSpPr>
            <a:spLocks noChangeShapeType="1"/>
          </p:cNvSpPr>
          <p:nvPr/>
        </p:nvSpPr>
        <p:spPr bwMode="gray">
          <a:xfrm>
            <a:off x="90043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grpSp>
        <p:nvGrpSpPr>
          <p:cNvPr id="18" name="Group 123"/>
          <p:cNvGrpSpPr>
            <a:grpSpLocks/>
          </p:cNvGrpSpPr>
          <p:nvPr userDrawn="1"/>
        </p:nvGrpSpPr>
        <p:grpSpPr bwMode="auto">
          <a:xfrm>
            <a:off x="611718" y="3478213"/>
            <a:ext cx="10358967" cy="182562"/>
            <a:chOff x="289" y="2191"/>
            <a:chExt cx="4894" cy="115"/>
          </a:xfrm>
        </p:grpSpPr>
        <p:grpSp>
          <p:nvGrpSpPr>
            <p:cNvPr id="19" name="Group 44"/>
            <p:cNvGrpSpPr>
              <a:grpSpLocks/>
            </p:cNvGrpSpPr>
            <p:nvPr/>
          </p:nvGrpSpPr>
          <p:grpSpPr bwMode="auto">
            <a:xfrm>
              <a:off x="289" y="2191"/>
              <a:ext cx="1470" cy="115"/>
              <a:chOff x="696" y="2508"/>
              <a:chExt cx="1470" cy="168"/>
            </a:xfrm>
          </p:grpSpPr>
          <p:sp>
            <p:nvSpPr>
              <p:cNvPr id="53"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4"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5"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6"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7"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8"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9"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0"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1"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2"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3"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4"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5"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20" name="Group 58"/>
            <p:cNvGrpSpPr>
              <a:grpSpLocks/>
            </p:cNvGrpSpPr>
            <p:nvPr/>
          </p:nvGrpSpPr>
          <p:grpSpPr bwMode="auto">
            <a:xfrm>
              <a:off x="1758" y="2191"/>
              <a:ext cx="1470" cy="115"/>
              <a:chOff x="696" y="2508"/>
              <a:chExt cx="1470" cy="168"/>
            </a:xfrm>
          </p:grpSpPr>
          <p:sp>
            <p:nvSpPr>
              <p:cNvPr id="40"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1"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2"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3"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4"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5"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6"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7"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8"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9"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0"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1"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2"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21" name="Group 72"/>
            <p:cNvGrpSpPr>
              <a:grpSpLocks/>
            </p:cNvGrpSpPr>
            <p:nvPr/>
          </p:nvGrpSpPr>
          <p:grpSpPr bwMode="auto">
            <a:xfrm>
              <a:off x="3227" y="2191"/>
              <a:ext cx="1470" cy="115"/>
              <a:chOff x="696" y="2508"/>
              <a:chExt cx="1470" cy="168"/>
            </a:xfrm>
          </p:grpSpPr>
          <p:sp>
            <p:nvSpPr>
              <p:cNvPr id="27"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8"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9"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0"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1"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2"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3"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4"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5"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6"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7"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8"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9"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22"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3"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4"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5"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6"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66" name="Line 125"/>
          <p:cNvSpPr>
            <a:spLocks noChangeShapeType="1"/>
          </p:cNvSpPr>
          <p:nvPr userDrawn="1"/>
        </p:nvSpPr>
        <p:spPr bwMode="gray">
          <a:xfrm>
            <a:off x="4572000" y="3651251"/>
            <a:ext cx="0" cy="175736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7" name="Line 4"/>
          <p:cNvSpPr>
            <a:spLocks noChangeShapeType="1"/>
          </p:cNvSpPr>
          <p:nvPr userDrawn="1"/>
        </p:nvSpPr>
        <p:spPr bwMode="gray">
          <a:xfrm>
            <a:off x="22352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8" name="Line 108"/>
          <p:cNvSpPr>
            <a:spLocks noChangeShapeType="1"/>
          </p:cNvSpPr>
          <p:nvPr userDrawn="1"/>
        </p:nvSpPr>
        <p:spPr bwMode="gray">
          <a:xfrm>
            <a:off x="74168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9" name="Line 111"/>
          <p:cNvSpPr>
            <a:spLocks noChangeShapeType="1"/>
          </p:cNvSpPr>
          <p:nvPr userDrawn="1"/>
        </p:nvSpPr>
        <p:spPr bwMode="gray">
          <a:xfrm>
            <a:off x="102616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70" name="Line 139"/>
          <p:cNvSpPr>
            <a:spLocks noChangeShapeType="1"/>
          </p:cNvSpPr>
          <p:nvPr userDrawn="1"/>
        </p:nvSpPr>
        <p:spPr bwMode="gray">
          <a:xfrm>
            <a:off x="4375151" y="2074863"/>
            <a:ext cx="0" cy="14144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71" name="AutoShape 3"/>
          <p:cNvSpPr>
            <a:spLocks noChangeArrowheads="1"/>
          </p:cNvSpPr>
          <p:nvPr userDrawn="1"/>
        </p:nvSpPr>
        <p:spPr bwMode="gray">
          <a:xfrm>
            <a:off x="603251" y="3413125"/>
            <a:ext cx="10985500" cy="311150"/>
          </a:xfrm>
          <a:prstGeom prst="rightArrow">
            <a:avLst>
              <a:gd name="adj1" fmla="val 52037"/>
              <a:gd name="adj2" fmla="val 96479"/>
            </a:avLst>
          </a:prstGeom>
          <a:solidFill>
            <a:srgbClr val="808080"/>
          </a:solidFill>
          <a:ln>
            <a:noFill/>
          </a:ln>
          <a:extLs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tIns="91440" bIns="91440" anchor="ctr"/>
          <a:lstStyle>
            <a:lvl1pPr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1pPr>
            <a:lvl2pPr marL="742950" indent="-28575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2pPr>
            <a:lvl3pPr marL="11430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3pPr>
            <a:lvl4pPr marL="16002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4pPr>
            <a:lvl5pPr marL="20574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9pPr>
          </a:lstStyle>
          <a:p>
            <a:pPr eaLnBrk="1" hangingPunct="1"/>
            <a:endParaRPr lang="nl-NL" altLang="en-US" sz="1000" b="1">
              <a:solidFill>
                <a:srgbClr val="4D4D4D"/>
              </a:solidFill>
              <a:latin typeface="Arial" charset="0"/>
            </a:endParaRPr>
          </a:p>
        </p:txBody>
      </p:sp>
      <p:grpSp>
        <p:nvGrpSpPr>
          <p:cNvPr id="72" name="Group 123"/>
          <p:cNvGrpSpPr>
            <a:grpSpLocks/>
          </p:cNvGrpSpPr>
          <p:nvPr userDrawn="1"/>
        </p:nvGrpSpPr>
        <p:grpSpPr bwMode="auto">
          <a:xfrm>
            <a:off x="814918" y="3460751"/>
            <a:ext cx="10358967" cy="182563"/>
            <a:chOff x="289" y="2191"/>
            <a:chExt cx="4894" cy="115"/>
          </a:xfrm>
        </p:grpSpPr>
        <p:grpSp>
          <p:nvGrpSpPr>
            <p:cNvPr id="73" name="Group 44"/>
            <p:cNvGrpSpPr>
              <a:grpSpLocks/>
            </p:cNvGrpSpPr>
            <p:nvPr/>
          </p:nvGrpSpPr>
          <p:grpSpPr bwMode="auto">
            <a:xfrm>
              <a:off x="289" y="2191"/>
              <a:ext cx="1470" cy="115"/>
              <a:chOff x="696" y="2508"/>
              <a:chExt cx="1470" cy="168"/>
            </a:xfrm>
          </p:grpSpPr>
          <p:sp>
            <p:nvSpPr>
              <p:cNvPr id="107"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8"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9"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0"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1"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2"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3"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4"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5"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6"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7"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8"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9"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74" name="Group 58"/>
            <p:cNvGrpSpPr>
              <a:grpSpLocks/>
            </p:cNvGrpSpPr>
            <p:nvPr/>
          </p:nvGrpSpPr>
          <p:grpSpPr bwMode="auto">
            <a:xfrm>
              <a:off x="1758" y="2191"/>
              <a:ext cx="1470" cy="115"/>
              <a:chOff x="696" y="2508"/>
              <a:chExt cx="1470" cy="168"/>
            </a:xfrm>
          </p:grpSpPr>
          <p:sp>
            <p:nvSpPr>
              <p:cNvPr id="94"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5"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6"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7"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8"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9"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0"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1"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2"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3"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4"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5"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6"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75" name="Group 72"/>
            <p:cNvGrpSpPr>
              <a:grpSpLocks/>
            </p:cNvGrpSpPr>
            <p:nvPr/>
          </p:nvGrpSpPr>
          <p:grpSpPr bwMode="auto">
            <a:xfrm>
              <a:off x="3227" y="2191"/>
              <a:ext cx="1470" cy="115"/>
              <a:chOff x="696" y="2508"/>
              <a:chExt cx="1470" cy="168"/>
            </a:xfrm>
          </p:grpSpPr>
          <p:sp>
            <p:nvSpPr>
              <p:cNvPr id="81"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2"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3"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4"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5"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6"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7"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8"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9"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0"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1"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2"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3"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76"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7"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8"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9"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0"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248" name="Text Placeholder 246"/>
          <p:cNvSpPr>
            <a:spLocks noGrp="1"/>
          </p:cNvSpPr>
          <p:nvPr>
            <p:ph type="body" sz="quarter" idx="11"/>
          </p:nvPr>
        </p:nvSpPr>
        <p:spPr>
          <a:xfrm>
            <a:off x="3381155" y="12954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3" name="Text Placeholder 142"/>
          <p:cNvSpPr>
            <a:spLocks noGrp="1"/>
          </p:cNvSpPr>
          <p:nvPr>
            <p:ph type="body" sz="quarter" idx="19"/>
          </p:nvPr>
        </p:nvSpPr>
        <p:spPr>
          <a:xfrm>
            <a:off x="142240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4" name="Text Placeholder 142"/>
          <p:cNvSpPr>
            <a:spLocks noGrp="1"/>
          </p:cNvSpPr>
          <p:nvPr>
            <p:ph type="body" sz="quarter" idx="20"/>
          </p:nvPr>
        </p:nvSpPr>
        <p:spPr>
          <a:xfrm>
            <a:off x="477520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6" name="Text Placeholder 142"/>
          <p:cNvSpPr>
            <a:spLocks noGrp="1"/>
          </p:cNvSpPr>
          <p:nvPr>
            <p:ph type="body" sz="quarter" idx="21"/>
          </p:nvPr>
        </p:nvSpPr>
        <p:spPr>
          <a:xfrm>
            <a:off x="707136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7" name="Text Placeholder 142"/>
          <p:cNvSpPr>
            <a:spLocks noGrp="1"/>
          </p:cNvSpPr>
          <p:nvPr>
            <p:ph type="body" sz="quarter" idx="22"/>
          </p:nvPr>
        </p:nvSpPr>
        <p:spPr>
          <a:xfrm>
            <a:off x="963168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2" name="Text Placeholder 246"/>
          <p:cNvSpPr>
            <a:spLocks noGrp="1"/>
          </p:cNvSpPr>
          <p:nvPr>
            <p:ph type="body" sz="quarter" idx="23"/>
          </p:nvPr>
        </p:nvSpPr>
        <p:spPr>
          <a:xfrm>
            <a:off x="12192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8" name="Text Placeholder 246"/>
          <p:cNvSpPr>
            <a:spLocks noGrp="1"/>
          </p:cNvSpPr>
          <p:nvPr>
            <p:ph type="body" sz="quarter" idx="24"/>
          </p:nvPr>
        </p:nvSpPr>
        <p:spPr>
          <a:xfrm>
            <a:off x="92456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9" name="Text Placeholder 246"/>
          <p:cNvSpPr>
            <a:spLocks noGrp="1"/>
          </p:cNvSpPr>
          <p:nvPr>
            <p:ph type="body" sz="quarter" idx="25"/>
          </p:nvPr>
        </p:nvSpPr>
        <p:spPr>
          <a:xfrm>
            <a:off x="20320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0" name="Text Placeholder 246"/>
          <p:cNvSpPr>
            <a:spLocks noGrp="1"/>
          </p:cNvSpPr>
          <p:nvPr>
            <p:ph type="body" sz="quarter" idx="26"/>
          </p:nvPr>
        </p:nvSpPr>
        <p:spPr>
          <a:xfrm>
            <a:off x="64008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1" name="Text Placeholder 246"/>
          <p:cNvSpPr>
            <a:spLocks noGrp="1"/>
          </p:cNvSpPr>
          <p:nvPr>
            <p:ph type="body" sz="quarter" idx="27"/>
          </p:nvPr>
        </p:nvSpPr>
        <p:spPr>
          <a:xfrm>
            <a:off x="3556000" y="5181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2" name="Text Placeholder 246"/>
          <p:cNvSpPr>
            <a:spLocks noGrp="1"/>
          </p:cNvSpPr>
          <p:nvPr>
            <p:ph type="body" sz="quarter" idx="28"/>
          </p:nvPr>
        </p:nvSpPr>
        <p:spPr>
          <a:xfrm>
            <a:off x="79883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3" name="Text Placeholder 246"/>
          <p:cNvSpPr>
            <a:spLocks noGrp="1"/>
          </p:cNvSpPr>
          <p:nvPr>
            <p:ph type="body" sz="quarter" idx="29"/>
          </p:nvPr>
        </p:nvSpPr>
        <p:spPr>
          <a:xfrm>
            <a:off x="48768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20" name="Slide Number Placeholder 9"/>
          <p:cNvSpPr>
            <a:spLocks noGrp="1"/>
          </p:cNvSpPr>
          <p:nvPr>
            <p:ph type="sldNum" sz="quarter" idx="30"/>
          </p:nvPr>
        </p:nvSpPr>
        <p:spPr/>
        <p:txBody>
          <a:bodyPr/>
          <a:lstStyle>
            <a:lvl1pPr>
              <a:defRPr/>
            </a:lvl1pPr>
          </a:lstStyle>
          <a:p>
            <a:fld id="{132B4441-E44F-854A-A9C3-46F08E0FCFC7}" type="slidenum">
              <a:rPr lang="en-US" altLang="en-US"/>
              <a:pPr/>
              <a:t>‹#›</a:t>
            </a:fld>
            <a:endParaRPr lang="en-US" altLang="en-US"/>
          </a:p>
        </p:txBody>
      </p:sp>
      <p:sp>
        <p:nvSpPr>
          <p:cNvPr id="121" name="Footer Placeholder 133"/>
          <p:cNvSpPr>
            <a:spLocks noGrp="1"/>
          </p:cNvSpPr>
          <p:nvPr>
            <p:ph type="ftr" sz="quarter" idx="31"/>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3170367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 TOC">
    <p:spTree>
      <p:nvGrpSpPr>
        <p:cNvPr id="1" name=""/>
        <p:cNvGrpSpPr/>
        <p:nvPr/>
      </p:nvGrpSpPr>
      <p:grpSpPr>
        <a:xfrm>
          <a:off x="0" y="0"/>
          <a:ext cx="0" cy="0"/>
          <a:chOff x="0" y="0"/>
          <a:chExt cx="0" cy="0"/>
        </a:xfrm>
      </p:grpSpPr>
      <p:sp>
        <p:nvSpPr>
          <p:cNvPr id="28" name="Text Placeholder 27"/>
          <p:cNvSpPr>
            <a:spLocks noGrp="1"/>
          </p:cNvSpPr>
          <p:nvPr>
            <p:ph type="body" sz="quarter" idx="21"/>
          </p:nvPr>
        </p:nvSpPr>
        <p:spPr>
          <a:xfrm>
            <a:off x="1219201" y="1295400"/>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0" name="Text Placeholder 27"/>
          <p:cNvSpPr>
            <a:spLocks noGrp="1"/>
          </p:cNvSpPr>
          <p:nvPr>
            <p:ph type="body" sz="quarter" idx="22"/>
          </p:nvPr>
        </p:nvSpPr>
        <p:spPr>
          <a:xfrm>
            <a:off x="1219201" y="1800013"/>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1" name="Text Placeholder 27"/>
          <p:cNvSpPr>
            <a:spLocks noGrp="1"/>
          </p:cNvSpPr>
          <p:nvPr>
            <p:ph type="body" sz="quarter" idx="23"/>
          </p:nvPr>
        </p:nvSpPr>
        <p:spPr>
          <a:xfrm>
            <a:off x="1219201" y="2304626"/>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2" name="Text Placeholder 27"/>
          <p:cNvSpPr>
            <a:spLocks noGrp="1"/>
          </p:cNvSpPr>
          <p:nvPr>
            <p:ph type="body" sz="quarter" idx="24"/>
          </p:nvPr>
        </p:nvSpPr>
        <p:spPr>
          <a:xfrm>
            <a:off x="1219201" y="2809239"/>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3" name="Text Placeholder 27"/>
          <p:cNvSpPr>
            <a:spLocks noGrp="1"/>
          </p:cNvSpPr>
          <p:nvPr>
            <p:ph type="body" sz="quarter" idx="25"/>
          </p:nvPr>
        </p:nvSpPr>
        <p:spPr>
          <a:xfrm>
            <a:off x="1219201" y="3313852"/>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4" name="Text Placeholder 27"/>
          <p:cNvSpPr>
            <a:spLocks noGrp="1"/>
          </p:cNvSpPr>
          <p:nvPr>
            <p:ph type="body" sz="quarter" idx="26"/>
          </p:nvPr>
        </p:nvSpPr>
        <p:spPr>
          <a:xfrm>
            <a:off x="1219201" y="3818465"/>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5" name="Text Placeholder 27"/>
          <p:cNvSpPr>
            <a:spLocks noGrp="1"/>
          </p:cNvSpPr>
          <p:nvPr>
            <p:ph type="body" sz="quarter" idx="27"/>
          </p:nvPr>
        </p:nvSpPr>
        <p:spPr>
          <a:xfrm>
            <a:off x="1219201" y="4323078"/>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6" name="Text Placeholder 27"/>
          <p:cNvSpPr>
            <a:spLocks noGrp="1"/>
          </p:cNvSpPr>
          <p:nvPr>
            <p:ph type="body" sz="quarter" idx="28"/>
          </p:nvPr>
        </p:nvSpPr>
        <p:spPr>
          <a:xfrm>
            <a:off x="1219201" y="4827691"/>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23" name="Text Placeholder 22"/>
          <p:cNvSpPr>
            <a:spLocks noGrp="1"/>
          </p:cNvSpPr>
          <p:nvPr>
            <p:ph type="body" sz="quarter" idx="29"/>
          </p:nvPr>
        </p:nvSpPr>
        <p:spPr>
          <a:xfrm>
            <a:off x="609600" y="1295400"/>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4" name="Text Placeholder 22"/>
          <p:cNvSpPr>
            <a:spLocks noGrp="1"/>
          </p:cNvSpPr>
          <p:nvPr>
            <p:ph type="body" sz="quarter" idx="30"/>
          </p:nvPr>
        </p:nvSpPr>
        <p:spPr>
          <a:xfrm>
            <a:off x="609600" y="1800013"/>
            <a:ext cx="609600" cy="411480"/>
          </a:xfrm>
          <a:prstGeom prst="rect">
            <a:avLst/>
          </a:prstGeom>
          <a:solidFill>
            <a:srgbClr val="B01C2E"/>
          </a:solidFill>
          <a:ln>
            <a:solidFill>
              <a:srgbClr val="999999"/>
            </a:solidFill>
          </a:ln>
        </p:spPr>
        <p:txBody>
          <a:bodyPr anchor="ct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400" b="1">
                <a:solidFill>
                  <a:srgbClr val="FFFFFF"/>
                </a:solidFill>
              </a:defRPr>
            </a:lvl1pPr>
          </a:lstStyle>
          <a:p>
            <a:pPr lvl="0"/>
            <a:r>
              <a:rPr lang="en-US"/>
              <a:t>Click to edit Master text styles</a:t>
            </a:r>
          </a:p>
        </p:txBody>
      </p:sp>
      <p:sp>
        <p:nvSpPr>
          <p:cNvPr id="27" name="Text Placeholder 22"/>
          <p:cNvSpPr>
            <a:spLocks noGrp="1"/>
          </p:cNvSpPr>
          <p:nvPr>
            <p:ph type="body" sz="quarter" idx="31"/>
          </p:nvPr>
        </p:nvSpPr>
        <p:spPr>
          <a:xfrm>
            <a:off x="609600" y="2304626"/>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9" name="Text Placeholder 22"/>
          <p:cNvSpPr>
            <a:spLocks noGrp="1"/>
          </p:cNvSpPr>
          <p:nvPr>
            <p:ph type="body" sz="quarter" idx="32"/>
          </p:nvPr>
        </p:nvSpPr>
        <p:spPr>
          <a:xfrm>
            <a:off x="609600" y="2809239"/>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7" name="Text Placeholder 22"/>
          <p:cNvSpPr>
            <a:spLocks noGrp="1"/>
          </p:cNvSpPr>
          <p:nvPr>
            <p:ph type="body" sz="quarter" idx="33"/>
          </p:nvPr>
        </p:nvSpPr>
        <p:spPr>
          <a:xfrm>
            <a:off x="609600" y="3313852"/>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8" name="Text Placeholder 22"/>
          <p:cNvSpPr>
            <a:spLocks noGrp="1"/>
          </p:cNvSpPr>
          <p:nvPr>
            <p:ph type="body" sz="quarter" idx="34"/>
          </p:nvPr>
        </p:nvSpPr>
        <p:spPr>
          <a:xfrm>
            <a:off x="609600" y="3818465"/>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9" name="Text Placeholder 22"/>
          <p:cNvSpPr>
            <a:spLocks noGrp="1"/>
          </p:cNvSpPr>
          <p:nvPr>
            <p:ph type="body" sz="quarter" idx="35"/>
          </p:nvPr>
        </p:nvSpPr>
        <p:spPr>
          <a:xfrm>
            <a:off x="609600" y="4323078"/>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40" name="Text Placeholder 22"/>
          <p:cNvSpPr>
            <a:spLocks noGrp="1"/>
          </p:cNvSpPr>
          <p:nvPr>
            <p:ph type="body" sz="quarter" idx="36"/>
          </p:nvPr>
        </p:nvSpPr>
        <p:spPr>
          <a:xfrm>
            <a:off x="609600" y="4827691"/>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2" name="Text Placeholder 22"/>
          <p:cNvSpPr>
            <a:spLocks noGrp="1"/>
          </p:cNvSpPr>
          <p:nvPr>
            <p:ph type="body" sz="quarter" idx="37"/>
          </p:nvPr>
        </p:nvSpPr>
        <p:spPr>
          <a:xfrm>
            <a:off x="10972800" y="1295400"/>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25" name="Text Placeholder 22"/>
          <p:cNvSpPr>
            <a:spLocks noGrp="1"/>
          </p:cNvSpPr>
          <p:nvPr>
            <p:ph type="body" sz="quarter" idx="38"/>
          </p:nvPr>
        </p:nvSpPr>
        <p:spPr>
          <a:xfrm>
            <a:off x="10972800" y="1800013"/>
            <a:ext cx="609600" cy="411480"/>
          </a:xfrm>
          <a:prstGeom prst="rect">
            <a:avLst/>
          </a:prstGeom>
          <a:noFill/>
          <a:ln>
            <a:solidFill>
              <a:srgbClr val="C0C0C0"/>
            </a:solidFill>
          </a:ln>
        </p:spPr>
        <p:txBody>
          <a:bodyPr anchor="ct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200" b="1">
                <a:solidFill>
                  <a:schemeClr val="tx1"/>
                </a:solidFill>
              </a:defRPr>
            </a:lvl1pPr>
          </a:lstStyle>
          <a:p>
            <a:pPr lvl="0"/>
            <a:r>
              <a:rPr lang="en-US"/>
              <a:t>Click to edit Master text styles</a:t>
            </a:r>
          </a:p>
        </p:txBody>
      </p:sp>
      <p:sp>
        <p:nvSpPr>
          <p:cNvPr id="26" name="Text Placeholder 22"/>
          <p:cNvSpPr>
            <a:spLocks noGrp="1"/>
          </p:cNvSpPr>
          <p:nvPr>
            <p:ph type="body" sz="quarter" idx="39"/>
          </p:nvPr>
        </p:nvSpPr>
        <p:spPr>
          <a:xfrm>
            <a:off x="10972800" y="2304626"/>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1" name="Text Placeholder 22"/>
          <p:cNvSpPr>
            <a:spLocks noGrp="1"/>
          </p:cNvSpPr>
          <p:nvPr>
            <p:ph type="body" sz="quarter" idx="40"/>
          </p:nvPr>
        </p:nvSpPr>
        <p:spPr>
          <a:xfrm>
            <a:off x="10972800" y="2809239"/>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2" name="Text Placeholder 22"/>
          <p:cNvSpPr>
            <a:spLocks noGrp="1"/>
          </p:cNvSpPr>
          <p:nvPr>
            <p:ph type="body" sz="quarter" idx="41"/>
          </p:nvPr>
        </p:nvSpPr>
        <p:spPr>
          <a:xfrm>
            <a:off x="10972800" y="3313852"/>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3" name="Text Placeholder 22"/>
          <p:cNvSpPr>
            <a:spLocks noGrp="1"/>
          </p:cNvSpPr>
          <p:nvPr>
            <p:ph type="body" sz="quarter" idx="42"/>
          </p:nvPr>
        </p:nvSpPr>
        <p:spPr>
          <a:xfrm>
            <a:off x="10972800" y="3818465"/>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4" name="Text Placeholder 22"/>
          <p:cNvSpPr>
            <a:spLocks noGrp="1"/>
          </p:cNvSpPr>
          <p:nvPr>
            <p:ph type="body" sz="quarter" idx="43"/>
          </p:nvPr>
        </p:nvSpPr>
        <p:spPr>
          <a:xfrm>
            <a:off x="10972800" y="4323078"/>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5" name="Text Placeholder 22"/>
          <p:cNvSpPr>
            <a:spLocks noGrp="1"/>
          </p:cNvSpPr>
          <p:nvPr>
            <p:ph type="body" sz="quarter" idx="44"/>
          </p:nvPr>
        </p:nvSpPr>
        <p:spPr>
          <a:xfrm>
            <a:off x="10972800" y="4827691"/>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6" name="Text Placeholder 27"/>
          <p:cNvSpPr>
            <a:spLocks noGrp="1"/>
          </p:cNvSpPr>
          <p:nvPr>
            <p:ph type="body" sz="quarter" idx="45"/>
          </p:nvPr>
        </p:nvSpPr>
        <p:spPr>
          <a:xfrm>
            <a:off x="1215702" y="5332304"/>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47" name="Text Placeholder 22"/>
          <p:cNvSpPr>
            <a:spLocks noGrp="1"/>
          </p:cNvSpPr>
          <p:nvPr>
            <p:ph type="body" sz="quarter" idx="46"/>
          </p:nvPr>
        </p:nvSpPr>
        <p:spPr>
          <a:xfrm>
            <a:off x="606100" y="5332304"/>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48" name="Text Placeholder 22"/>
          <p:cNvSpPr>
            <a:spLocks noGrp="1"/>
          </p:cNvSpPr>
          <p:nvPr>
            <p:ph type="body" sz="quarter" idx="47"/>
          </p:nvPr>
        </p:nvSpPr>
        <p:spPr>
          <a:xfrm>
            <a:off x="10969300" y="5332304"/>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9" name="Text Placeholder 27"/>
          <p:cNvSpPr>
            <a:spLocks noGrp="1"/>
          </p:cNvSpPr>
          <p:nvPr>
            <p:ph type="body" sz="quarter" idx="48"/>
          </p:nvPr>
        </p:nvSpPr>
        <p:spPr>
          <a:xfrm>
            <a:off x="1215702" y="5836920"/>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50" name="Text Placeholder 22"/>
          <p:cNvSpPr>
            <a:spLocks noGrp="1"/>
          </p:cNvSpPr>
          <p:nvPr>
            <p:ph type="body" sz="quarter" idx="49"/>
          </p:nvPr>
        </p:nvSpPr>
        <p:spPr>
          <a:xfrm>
            <a:off x="606100" y="5836920"/>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51" name="Text Placeholder 22"/>
          <p:cNvSpPr>
            <a:spLocks noGrp="1"/>
          </p:cNvSpPr>
          <p:nvPr>
            <p:ph type="body" sz="quarter" idx="50"/>
          </p:nvPr>
        </p:nvSpPr>
        <p:spPr>
          <a:xfrm>
            <a:off x="10969300" y="5836920"/>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52" name="Slide Number Placeholder 9"/>
          <p:cNvSpPr>
            <a:spLocks noGrp="1"/>
          </p:cNvSpPr>
          <p:nvPr>
            <p:ph type="sldNum" sz="quarter" idx="51"/>
          </p:nvPr>
        </p:nvSpPr>
        <p:spPr/>
        <p:txBody>
          <a:bodyPr/>
          <a:lstStyle>
            <a:lvl1pPr>
              <a:defRPr/>
            </a:lvl1pPr>
          </a:lstStyle>
          <a:p>
            <a:fld id="{4A9EBD57-3091-C548-9F5E-83F63CC3338F}" type="slidenum">
              <a:rPr lang="en-US" altLang="en-US"/>
              <a:pPr/>
              <a:t>‹#›</a:t>
            </a:fld>
            <a:endParaRPr lang="en-US" altLang="en-US"/>
          </a:p>
        </p:txBody>
      </p:sp>
      <p:sp>
        <p:nvSpPr>
          <p:cNvPr id="53" name="Footer Placeholder 12"/>
          <p:cNvSpPr>
            <a:spLocks noGrp="1"/>
          </p:cNvSpPr>
          <p:nvPr>
            <p:ph type="ftr" sz="quarter" idx="52"/>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4455457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Blocks - Major and Sub Points">
    <p:spTree>
      <p:nvGrpSpPr>
        <p:cNvPr id="1" name=""/>
        <p:cNvGrpSpPr/>
        <p:nvPr/>
      </p:nvGrpSpPr>
      <p:grpSpPr>
        <a:xfrm>
          <a:off x="0" y="0"/>
          <a:ext cx="0" cy="0"/>
          <a:chOff x="0" y="0"/>
          <a:chExt cx="0" cy="0"/>
        </a:xfrm>
      </p:grpSpPr>
      <p:sp>
        <p:nvSpPr>
          <p:cNvPr id="16" name="Text Placeholder 15"/>
          <p:cNvSpPr>
            <a:spLocks noGrp="1"/>
          </p:cNvSpPr>
          <p:nvPr>
            <p:ph type="body" sz="quarter" idx="21"/>
          </p:nvPr>
        </p:nvSpPr>
        <p:spPr>
          <a:xfrm>
            <a:off x="609600" y="1335024"/>
            <a:ext cx="1828800" cy="2322576"/>
          </a:xfrm>
          <a:prstGeom prst="rect">
            <a:avLst/>
          </a:prstGeom>
          <a:solidFill>
            <a:srgbClr val="B01C2E"/>
          </a:solidFill>
        </p:spPr>
        <p:txBody>
          <a:bodyPr anchor="ctr"/>
          <a:lstStyle>
            <a:lvl1pPr marL="0" indent="0">
              <a:buNone/>
              <a:defRPr sz="1200" b="1">
                <a:solidFill>
                  <a:schemeClr val="bg1"/>
                </a:solidFill>
              </a:defRPr>
            </a:lvl1pPr>
          </a:lstStyle>
          <a:p>
            <a:pPr lvl="0"/>
            <a:r>
              <a:rPr lang="en-US"/>
              <a:t>Click to edit Master text styles</a:t>
            </a:r>
          </a:p>
        </p:txBody>
      </p:sp>
      <p:sp>
        <p:nvSpPr>
          <p:cNvPr id="17" name="Text Placeholder 15"/>
          <p:cNvSpPr>
            <a:spLocks noGrp="1"/>
          </p:cNvSpPr>
          <p:nvPr>
            <p:ph type="body" sz="quarter" idx="22"/>
          </p:nvPr>
        </p:nvSpPr>
        <p:spPr>
          <a:xfrm>
            <a:off x="609600" y="3744363"/>
            <a:ext cx="1828800" cy="2322576"/>
          </a:xfrm>
          <a:prstGeom prst="rect">
            <a:avLst/>
          </a:prstGeom>
          <a:solidFill>
            <a:srgbClr val="B01C2E"/>
          </a:solidFill>
        </p:spPr>
        <p:txBody>
          <a:bodyPr anchor="ctr"/>
          <a:lstStyle>
            <a:lvl1pPr marL="0" indent="0">
              <a:buNone/>
              <a:defRPr sz="1200" b="1">
                <a:solidFill>
                  <a:schemeClr val="bg1"/>
                </a:solidFill>
              </a:defRPr>
            </a:lvl1pPr>
          </a:lstStyle>
          <a:p>
            <a:pPr lvl="0"/>
            <a:r>
              <a:rPr lang="en-US"/>
              <a:t>Click to edit Master text styles</a:t>
            </a:r>
          </a:p>
        </p:txBody>
      </p:sp>
      <p:sp>
        <p:nvSpPr>
          <p:cNvPr id="18" name="Text Placeholder 15"/>
          <p:cNvSpPr>
            <a:spLocks noGrp="1"/>
          </p:cNvSpPr>
          <p:nvPr>
            <p:ph type="body" sz="quarter" idx="23"/>
          </p:nvPr>
        </p:nvSpPr>
        <p:spPr>
          <a:xfrm>
            <a:off x="2540000" y="1348565"/>
            <a:ext cx="1219200" cy="7772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19" name="Text Placeholder 15"/>
          <p:cNvSpPr>
            <a:spLocks noGrp="1"/>
          </p:cNvSpPr>
          <p:nvPr>
            <p:ph type="body" sz="quarter" idx="24"/>
          </p:nvPr>
        </p:nvSpPr>
        <p:spPr>
          <a:xfrm>
            <a:off x="2540000" y="3763963"/>
            <a:ext cx="1219200" cy="7772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20" name="Text Placeholder 15"/>
          <p:cNvSpPr>
            <a:spLocks noGrp="1"/>
          </p:cNvSpPr>
          <p:nvPr>
            <p:ph type="body" sz="quarter" idx="25"/>
          </p:nvPr>
        </p:nvSpPr>
        <p:spPr>
          <a:xfrm>
            <a:off x="2540000" y="2199167"/>
            <a:ext cx="1219200" cy="14630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21" name="Text Placeholder 15"/>
          <p:cNvSpPr>
            <a:spLocks noGrp="1"/>
          </p:cNvSpPr>
          <p:nvPr>
            <p:ph type="body" sz="quarter" idx="26"/>
          </p:nvPr>
        </p:nvSpPr>
        <p:spPr>
          <a:xfrm>
            <a:off x="2540000" y="4619625"/>
            <a:ext cx="1219200" cy="14630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3759200" y="1348565"/>
            <a:ext cx="7827264" cy="7772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2" name="Text Placeholder 5"/>
          <p:cNvSpPr>
            <a:spLocks noGrp="1"/>
          </p:cNvSpPr>
          <p:nvPr>
            <p:ph type="body" sz="quarter" idx="32"/>
          </p:nvPr>
        </p:nvSpPr>
        <p:spPr>
          <a:xfrm>
            <a:off x="3759200" y="3763963"/>
            <a:ext cx="7827264" cy="7772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6" name="Text Placeholder 5"/>
          <p:cNvSpPr>
            <a:spLocks noGrp="1"/>
          </p:cNvSpPr>
          <p:nvPr>
            <p:ph type="body" sz="quarter" idx="33"/>
          </p:nvPr>
        </p:nvSpPr>
        <p:spPr>
          <a:xfrm>
            <a:off x="3759200" y="2199167"/>
            <a:ext cx="7827264" cy="14630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8" name="Text Placeholder 5"/>
          <p:cNvSpPr>
            <a:spLocks noGrp="1"/>
          </p:cNvSpPr>
          <p:nvPr>
            <p:ph type="body" sz="quarter" idx="34"/>
          </p:nvPr>
        </p:nvSpPr>
        <p:spPr>
          <a:xfrm>
            <a:off x="3759200" y="4619625"/>
            <a:ext cx="7827264" cy="14630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3" name="Slide Number Placeholder 9"/>
          <p:cNvSpPr>
            <a:spLocks noGrp="1"/>
          </p:cNvSpPr>
          <p:nvPr>
            <p:ph type="sldNum" sz="quarter" idx="35"/>
          </p:nvPr>
        </p:nvSpPr>
        <p:spPr/>
        <p:txBody>
          <a:bodyPr/>
          <a:lstStyle>
            <a:lvl1pPr>
              <a:defRPr/>
            </a:lvl1pPr>
          </a:lstStyle>
          <a:p>
            <a:fld id="{1622A13A-1CFD-CA4E-A8DD-C641C07281EA}" type="slidenum">
              <a:rPr lang="en-US" altLang="en-US"/>
              <a:pPr/>
              <a:t>‹#›</a:t>
            </a:fld>
            <a:endParaRPr lang="en-US" altLang="en-US"/>
          </a:p>
        </p:txBody>
      </p:sp>
      <p:sp>
        <p:nvSpPr>
          <p:cNvPr id="23" name="Footer Placeholder 12"/>
          <p:cNvSpPr>
            <a:spLocks noGrp="1"/>
          </p:cNvSpPr>
          <p:nvPr>
            <p:ph type="ftr" sz="quarter" idx="36"/>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7444763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sequences Vertical 2">
    <p:spTree>
      <p:nvGrpSpPr>
        <p:cNvPr id="1" name=""/>
        <p:cNvGrpSpPr/>
        <p:nvPr/>
      </p:nvGrpSpPr>
      <p:grpSpPr>
        <a:xfrm>
          <a:off x="0" y="0"/>
          <a:ext cx="0" cy="0"/>
          <a:chOff x="0" y="0"/>
          <a:chExt cx="0" cy="0"/>
        </a:xfrm>
      </p:grpSpPr>
      <p:sp>
        <p:nvSpPr>
          <p:cNvPr id="7" name="Freeform 4"/>
          <p:cNvSpPr>
            <a:spLocks/>
          </p:cNvSpPr>
          <p:nvPr userDrawn="1"/>
        </p:nvSpPr>
        <p:spPr bwMode="auto">
          <a:xfrm>
            <a:off x="6195484"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82880" tIns="365760" rIns="182880" bIns="182880"/>
          <a:lstStyle/>
          <a:p>
            <a:endParaRPr lang="en-US" sz="1800"/>
          </a:p>
        </p:txBody>
      </p:sp>
      <p:sp>
        <p:nvSpPr>
          <p:cNvPr id="8" name="Freeform 4"/>
          <p:cNvSpPr>
            <a:spLocks/>
          </p:cNvSpPr>
          <p:nvPr userDrawn="1"/>
        </p:nvSpPr>
        <p:spPr bwMode="auto">
          <a:xfrm>
            <a:off x="1003300"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82880" tIns="365760" rIns="182880" bIns="182880"/>
          <a:lstStyle/>
          <a:p>
            <a:endParaRPr lang="en-US" sz="1800"/>
          </a:p>
        </p:txBody>
      </p:sp>
      <p:sp>
        <p:nvSpPr>
          <p:cNvPr id="9" name="Text Placeholder 8"/>
          <p:cNvSpPr>
            <a:spLocks noGrp="1"/>
          </p:cNvSpPr>
          <p:nvPr>
            <p:ph type="body" sz="quarter" idx="21"/>
          </p:nvPr>
        </p:nvSpPr>
        <p:spPr>
          <a:xfrm rot="5400000">
            <a:off x="3122762" y="-699446"/>
            <a:ext cx="636898" cy="4876800"/>
          </a:xfrm>
          <a:prstGeom prst="homePlate">
            <a:avLst>
              <a:gd name="adj" fmla="val 35000"/>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2" name="Text Placeholder 8"/>
          <p:cNvSpPr>
            <a:spLocks noGrp="1"/>
          </p:cNvSpPr>
          <p:nvPr>
            <p:ph type="body" sz="quarter" idx="25"/>
          </p:nvPr>
        </p:nvSpPr>
        <p:spPr>
          <a:xfrm rot="5400000">
            <a:off x="8315844" y="-699446"/>
            <a:ext cx="636898" cy="4876800"/>
          </a:xfrm>
          <a:prstGeom prst="homePlate">
            <a:avLst>
              <a:gd name="adj" fmla="val 35000"/>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Text Placeholder 5"/>
          <p:cNvSpPr>
            <a:spLocks noGrp="1"/>
          </p:cNvSpPr>
          <p:nvPr>
            <p:ph type="body" sz="quarter" idx="31"/>
          </p:nvPr>
        </p:nvSpPr>
        <p:spPr>
          <a:xfrm>
            <a:off x="1002811" y="2282953"/>
            <a:ext cx="4876800" cy="3813048"/>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5" name="Text Placeholder 5"/>
          <p:cNvSpPr>
            <a:spLocks noGrp="1"/>
          </p:cNvSpPr>
          <p:nvPr>
            <p:ph type="body" sz="quarter" idx="32"/>
          </p:nvPr>
        </p:nvSpPr>
        <p:spPr>
          <a:xfrm>
            <a:off x="6195893" y="2282953"/>
            <a:ext cx="4876800" cy="3813048"/>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vl6pPr marL="1143000">
              <a:buClr>
                <a:srgbClr val="B01C2E"/>
              </a:buClr>
              <a:buFont typeface="Arial" pitchFamily="34" charset="0"/>
              <a:buChar char="–"/>
              <a:defRPr sz="1200"/>
            </a:lvl6pPr>
          </a:lstStyle>
          <a:p>
            <a:pPr lvl="0"/>
            <a:r>
              <a:rPr lang="en-US"/>
              <a:t>Click to edit Master text styles</a:t>
            </a:r>
          </a:p>
        </p:txBody>
      </p:sp>
      <p:sp>
        <p:nvSpPr>
          <p:cNvPr id="11" name="Slide Number Placeholder 9"/>
          <p:cNvSpPr>
            <a:spLocks noGrp="1"/>
          </p:cNvSpPr>
          <p:nvPr>
            <p:ph type="sldNum" sz="quarter" idx="33"/>
          </p:nvPr>
        </p:nvSpPr>
        <p:spPr/>
        <p:txBody>
          <a:bodyPr/>
          <a:lstStyle>
            <a:lvl1pPr>
              <a:defRPr/>
            </a:lvl1pPr>
          </a:lstStyle>
          <a:p>
            <a:fld id="{9B3A2EF8-18A0-3548-8284-3CDE95E84B95}" type="slidenum">
              <a:rPr lang="en-US" altLang="en-US"/>
              <a:pPr/>
              <a:t>‹#›</a:t>
            </a:fld>
            <a:endParaRPr lang="en-US" altLang="en-US"/>
          </a:p>
        </p:txBody>
      </p:sp>
      <p:sp>
        <p:nvSpPr>
          <p:cNvPr id="14" name="Footer Placeholder 10"/>
          <p:cNvSpPr>
            <a:spLocks noGrp="1"/>
          </p:cNvSpPr>
          <p:nvPr>
            <p:ph type="ftr" sz="quarter" idx="34"/>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3240263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sequences Vertical 4">
    <p:spTree>
      <p:nvGrpSpPr>
        <p:cNvPr id="1" name=""/>
        <p:cNvGrpSpPr/>
        <p:nvPr/>
      </p:nvGrpSpPr>
      <p:grpSpPr>
        <a:xfrm>
          <a:off x="0" y="0"/>
          <a:ext cx="0" cy="0"/>
          <a:chOff x="0" y="0"/>
          <a:chExt cx="0" cy="0"/>
        </a:xfrm>
      </p:grpSpPr>
      <p:sp>
        <p:nvSpPr>
          <p:cNvPr id="11" name="Freeform 4"/>
          <p:cNvSpPr>
            <a:spLocks/>
          </p:cNvSpPr>
          <p:nvPr userDrawn="1"/>
        </p:nvSpPr>
        <p:spPr bwMode="auto">
          <a:xfrm>
            <a:off x="588434"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2" name="Freeform 4"/>
          <p:cNvSpPr>
            <a:spLocks/>
          </p:cNvSpPr>
          <p:nvPr userDrawn="1"/>
        </p:nvSpPr>
        <p:spPr bwMode="auto">
          <a:xfrm>
            <a:off x="3403600" y="1911351"/>
            <a:ext cx="2559051"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3" name="Freeform 4"/>
          <p:cNvSpPr>
            <a:spLocks/>
          </p:cNvSpPr>
          <p:nvPr userDrawn="1"/>
        </p:nvSpPr>
        <p:spPr bwMode="auto">
          <a:xfrm>
            <a:off x="6197601"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4" name="Freeform 4"/>
          <p:cNvSpPr>
            <a:spLocks/>
          </p:cNvSpPr>
          <p:nvPr userDrawn="1"/>
        </p:nvSpPr>
        <p:spPr bwMode="auto">
          <a:xfrm>
            <a:off x="9027585"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7" name="Text Placeholder 8"/>
          <p:cNvSpPr>
            <a:spLocks noGrp="1"/>
          </p:cNvSpPr>
          <p:nvPr>
            <p:ph type="body" sz="quarter" idx="21"/>
          </p:nvPr>
        </p:nvSpPr>
        <p:spPr>
          <a:xfrm rot="5400000">
            <a:off x="1563115"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2" name="Text Placeholder 8"/>
          <p:cNvSpPr>
            <a:spLocks noGrp="1"/>
          </p:cNvSpPr>
          <p:nvPr>
            <p:ph type="body" sz="quarter" idx="27"/>
          </p:nvPr>
        </p:nvSpPr>
        <p:spPr>
          <a:xfrm rot="5400000">
            <a:off x="4377013"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3" name="Text Placeholder 8"/>
          <p:cNvSpPr>
            <a:spLocks noGrp="1"/>
          </p:cNvSpPr>
          <p:nvPr>
            <p:ph type="body" sz="quarter" idx="28"/>
          </p:nvPr>
        </p:nvSpPr>
        <p:spPr>
          <a:xfrm rot="5400000">
            <a:off x="7171436"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4" name="Text Placeholder 8"/>
          <p:cNvSpPr>
            <a:spLocks noGrp="1"/>
          </p:cNvSpPr>
          <p:nvPr>
            <p:ph type="body" sz="quarter" idx="29"/>
          </p:nvPr>
        </p:nvSpPr>
        <p:spPr>
          <a:xfrm rot="5400000">
            <a:off x="10002267"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89279"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2"/>
          </p:nvPr>
        </p:nvSpPr>
        <p:spPr>
          <a:xfrm>
            <a:off x="3403177"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20" name="Text Placeholder 5"/>
          <p:cNvSpPr>
            <a:spLocks noGrp="1"/>
          </p:cNvSpPr>
          <p:nvPr>
            <p:ph type="body" sz="quarter" idx="33"/>
          </p:nvPr>
        </p:nvSpPr>
        <p:spPr>
          <a:xfrm>
            <a:off x="6197600"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25" name="Text Placeholder 5"/>
          <p:cNvSpPr>
            <a:spLocks noGrp="1"/>
          </p:cNvSpPr>
          <p:nvPr>
            <p:ph type="body" sz="quarter" idx="34"/>
          </p:nvPr>
        </p:nvSpPr>
        <p:spPr>
          <a:xfrm>
            <a:off x="9028431"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5" name="Slide Number Placeholder 9"/>
          <p:cNvSpPr>
            <a:spLocks noGrp="1"/>
          </p:cNvSpPr>
          <p:nvPr>
            <p:ph type="sldNum" sz="quarter" idx="35"/>
          </p:nvPr>
        </p:nvSpPr>
        <p:spPr/>
        <p:txBody>
          <a:bodyPr/>
          <a:lstStyle>
            <a:lvl1pPr>
              <a:defRPr/>
            </a:lvl1pPr>
          </a:lstStyle>
          <a:p>
            <a:fld id="{6D75ED15-758A-614E-A17B-56CD5E692F69}" type="slidenum">
              <a:rPr lang="en-US" altLang="en-US"/>
              <a:pPr/>
              <a:t>‹#›</a:t>
            </a:fld>
            <a:endParaRPr lang="en-US" altLang="en-US"/>
          </a:p>
        </p:txBody>
      </p:sp>
      <p:sp>
        <p:nvSpPr>
          <p:cNvPr id="21" name="Footer Placeholder 20"/>
          <p:cNvSpPr>
            <a:spLocks noGrp="1"/>
          </p:cNvSpPr>
          <p:nvPr>
            <p:ph type="ftr" sz="quarter" idx="36"/>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2525267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roject">
    <p:spTree>
      <p:nvGrpSpPr>
        <p:cNvPr id="1" name=""/>
        <p:cNvGrpSpPr/>
        <p:nvPr/>
      </p:nvGrpSpPr>
      <p:grpSpPr>
        <a:xfrm>
          <a:off x="0" y="0"/>
          <a:ext cx="0" cy="0"/>
          <a:chOff x="0" y="0"/>
          <a:chExt cx="0" cy="0"/>
        </a:xfrm>
      </p:grpSpPr>
      <p:sp>
        <p:nvSpPr>
          <p:cNvPr id="20" name="Text Placeholder 12"/>
          <p:cNvSpPr>
            <a:spLocks noGrp="1"/>
          </p:cNvSpPr>
          <p:nvPr>
            <p:ph type="body" sz="quarter" idx="12"/>
          </p:nvPr>
        </p:nvSpPr>
        <p:spPr>
          <a:xfrm>
            <a:off x="451104" y="1450181"/>
            <a:ext cx="3462528"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l">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11" name="Text Placeholder 13"/>
          <p:cNvSpPr>
            <a:spLocks noGrp="1"/>
          </p:cNvSpPr>
          <p:nvPr>
            <p:ph type="body" sz="quarter" idx="17"/>
          </p:nvPr>
        </p:nvSpPr>
        <p:spPr>
          <a:xfrm>
            <a:off x="4364739" y="1447805"/>
            <a:ext cx="3534833" cy="461963"/>
          </a:xfrm>
          <a:prstGeom prst="chevron">
            <a:avLst>
              <a:gd name="adj" fmla="val 34831"/>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2" name="Text Placeholder 13"/>
          <p:cNvSpPr>
            <a:spLocks noGrp="1"/>
          </p:cNvSpPr>
          <p:nvPr>
            <p:ph type="body" sz="quarter" idx="29"/>
          </p:nvPr>
        </p:nvSpPr>
        <p:spPr>
          <a:xfrm>
            <a:off x="8278372" y="1447805"/>
            <a:ext cx="3534833" cy="461963"/>
          </a:xfrm>
          <a:prstGeom prst="chevron">
            <a:avLst>
              <a:gd name="adj" fmla="val 34831"/>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Text Placeholder 5"/>
          <p:cNvSpPr>
            <a:spLocks noGrp="1"/>
          </p:cNvSpPr>
          <p:nvPr>
            <p:ph type="body" sz="quarter" idx="31"/>
          </p:nvPr>
        </p:nvSpPr>
        <p:spPr>
          <a:xfrm>
            <a:off x="4364736" y="2057400"/>
            <a:ext cx="3364992" cy="3108960"/>
          </a:xfrm>
          <a:prstGeom prst="rect">
            <a:avLst/>
          </a:prstGeom>
          <a:solidFill>
            <a:srgbClr val="FFFFFF"/>
          </a:solidFill>
          <a:ln>
            <a:solidFill>
              <a:srgbClr val="C0C0C0"/>
            </a:solid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8" name="Text Placeholder 5"/>
          <p:cNvSpPr>
            <a:spLocks noGrp="1"/>
          </p:cNvSpPr>
          <p:nvPr>
            <p:ph type="body" sz="quarter" idx="32"/>
          </p:nvPr>
        </p:nvSpPr>
        <p:spPr>
          <a:xfrm>
            <a:off x="8278368" y="2057400"/>
            <a:ext cx="3364992" cy="3108960"/>
          </a:xfrm>
          <a:prstGeom prst="rect">
            <a:avLst/>
          </a:prstGeom>
          <a:solidFill>
            <a:srgbClr val="FFFFFF"/>
          </a:solidFill>
          <a:ln>
            <a:solidFill>
              <a:srgbClr val="C0C0C0"/>
            </a:solid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3"/>
          </p:nvPr>
        </p:nvSpPr>
        <p:spPr>
          <a:xfrm>
            <a:off x="451104" y="2057402"/>
            <a:ext cx="3364992" cy="276999"/>
          </a:xfrm>
          <a:prstGeom prst="rect">
            <a:avLst/>
          </a:prstGeom>
          <a:solidFill>
            <a:srgbClr val="FFFFFF"/>
          </a:solidFill>
          <a:ln>
            <a:solidFill>
              <a:srgbClr val="C0C0C0"/>
            </a:solidFill>
          </a:ln>
        </p:spPr>
        <p:txBody>
          <a:bodyPr lIns="91440" anchor="t" anchorCtr="0">
            <a:spAutoFit/>
          </a:bodyP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9" name="Slide Number Placeholder 9"/>
          <p:cNvSpPr>
            <a:spLocks noGrp="1"/>
          </p:cNvSpPr>
          <p:nvPr>
            <p:ph type="sldNum" sz="quarter" idx="34"/>
          </p:nvPr>
        </p:nvSpPr>
        <p:spPr/>
        <p:txBody>
          <a:bodyPr/>
          <a:lstStyle>
            <a:lvl1pPr>
              <a:defRPr/>
            </a:lvl1pPr>
          </a:lstStyle>
          <a:p>
            <a:fld id="{8A4AF9FF-8501-8442-BA34-6C86C862CF8D}" type="slidenum">
              <a:rPr lang="en-US" altLang="en-US"/>
              <a:pPr/>
              <a:t>‹#›</a:t>
            </a:fld>
            <a:endParaRPr lang="en-US" altLang="en-US"/>
          </a:p>
        </p:txBody>
      </p:sp>
      <p:sp>
        <p:nvSpPr>
          <p:cNvPr id="10" name="Footer Placeholder 12"/>
          <p:cNvSpPr>
            <a:spLocks noGrp="1"/>
          </p:cNvSpPr>
          <p:nvPr>
            <p:ph type="ftr" sz="quarter" idx="35"/>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7784782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arget">
    <p:spTree>
      <p:nvGrpSpPr>
        <p:cNvPr id="1" name=""/>
        <p:cNvGrpSpPr/>
        <p:nvPr/>
      </p:nvGrpSpPr>
      <p:grpSpPr>
        <a:xfrm>
          <a:off x="0" y="0"/>
          <a:ext cx="0" cy="0"/>
          <a:chOff x="0" y="0"/>
          <a:chExt cx="0" cy="0"/>
        </a:xfrm>
      </p:grpSpPr>
      <p:sp>
        <p:nvSpPr>
          <p:cNvPr id="17" name="Text Placeholder 8"/>
          <p:cNvSpPr>
            <a:spLocks noGrp="1"/>
          </p:cNvSpPr>
          <p:nvPr>
            <p:ph type="body" sz="quarter" idx="29"/>
          </p:nvPr>
        </p:nvSpPr>
        <p:spPr>
          <a:xfrm>
            <a:off x="9505696" y="1493520"/>
            <a:ext cx="1975104" cy="4754880"/>
          </a:xfrm>
          <a:prstGeom prst="rect">
            <a:avLst/>
          </a:prstGeom>
          <a:ln>
            <a:solidFill>
              <a:srgbClr val="C0C0C0"/>
            </a:solidFill>
          </a:ln>
        </p:spPr>
        <p:txBody>
          <a:bodyPr lIns="45720" anchor="t"/>
          <a:lstStyle>
            <a:lvl1pPr marL="164592" indent="-164592" algn="l">
              <a:lnSpc>
                <a:spcPts val="1400"/>
              </a:lnSpc>
              <a:spcBef>
                <a:spcPts val="0"/>
              </a:spcBef>
              <a:buClr>
                <a:schemeClr val="accent1"/>
              </a:buClr>
              <a:buFont typeface="Wingdings" pitchFamily="2" charset="2"/>
              <a:buChar char="§"/>
              <a:defRPr sz="1200" b="0">
                <a:solidFill>
                  <a:srgbClr val="000000"/>
                </a:solidFill>
              </a:defRPr>
            </a:lvl1pPr>
            <a:lvl2pPr marL="164592" indent="0" algn="l">
              <a:spcBef>
                <a:spcPts val="700"/>
              </a:spcBef>
              <a:buNone/>
              <a:defRPr sz="1200" b="0"/>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2" name="Text Placeholder 5"/>
          <p:cNvSpPr>
            <a:spLocks noGrp="1"/>
          </p:cNvSpPr>
          <p:nvPr>
            <p:ph type="body" sz="quarter" idx="21"/>
          </p:nvPr>
        </p:nvSpPr>
        <p:spPr>
          <a:xfrm>
            <a:off x="609600" y="16002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rgbClr val="C0C0C0"/>
              </a:buClr>
              <a:buSzTx/>
              <a:buFont typeface="Wingdings 2" pitchFamily="18" charset="2"/>
              <a:buChar char="¡"/>
              <a:tabLst/>
              <a:defRPr sz="1200" b="1" baseline="0">
                <a:solidFill>
                  <a:srgbClr val="FFFFFF"/>
                </a:solidFill>
              </a:defRPr>
            </a:lvl1pPr>
            <a:lvl2pPr marL="117475" indent="0">
              <a:buFontTx/>
              <a:buNone/>
              <a:defRPr sz="1000"/>
            </a:lvl2pPr>
          </a:lstStyle>
          <a:p>
            <a:pPr lvl="0"/>
            <a:r>
              <a:rPr lang="en-US"/>
              <a:t>Click to edit Master text styles</a:t>
            </a:r>
          </a:p>
        </p:txBody>
      </p:sp>
      <p:sp>
        <p:nvSpPr>
          <p:cNvPr id="24" name="Text Placeholder 5"/>
          <p:cNvSpPr>
            <a:spLocks noGrp="1"/>
          </p:cNvSpPr>
          <p:nvPr>
            <p:ph type="body" sz="quarter" idx="23"/>
          </p:nvPr>
        </p:nvSpPr>
        <p:spPr>
          <a:xfrm>
            <a:off x="609600" y="48768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1200" b="1" kern="1200" baseline="0" dirty="0" smtClean="0">
                <a:solidFill>
                  <a:srgbClr val="FFFFFF"/>
                </a:solidFill>
                <a:latin typeface="+mn-lt"/>
                <a:ea typeface="+mn-ea"/>
                <a:cs typeface="+mn-cs"/>
              </a:defRPr>
            </a:lvl1pPr>
            <a:lvl2pPr marL="117475" indent="0">
              <a:buFontTx/>
              <a:buNone/>
              <a:defRPr sz="1000"/>
            </a:lvl2pPr>
          </a:lstStyle>
          <a:p>
            <a:pPr lvl="0"/>
            <a:r>
              <a:rPr lang="en-US"/>
              <a:t>Click to edit Master text styles</a:t>
            </a:r>
          </a:p>
        </p:txBody>
      </p:sp>
      <p:sp>
        <p:nvSpPr>
          <p:cNvPr id="25" name="Text Placeholder 5"/>
          <p:cNvSpPr>
            <a:spLocks noGrp="1"/>
          </p:cNvSpPr>
          <p:nvPr>
            <p:ph type="body" sz="quarter" idx="24"/>
          </p:nvPr>
        </p:nvSpPr>
        <p:spPr>
          <a:xfrm>
            <a:off x="609600" y="32385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1200" b="1" kern="1200" baseline="0" dirty="0" smtClean="0">
                <a:solidFill>
                  <a:srgbClr val="FFFFFF"/>
                </a:solidFill>
                <a:latin typeface="+mn-lt"/>
                <a:ea typeface="+mn-ea"/>
                <a:cs typeface="+mn-cs"/>
              </a:defRPr>
            </a:lvl1pPr>
            <a:lvl2pPr marL="117475" indent="0">
              <a:buFontTx/>
              <a:buNone/>
              <a:defRPr sz="1000"/>
            </a:lvl2pPr>
          </a:lstStyle>
          <a:p>
            <a:pPr lvl="0"/>
            <a:r>
              <a:rPr lang="en-US"/>
              <a:t>Click to edit Master text styles</a:t>
            </a:r>
          </a:p>
        </p:txBody>
      </p:sp>
      <p:sp>
        <p:nvSpPr>
          <p:cNvPr id="12" name="Text Placeholder 5"/>
          <p:cNvSpPr>
            <a:spLocks noGrp="1"/>
          </p:cNvSpPr>
          <p:nvPr>
            <p:ph type="body" sz="quarter" idx="30"/>
          </p:nvPr>
        </p:nvSpPr>
        <p:spPr>
          <a:xfrm>
            <a:off x="2922016" y="16002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922016" y="32385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6" name="Text Placeholder 5"/>
          <p:cNvSpPr>
            <a:spLocks noGrp="1"/>
          </p:cNvSpPr>
          <p:nvPr>
            <p:ph type="body" sz="quarter" idx="32"/>
          </p:nvPr>
        </p:nvSpPr>
        <p:spPr>
          <a:xfrm>
            <a:off x="2922016" y="48768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0" name="Slide Number Placeholder 9"/>
          <p:cNvSpPr>
            <a:spLocks noGrp="1"/>
          </p:cNvSpPr>
          <p:nvPr>
            <p:ph type="sldNum" sz="quarter" idx="33"/>
          </p:nvPr>
        </p:nvSpPr>
        <p:spPr/>
        <p:txBody>
          <a:bodyPr/>
          <a:lstStyle>
            <a:lvl1pPr>
              <a:defRPr/>
            </a:lvl1pPr>
          </a:lstStyle>
          <a:p>
            <a:fld id="{00398512-78EB-D84B-88E3-8EFD360D49EF}" type="slidenum">
              <a:rPr lang="en-US" altLang="en-US"/>
              <a:pPr/>
              <a:t>‹#›</a:t>
            </a:fld>
            <a:endParaRPr lang="en-US" altLang="en-US"/>
          </a:p>
        </p:txBody>
      </p:sp>
      <p:sp>
        <p:nvSpPr>
          <p:cNvPr id="13" name="Footer Placeholder 12"/>
          <p:cNvSpPr>
            <a:spLocks noGrp="1"/>
          </p:cNvSpPr>
          <p:nvPr>
            <p:ph type="ftr" sz="quarter" idx="34"/>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4004918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blocks - Two palettes moving forward">
    <p:spTree>
      <p:nvGrpSpPr>
        <p:cNvPr id="1" name=""/>
        <p:cNvGrpSpPr/>
        <p:nvPr/>
      </p:nvGrpSpPr>
      <p:grpSpPr>
        <a:xfrm>
          <a:off x="0" y="0"/>
          <a:ext cx="0" cy="0"/>
          <a:chOff x="0" y="0"/>
          <a:chExt cx="0" cy="0"/>
        </a:xfrm>
      </p:grpSpPr>
      <p:sp>
        <p:nvSpPr>
          <p:cNvPr id="7" name="AutoShape 3"/>
          <p:cNvSpPr>
            <a:spLocks noChangeArrowheads="1"/>
          </p:cNvSpPr>
          <p:nvPr userDrawn="1"/>
        </p:nvSpPr>
        <p:spPr bwMode="auto">
          <a:xfrm>
            <a:off x="912284" y="2635250"/>
            <a:ext cx="10369549" cy="1587500"/>
          </a:xfrm>
          <a:prstGeom prst="homePlate">
            <a:avLst>
              <a:gd name="adj" fmla="val 32592"/>
            </a:avLst>
          </a:prstGeom>
          <a:gradFill rotWithShape="1">
            <a:gsLst>
              <a:gs pos="0">
                <a:srgbClr val="9E9E9E"/>
              </a:gs>
              <a:gs pos="50000">
                <a:srgbClr val="C4C4C4"/>
              </a:gs>
              <a:gs pos="100000">
                <a:srgbClr val="E3E3E3"/>
              </a:gs>
            </a:gsLst>
            <a:lin ang="10800000" scaled="1"/>
          </a:gradFill>
          <a:ln>
            <a:noFill/>
          </a:ln>
          <a:extLst>
            <a:ext uri="{91240B29-F687-4F45-9708-019B960494DF}">
              <a14:hiddenLine xmlns:a14="http://schemas.microsoft.com/office/drawing/2010/main" w="6350">
                <a:solidFill>
                  <a:srgbClr val="000000"/>
                </a:solidFill>
                <a:miter lim="800000"/>
                <a:headEnd/>
                <a:tailEnd/>
              </a14:hiddenLine>
            </a:ext>
          </a:extLst>
        </p:spPr>
        <p:txBody>
          <a:bodyPr tIns="91440" bIns="9144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eaLnBrk="1" hangingPunct="1"/>
            <a:endParaRPr lang="en-US" altLang="en-US" sz="1800">
              <a:latin typeface="Arial" charset="0"/>
            </a:endParaRPr>
          </a:p>
        </p:txBody>
      </p:sp>
      <p:sp>
        <p:nvSpPr>
          <p:cNvPr id="18" name="Text Placeholder 17"/>
          <p:cNvSpPr>
            <a:spLocks noGrp="1"/>
          </p:cNvSpPr>
          <p:nvPr>
            <p:ph type="body" sz="quarter" idx="21"/>
          </p:nvPr>
        </p:nvSpPr>
        <p:spPr>
          <a:xfrm>
            <a:off x="1402080" y="1417320"/>
            <a:ext cx="4389120"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6096000" y="1417320"/>
            <a:ext cx="4389120"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4" name="Content Placeholder 10"/>
          <p:cNvSpPr>
            <a:spLocks noGrp="1"/>
          </p:cNvSpPr>
          <p:nvPr>
            <p:ph sz="quarter" idx="20"/>
          </p:nvPr>
        </p:nvSpPr>
        <p:spPr>
          <a:xfrm>
            <a:off x="1402080" y="1874520"/>
            <a:ext cx="4389120" cy="36576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0"/>
          <p:cNvSpPr>
            <a:spLocks noGrp="1"/>
          </p:cNvSpPr>
          <p:nvPr>
            <p:ph sz="quarter" idx="24"/>
          </p:nvPr>
        </p:nvSpPr>
        <p:spPr>
          <a:xfrm>
            <a:off x="6096000" y="1874520"/>
            <a:ext cx="4389120" cy="36576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B47071-B393-DC4F-9921-408D035EE572}" type="slidenum">
              <a:rPr lang="en-US" altLang="en-US"/>
              <a:pPr/>
              <a:t>‹#›</a:t>
            </a:fld>
            <a:endParaRPr lang="en-US" altLang="en-US"/>
          </a:p>
        </p:txBody>
      </p:sp>
      <p:sp>
        <p:nvSpPr>
          <p:cNvPr id="9" name="Footer Placeholder 8"/>
          <p:cNvSpPr>
            <a:spLocks noGrp="1"/>
          </p:cNvSpPr>
          <p:nvPr>
            <p:ph type="ftr" sz="quarter" idx="26"/>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4209844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flict">
    <p:spTree>
      <p:nvGrpSpPr>
        <p:cNvPr id="1" name=""/>
        <p:cNvGrpSpPr/>
        <p:nvPr/>
      </p:nvGrpSpPr>
      <p:grpSpPr>
        <a:xfrm>
          <a:off x="0" y="0"/>
          <a:ext cx="0" cy="0"/>
          <a:chOff x="0" y="0"/>
          <a:chExt cx="0" cy="0"/>
        </a:xfrm>
      </p:grpSpPr>
      <p:sp>
        <p:nvSpPr>
          <p:cNvPr id="7" name="Freeform 7"/>
          <p:cNvSpPr>
            <a:spLocks/>
          </p:cNvSpPr>
          <p:nvPr userDrawn="1"/>
        </p:nvSpPr>
        <p:spPr bwMode="auto">
          <a:xfrm>
            <a:off x="5846233" y="3341688"/>
            <a:ext cx="501651" cy="1403350"/>
          </a:xfrm>
          <a:custGeom>
            <a:avLst/>
            <a:gdLst>
              <a:gd name="T0" fmla="*/ 2147483647 w 176"/>
              <a:gd name="T1" fmla="*/ 0 h 608"/>
              <a:gd name="T2" fmla="*/ 0 w 176"/>
              <a:gd name="T3" fmla="*/ 2147483647 h 608"/>
              <a:gd name="T4" fmla="*/ 2147483647 w 176"/>
              <a:gd name="T5" fmla="*/ 2147483647 h 608"/>
              <a:gd name="T6" fmla="*/ 0 w 176"/>
              <a:gd name="T7" fmla="*/ 2147483647 h 608"/>
              <a:gd name="T8" fmla="*/ 2147483647 w 176"/>
              <a:gd name="T9" fmla="*/ 2147483647 h 608"/>
              <a:gd name="T10" fmla="*/ 2147483647 w 176"/>
              <a:gd name="T11" fmla="*/ 2147483647 h 608"/>
              <a:gd name="T12" fmla="*/ 0 w 176"/>
              <a:gd name="T13" fmla="*/ 2147483647 h 608"/>
              <a:gd name="T14" fmla="*/ 0 w 176"/>
              <a:gd name="T15" fmla="*/ 2147483647 h 608"/>
              <a:gd name="T16" fmla="*/ 2147483647 w 176"/>
              <a:gd name="T17" fmla="*/ 2147483647 h 608"/>
              <a:gd name="T18" fmla="*/ 2147483647 w 176"/>
              <a:gd name="T19" fmla="*/ 2147483647 h 608"/>
              <a:gd name="T20" fmla="*/ 2147483647 w 176"/>
              <a:gd name="T21" fmla="*/ 2147483647 h 608"/>
              <a:gd name="T22" fmla="*/ 2147483647 w 176"/>
              <a:gd name="T23" fmla="*/ 2147483647 h 608"/>
              <a:gd name="T24" fmla="*/ 2147483647 w 176"/>
              <a:gd name="T25" fmla="*/ 2147483647 h 608"/>
              <a:gd name="T26" fmla="*/ 2147483647 w 176"/>
              <a:gd name="T27" fmla="*/ 2147483647 h 608"/>
              <a:gd name="T28" fmla="*/ 2147483647 w 176"/>
              <a:gd name="T29" fmla="*/ 0 h 608"/>
              <a:gd name="T30" fmla="*/ 2147483647 w 176"/>
              <a:gd name="T31" fmla="*/ 0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6" h="608">
                <a:moveTo>
                  <a:pt x="72" y="0"/>
                </a:moveTo>
                <a:lnTo>
                  <a:pt x="0" y="232"/>
                </a:lnTo>
                <a:lnTo>
                  <a:pt x="48" y="232"/>
                </a:lnTo>
                <a:lnTo>
                  <a:pt x="0" y="376"/>
                </a:lnTo>
                <a:lnTo>
                  <a:pt x="72" y="376"/>
                </a:lnTo>
                <a:lnTo>
                  <a:pt x="32" y="504"/>
                </a:lnTo>
                <a:lnTo>
                  <a:pt x="0" y="504"/>
                </a:lnTo>
                <a:lnTo>
                  <a:pt x="0" y="608"/>
                </a:lnTo>
                <a:lnTo>
                  <a:pt x="96" y="496"/>
                </a:lnTo>
                <a:lnTo>
                  <a:pt x="48" y="504"/>
                </a:lnTo>
                <a:lnTo>
                  <a:pt x="144" y="336"/>
                </a:lnTo>
                <a:lnTo>
                  <a:pt x="72" y="336"/>
                </a:lnTo>
                <a:lnTo>
                  <a:pt x="144" y="192"/>
                </a:lnTo>
                <a:lnTo>
                  <a:pt x="88" y="192"/>
                </a:lnTo>
                <a:lnTo>
                  <a:pt x="176" y="0"/>
                </a:lnTo>
                <a:lnTo>
                  <a:pt x="72" y="0"/>
                </a:lnTo>
                <a:close/>
              </a:path>
            </a:pathLst>
          </a:custGeom>
          <a:solidFill>
            <a:srgbClr val="B01C2E"/>
          </a:solidFill>
          <a:ln w="6350" cap="flat" cmpd="sng">
            <a:solidFill>
              <a:srgbClr val="B01C2E"/>
            </a:solidFill>
            <a:prstDash val="solid"/>
            <a:round/>
            <a:headEnd/>
            <a:tailEnd/>
          </a:ln>
        </p:spPr>
        <p:txBody>
          <a:bodyPr lIns="72000" tIns="72000" rIns="72000" bIns="72000" anchor="ctr"/>
          <a:lstStyle/>
          <a:p>
            <a:endParaRPr lang="en-US" sz="1800"/>
          </a:p>
        </p:txBody>
      </p:sp>
      <p:sp>
        <p:nvSpPr>
          <p:cNvPr id="18" name="Text Placeholder 17"/>
          <p:cNvSpPr>
            <a:spLocks noGrp="1"/>
          </p:cNvSpPr>
          <p:nvPr>
            <p:ph type="body" sz="quarter" idx="21"/>
          </p:nvPr>
        </p:nvSpPr>
        <p:spPr>
          <a:xfrm>
            <a:off x="1113536" y="1417320"/>
            <a:ext cx="4047744" cy="457200"/>
          </a:xfrm>
          <a:prstGeom prst="rect">
            <a:avLst/>
          </a:prstGeom>
          <a:solidFill>
            <a:srgbClr val="B01C2E"/>
          </a:solidFill>
          <a:ln>
            <a:solidFill>
              <a:srgbClr val="C0C0C0"/>
            </a:solidFill>
          </a:ln>
        </p:spPr>
        <p:txBody>
          <a:bodyPr anchor="ctr"/>
          <a:lstStyle>
            <a:lvl1pPr algn="ctr">
              <a:buNone/>
              <a:defRPr sz="1200" b="1" baseline="0">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7022169" y="1417320"/>
            <a:ext cx="4072128"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1" name="Content Placeholder 10"/>
          <p:cNvSpPr>
            <a:spLocks noGrp="1"/>
          </p:cNvSpPr>
          <p:nvPr>
            <p:ph sz="quarter" idx="20"/>
          </p:nvPr>
        </p:nvSpPr>
        <p:spPr>
          <a:xfrm>
            <a:off x="1113536" y="1874520"/>
            <a:ext cx="4389120" cy="4343400"/>
          </a:xfrm>
          <a:prstGeom prst="homePlate">
            <a:avLst>
              <a:gd name="adj" fmla="val 7684"/>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4"/>
          </p:nvPr>
        </p:nvSpPr>
        <p:spPr>
          <a:xfrm flipH="1">
            <a:off x="6705177" y="1874520"/>
            <a:ext cx="4389120" cy="4343400"/>
          </a:xfrm>
          <a:prstGeom prst="homePlate">
            <a:avLst>
              <a:gd name="adj" fmla="val 7343"/>
            </a:avLst>
          </a:prstGeom>
          <a:solidFill>
            <a:srgbClr val="FFFFFF"/>
          </a:solidFill>
          <a:ln>
            <a:solidFill>
              <a:srgbClr val="C0C0C0"/>
            </a:solidFill>
          </a:ln>
        </p:spPr>
        <p:txBody>
          <a:bodyPr lIns="2286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637242-61C1-4C47-AFEF-079B86936FE6}" type="slidenum">
              <a:rPr lang="en-US" altLang="en-US"/>
              <a:pPr/>
              <a:t>‹#›</a:t>
            </a:fld>
            <a:endParaRPr lang="en-US" altLang="en-US"/>
          </a:p>
        </p:txBody>
      </p:sp>
      <p:sp>
        <p:nvSpPr>
          <p:cNvPr id="10" name="Footer Placeholder 12"/>
          <p:cNvSpPr>
            <a:spLocks noGrp="1"/>
          </p:cNvSpPr>
          <p:nvPr>
            <p:ph type="ftr" sz="quarter" idx="26"/>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179405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sequences List">
    <p:spTree>
      <p:nvGrpSpPr>
        <p:cNvPr id="1" name=""/>
        <p:cNvGrpSpPr/>
        <p:nvPr/>
      </p:nvGrpSpPr>
      <p:grpSpPr>
        <a:xfrm>
          <a:off x="0" y="0"/>
          <a:ext cx="0" cy="0"/>
          <a:chOff x="0" y="0"/>
          <a:chExt cx="0" cy="0"/>
        </a:xfrm>
      </p:grpSpPr>
      <p:sp>
        <p:nvSpPr>
          <p:cNvPr id="20" name="Content Placeholder 10"/>
          <p:cNvSpPr>
            <a:spLocks noGrp="1"/>
          </p:cNvSpPr>
          <p:nvPr>
            <p:ph sz="quarter" idx="35"/>
          </p:nvPr>
        </p:nvSpPr>
        <p:spPr>
          <a:xfrm>
            <a:off x="8242300" y="1577977"/>
            <a:ext cx="3316224" cy="3931920"/>
          </a:xfrm>
          <a:prstGeom prst="rect">
            <a:avLst/>
          </a:prstGeom>
          <a:solidFill>
            <a:srgbClr val="FFFFFF"/>
          </a:solidFill>
          <a:ln>
            <a:solidFill>
              <a:srgbClr val="C0C0C0"/>
            </a:solidFill>
          </a:ln>
        </p:spPr>
        <p:txBody>
          <a:bodyPr lIns="457200" rIns="9144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0"/>
          <p:cNvSpPr>
            <a:spLocks noGrp="1"/>
          </p:cNvSpPr>
          <p:nvPr>
            <p:ph sz="quarter" idx="20"/>
          </p:nvPr>
        </p:nvSpPr>
        <p:spPr>
          <a:xfrm>
            <a:off x="646176" y="1577977"/>
            <a:ext cx="3316224" cy="3931920"/>
          </a:xfrm>
          <a:prstGeom prst="rect">
            <a:avLst/>
          </a:prstGeom>
          <a:solidFill>
            <a:srgbClr val="FFFFFF"/>
          </a:solidFill>
          <a:ln>
            <a:solidFill>
              <a:srgbClr val="C0C0C0"/>
            </a:solidFill>
          </a:ln>
        </p:spPr>
        <p:txBody>
          <a:bodyPr rIns="4572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0"/>
          </p:nvPr>
        </p:nvSpPr>
        <p:spPr>
          <a:xfrm>
            <a:off x="3556000" y="182880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1" name="Text Placeholder 23"/>
          <p:cNvSpPr>
            <a:spLocks noGrp="1"/>
          </p:cNvSpPr>
          <p:nvPr>
            <p:ph type="body" sz="quarter" idx="21"/>
          </p:nvPr>
        </p:nvSpPr>
        <p:spPr>
          <a:xfrm>
            <a:off x="3556000" y="242316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2" name="Text Placeholder 23"/>
          <p:cNvSpPr>
            <a:spLocks noGrp="1"/>
          </p:cNvSpPr>
          <p:nvPr>
            <p:ph type="body" sz="quarter" idx="22"/>
          </p:nvPr>
        </p:nvSpPr>
        <p:spPr>
          <a:xfrm>
            <a:off x="3556000" y="301752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3" name="Text Placeholder 23"/>
          <p:cNvSpPr>
            <a:spLocks noGrp="1"/>
          </p:cNvSpPr>
          <p:nvPr>
            <p:ph type="body" sz="quarter" idx="23"/>
          </p:nvPr>
        </p:nvSpPr>
        <p:spPr>
          <a:xfrm>
            <a:off x="3556000" y="361188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4" name="Text Placeholder 23"/>
          <p:cNvSpPr>
            <a:spLocks noGrp="1"/>
          </p:cNvSpPr>
          <p:nvPr>
            <p:ph type="body" sz="quarter" idx="24"/>
          </p:nvPr>
        </p:nvSpPr>
        <p:spPr>
          <a:xfrm>
            <a:off x="3556000" y="420624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5" name="Text Placeholder 23"/>
          <p:cNvSpPr>
            <a:spLocks noGrp="1"/>
          </p:cNvSpPr>
          <p:nvPr>
            <p:ph type="body" sz="quarter" idx="25"/>
          </p:nvPr>
        </p:nvSpPr>
        <p:spPr>
          <a:xfrm>
            <a:off x="3556000" y="480060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6" name="Text Placeholder 22"/>
          <p:cNvSpPr>
            <a:spLocks noGrp="1"/>
          </p:cNvSpPr>
          <p:nvPr>
            <p:ph type="body" sz="quarter" idx="29"/>
          </p:nvPr>
        </p:nvSpPr>
        <p:spPr>
          <a:xfrm>
            <a:off x="3352800" y="1981200"/>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7" name="Text Placeholder 22"/>
          <p:cNvSpPr>
            <a:spLocks noGrp="1"/>
          </p:cNvSpPr>
          <p:nvPr>
            <p:ph type="body" sz="quarter" idx="30"/>
          </p:nvPr>
        </p:nvSpPr>
        <p:spPr>
          <a:xfrm>
            <a:off x="3352800" y="2570074"/>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8" name="Text Placeholder 22"/>
          <p:cNvSpPr>
            <a:spLocks noGrp="1"/>
          </p:cNvSpPr>
          <p:nvPr>
            <p:ph type="body" sz="quarter" idx="31"/>
          </p:nvPr>
        </p:nvSpPr>
        <p:spPr>
          <a:xfrm>
            <a:off x="3352800" y="315894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9" name="Text Placeholder 22"/>
          <p:cNvSpPr>
            <a:spLocks noGrp="1"/>
          </p:cNvSpPr>
          <p:nvPr>
            <p:ph type="body" sz="quarter" idx="32"/>
          </p:nvPr>
        </p:nvSpPr>
        <p:spPr>
          <a:xfrm>
            <a:off x="3352800" y="3747822"/>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40" name="Text Placeholder 22"/>
          <p:cNvSpPr>
            <a:spLocks noGrp="1"/>
          </p:cNvSpPr>
          <p:nvPr>
            <p:ph type="body" sz="quarter" idx="33"/>
          </p:nvPr>
        </p:nvSpPr>
        <p:spPr>
          <a:xfrm>
            <a:off x="3352800" y="4336696"/>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41" name="Text Placeholder 22"/>
          <p:cNvSpPr>
            <a:spLocks noGrp="1"/>
          </p:cNvSpPr>
          <p:nvPr>
            <p:ph type="body" sz="quarter" idx="34"/>
          </p:nvPr>
        </p:nvSpPr>
        <p:spPr>
          <a:xfrm>
            <a:off x="3352800" y="492556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18"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Slide Number Placeholder 9"/>
          <p:cNvSpPr>
            <a:spLocks noGrp="1"/>
          </p:cNvSpPr>
          <p:nvPr>
            <p:ph type="sldNum" sz="quarter" idx="36"/>
          </p:nvPr>
        </p:nvSpPr>
        <p:spPr/>
        <p:txBody>
          <a:bodyPr/>
          <a:lstStyle>
            <a:lvl1pPr>
              <a:defRPr/>
            </a:lvl1pPr>
          </a:lstStyle>
          <a:p>
            <a:fld id="{6F716D94-026E-1240-A247-91A0127FD885}"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8477543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Blocks - Horizontal chevrons with text">
    <p:spTree>
      <p:nvGrpSpPr>
        <p:cNvPr id="1" name=""/>
        <p:cNvGrpSpPr/>
        <p:nvPr/>
      </p:nvGrpSpPr>
      <p:grpSpPr>
        <a:xfrm>
          <a:off x="0" y="0"/>
          <a:ext cx="0" cy="0"/>
          <a:chOff x="0" y="0"/>
          <a:chExt cx="0" cy="0"/>
        </a:xfrm>
      </p:grpSpPr>
      <p:sp>
        <p:nvSpPr>
          <p:cNvPr id="10" name="Text Placeholder 19"/>
          <p:cNvSpPr>
            <a:spLocks noGrp="1"/>
          </p:cNvSpPr>
          <p:nvPr>
            <p:ph type="body" sz="quarter" idx="10"/>
          </p:nvPr>
        </p:nvSpPr>
        <p:spPr>
          <a:xfrm>
            <a:off x="528320" y="1600200"/>
            <a:ext cx="2438400" cy="1051560"/>
          </a:xfrm>
          <a:prstGeom prst="homePlate">
            <a:avLst>
              <a:gd name="adj" fmla="val 24892"/>
            </a:avLst>
          </a:prstGeom>
          <a:solidFill>
            <a:srgbClr val="B01C2E"/>
          </a:solidFill>
          <a:ln>
            <a:solidFill>
              <a:srgbClr val="B01C2E"/>
            </a:solidFill>
          </a:ln>
        </p:spPr>
        <p:txBody>
          <a:bodyPr anchor="ctr"/>
          <a:lstStyle>
            <a:lvl1pPr marL="0" indent="0">
              <a:buNone/>
              <a:defRPr sz="1200" b="1">
                <a:solidFill>
                  <a:srgbClr val="FFFFFF"/>
                </a:solidFill>
              </a:defRPr>
            </a:lvl1pPr>
          </a:lstStyle>
          <a:p>
            <a:pPr lvl="0"/>
            <a:r>
              <a:rPr lang="en-US"/>
              <a:t>Click to edit Master text styles</a:t>
            </a:r>
          </a:p>
        </p:txBody>
      </p:sp>
      <p:sp>
        <p:nvSpPr>
          <p:cNvPr id="11" name="Text Placeholder 19"/>
          <p:cNvSpPr>
            <a:spLocks noGrp="1"/>
          </p:cNvSpPr>
          <p:nvPr>
            <p:ph type="body" sz="quarter" idx="29"/>
          </p:nvPr>
        </p:nvSpPr>
        <p:spPr>
          <a:xfrm>
            <a:off x="3495040" y="160020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0"/>
          </p:nvPr>
        </p:nvSpPr>
        <p:spPr>
          <a:xfrm>
            <a:off x="528320" y="274828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18" name="Text Placeholder 19"/>
          <p:cNvSpPr>
            <a:spLocks noGrp="1"/>
          </p:cNvSpPr>
          <p:nvPr>
            <p:ph type="body" sz="quarter" idx="31"/>
          </p:nvPr>
        </p:nvSpPr>
        <p:spPr>
          <a:xfrm>
            <a:off x="3495040" y="274828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528320" y="389636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0" name="Text Placeholder 19"/>
          <p:cNvSpPr>
            <a:spLocks noGrp="1"/>
          </p:cNvSpPr>
          <p:nvPr>
            <p:ph type="body" sz="quarter" idx="33"/>
          </p:nvPr>
        </p:nvSpPr>
        <p:spPr>
          <a:xfrm>
            <a:off x="3495040" y="389636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3" name="Text Placeholder 19"/>
          <p:cNvSpPr>
            <a:spLocks noGrp="1"/>
          </p:cNvSpPr>
          <p:nvPr>
            <p:ph type="body" sz="quarter" idx="34"/>
          </p:nvPr>
        </p:nvSpPr>
        <p:spPr>
          <a:xfrm>
            <a:off x="536355" y="504444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4" name="Text Placeholder 19"/>
          <p:cNvSpPr>
            <a:spLocks noGrp="1"/>
          </p:cNvSpPr>
          <p:nvPr>
            <p:ph type="body" sz="quarter" idx="35"/>
          </p:nvPr>
        </p:nvSpPr>
        <p:spPr>
          <a:xfrm>
            <a:off x="3503075" y="504444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Slide Number Placeholder 9"/>
          <p:cNvSpPr>
            <a:spLocks noGrp="1"/>
          </p:cNvSpPr>
          <p:nvPr>
            <p:ph type="sldNum" sz="quarter" idx="36"/>
          </p:nvPr>
        </p:nvSpPr>
        <p:spPr/>
        <p:txBody>
          <a:bodyPr/>
          <a:lstStyle>
            <a:lvl1pPr>
              <a:defRPr/>
            </a:lvl1pPr>
          </a:lstStyle>
          <a:p>
            <a:fld id="{DDD5FA0E-3EAB-CB47-B428-C2E5915BFD66}" type="slidenum">
              <a:rPr lang="en-US" altLang="en-US"/>
              <a:pPr/>
              <a:t>‹#›</a:t>
            </a:fld>
            <a:endParaRPr lang="en-US" altLang="en-US"/>
          </a:p>
        </p:txBody>
      </p:sp>
      <p:sp>
        <p:nvSpPr>
          <p:cNvPr id="14" name="Footer Placeholder 12"/>
          <p:cNvSpPr>
            <a:spLocks noGrp="1"/>
          </p:cNvSpPr>
          <p:nvPr>
            <p:ph type="ftr" sz="quarter" idx="37"/>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86570538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Blocks - Vertical chevrons with text">
    <p:spTree>
      <p:nvGrpSpPr>
        <p:cNvPr id="1" name=""/>
        <p:cNvGrpSpPr/>
        <p:nvPr/>
      </p:nvGrpSpPr>
      <p:grpSpPr>
        <a:xfrm>
          <a:off x="0" y="0"/>
          <a:ext cx="0" cy="0"/>
          <a:chOff x="0" y="0"/>
          <a:chExt cx="0" cy="0"/>
        </a:xfrm>
      </p:grpSpPr>
      <p:sp>
        <p:nvSpPr>
          <p:cNvPr id="20" name="Text Placeholder 13"/>
          <p:cNvSpPr>
            <a:spLocks noGrp="1"/>
          </p:cNvSpPr>
          <p:nvPr>
            <p:ph type="body" sz="quarter" idx="17"/>
          </p:nvPr>
        </p:nvSpPr>
        <p:spPr>
          <a:xfrm rot="5400000">
            <a:off x="1187196" y="794005"/>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14" name="Text Placeholder 19"/>
          <p:cNvSpPr>
            <a:spLocks noGrp="1"/>
          </p:cNvSpPr>
          <p:nvPr>
            <p:ph type="body" sz="quarter" idx="29"/>
          </p:nvPr>
        </p:nvSpPr>
        <p:spPr>
          <a:xfrm>
            <a:off x="3149600" y="1371600"/>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5" name="Text Placeholder 19"/>
          <p:cNvSpPr>
            <a:spLocks noGrp="1"/>
          </p:cNvSpPr>
          <p:nvPr>
            <p:ph type="body" sz="quarter" idx="30"/>
          </p:nvPr>
        </p:nvSpPr>
        <p:spPr>
          <a:xfrm>
            <a:off x="3149600" y="2474977"/>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31"/>
          </p:nvPr>
        </p:nvSpPr>
        <p:spPr>
          <a:xfrm>
            <a:off x="3149600" y="3578353"/>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2"/>
          </p:nvPr>
        </p:nvSpPr>
        <p:spPr>
          <a:xfrm>
            <a:off x="3149600" y="4681728"/>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1" name="Text Placeholder 13"/>
          <p:cNvSpPr>
            <a:spLocks noGrp="1"/>
          </p:cNvSpPr>
          <p:nvPr>
            <p:ph type="body" sz="quarter" idx="33"/>
          </p:nvPr>
        </p:nvSpPr>
        <p:spPr>
          <a:xfrm rot="5400000">
            <a:off x="1187196" y="1897381"/>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22" name="Text Placeholder 13"/>
          <p:cNvSpPr>
            <a:spLocks noGrp="1"/>
          </p:cNvSpPr>
          <p:nvPr>
            <p:ph type="body" sz="quarter" idx="34"/>
          </p:nvPr>
        </p:nvSpPr>
        <p:spPr>
          <a:xfrm rot="5400000">
            <a:off x="1187196" y="3000757"/>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23" name="Text Placeholder 13"/>
          <p:cNvSpPr>
            <a:spLocks noGrp="1"/>
          </p:cNvSpPr>
          <p:nvPr>
            <p:ph type="body" sz="quarter" idx="35"/>
          </p:nvPr>
        </p:nvSpPr>
        <p:spPr>
          <a:xfrm rot="5400000">
            <a:off x="1187196" y="4104132"/>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11" name="Slide Number Placeholder 9"/>
          <p:cNvSpPr>
            <a:spLocks noGrp="1"/>
          </p:cNvSpPr>
          <p:nvPr>
            <p:ph type="sldNum" sz="quarter" idx="36"/>
          </p:nvPr>
        </p:nvSpPr>
        <p:spPr/>
        <p:txBody>
          <a:bodyPr/>
          <a:lstStyle>
            <a:lvl1pPr>
              <a:defRPr/>
            </a:lvl1pPr>
          </a:lstStyle>
          <a:p>
            <a:fld id="{4835DA82-056E-9542-8819-BE1B86DFF077}" type="slidenum">
              <a:rPr lang="en-US" altLang="en-US"/>
              <a:pPr/>
              <a:t>‹#›</a:t>
            </a:fld>
            <a:endParaRPr lang="en-US" altLang="en-US"/>
          </a:p>
        </p:txBody>
      </p:sp>
      <p:sp>
        <p:nvSpPr>
          <p:cNvPr id="12" name="Footer Placeholder 12"/>
          <p:cNvSpPr>
            <a:spLocks noGrp="1"/>
          </p:cNvSpPr>
          <p:nvPr>
            <p:ph type="ftr" sz="quarter" idx="37"/>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1312797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sp>
        <p:nvSpPr>
          <p:cNvPr id="11" name="AutoShape 8"/>
          <p:cNvSpPr>
            <a:spLocks noChangeArrowheads="1"/>
          </p:cNvSpPr>
          <p:nvPr userDrawn="1"/>
        </p:nvSpPr>
        <p:spPr bwMode="auto">
          <a:xfrm rot="5400000">
            <a:off x="7797801" y="3117850"/>
            <a:ext cx="4406900"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2" name="AutoShape 4"/>
          <p:cNvSpPr>
            <a:spLocks noChangeArrowheads="1"/>
          </p:cNvSpPr>
          <p:nvPr userDrawn="1"/>
        </p:nvSpPr>
        <p:spPr bwMode="auto">
          <a:xfrm rot="5400000">
            <a:off x="-277813"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3" name="AutoShape 5"/>
          <p:cNvSpPr>
            <a:spLocks noChangeArrowheads="1"/>
          </p:cNvSpPr>
          <p:nvPr userDrawn="1"/>
        </p:nvSpPr>
        <p:spPr bwMode="auto">
          <a:xfrm rot="5400000">
            <a:off x="1741488"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4" name="AutoShape 6"/>
          <p:cNvSpPr>
            <a:spLocks noChangeArrowheads="1"/>
          </p:cNvSpPr>
          <p:nvPr userDrawn="1"/>
        </p:nvSpPr>
        <p:spPr bwMode="auto">
          <a:xfrm rot="5400000">
            <a:off x="3758672" y="3122613"/>
            <a:ext cx="4416425"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5" name="AutoShape 7"/>
          <p:cNvSpPr>
            <a:spLocks noChangeArrowheads="1"/>
          </p:cNvSpPr>
          <p:nvPr userDrawn="1"/>
        </p:nvSpPr>
        <p:spPr bwMode="auto">
          <a:xfrm rot="5400000">
            <a:off x="5777972"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7" name="Text Placeholder 16"/>
          <p:cNvSpPr>
            <a:spLocks noGrp="1"/>
          </p:cNvSpPr>
          <p:nvPr>
            <p:ph type="body" sz="quarter" idx="10"/>
          </p:nvPr>
        </p:nvSpPr>
        <p:spPr>
          <a:xfrm>
            <a:off x="1016000" y="1417320"/>
            <a:ext cx="1828800" cy="457200"/>
          </a:xfrm>
          <a:prstGeom prst="rect">
            <a:avLst/>
          </a:prstGeom>
          <a:solidFill>
            <a:srgbClr val="4D4D4D"/>
          </a:solidFill>
        </p:spPr>
        <p:txBody>
          <a:bodyPr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18" name="Text Placeholder 16"/>
          <p:cNvSpPr>
            <a:spLocks noGrp="1"/>
          </p:cNvSpPr>
          <p:nvPr>
            <p:ph type="body" sz="quarter" idx="11"/>
          </p:nvPr>
        </p:nvSpPr>
        <p:spPr>
          <a:xfrm>
            <a:off x="3035300"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19" name="Text Placeholder 16"/>
          <p:cNvSpPr>
            <a:spLocks noGrp="1"/>
          </p:cNvSpPr>
          <p:nvPr>
            <p:ph type="body" sz="quarter" idx="12"/>
          </p:nvPr>
        </p:nvSpPr>
        <p:spPr>
          <a:xfrm>
            <a:off x="5052484"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0" name="Text Placeholder 16"/>
          <p:cNvSpPr>
            <a:spLocks noGrp="1"/>
          </p:cNvSpPr>
          <p:nvPr>
            <p:ph type="body" sz="quarter" idx="13"/>
          </p:nvPr>
        </p:nvSpPr>
        <p:spPr>
          <a:xfrm>
            <a:off x="7071784"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1" name="Text Placeholder 16"/>
          <p:cNvSpPr>
            <a:spLocks noGrp="1"/>
          </p:cNvSpPr>
          <p:nvPr>
            <p:ph type="body" sz="quarter" idx="14"/>
          </p:nvPr>
        </p:nvSpPr>
        <p:spPr>
          <a:xfrm>
            <a:off x="9086851"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6" name="Text Placeholder 19"/>
          <p:cNvSpPr>
            <a:spLocks noGrp="1"/>
          </p:cNvSpPr>
          <p:nvPr>
            <p:ph type="body" sz="quarter" idx="15"/>
          </p:nvPr>
        </p:nvSpPr>
        <p:spPr>
          <a:xfrm>
            <a:off x="812800" y="21336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marL="685800">
              <a:buClr>
                <a:srgbClr val="B01C2E"/>
              </a:buClr>
              <a:buFont typeface="Arial" pitchFamily="34" charset="0"/>
              <a:buChar char="–"/>
              <a:defRPr sz="1200"/>
            </a:lvl4pPr>
          </a:lstStyle>
          <a:p>
            <a:pPr lvl="0"/>
            <a:r>
              <a:rPr lang="en-US"/>
              <a:t>Click to edit Master text styles</a:t>
            </a:r>
          </a:p>
          <a:p>
            <a:pPr lvl="1"/>
            <a:r>
              <a:rPr lang="en-US"/>
              <a:t>Second level</a:t>
            </a:r>
          </a:p>
          <a:p>
            <a:pPr lvl="2"/>
            <a:r>
              <a:rPr lang="en-US"/>
              <a:t>Third level</a:t>
            </a:r>
          </a:p>
        </p:txBody>
      </p:sp>
      <p:sp>
        <p:nvSpPr>
          <p:cNvPr id="31" name="Text Placeholder 19"/>
          <p:cNvSpPr>
            <a:spLocks noGrp="1"/>
          </p:cNvSpPr>
          <p:nvPr>
            <p:ph type="body" sz="quarter" idx="21"/>
          </p:nvPr>
        </p:nvSpPr>
        <p:spPr>
          <a:xfrm>
            <a:off x="812800" y="33909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a:defRPr lang="en-US" sz="12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22"/>
          </p:nvPr>
        </p:nvSpPr>
        <p:spPr>
          <a:xfrm>
            <a:off x="812800" y="4648200"/>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a:defRPr lang="en-US" sz="12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2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Slide Number Placeholder 9"/>
          <p:cNvSpPr>
            <a:spLocks noGrp="1"/>
          </p:cNvSpPr>
          <p:nvPr>
            <p:ph type="sldNum" sz="quarter" idx="23"/>
          </p:nvPr>
        </p:nvSpPr>
        <p:spPr/>
        <p:txBody>
          <a:bodyPr/>
          <a:lstStyle>
            <a:lvl1pPr>
              <a:defRPr/>
            </a:lvl1pPr>
          </a:lstStyle>
          <a:p>
            <a:fld id="{4755A724-3117-D848-90FF-6F79FEC20653}" type="slidenum">
              <a:rPr lang="en-US" altLang="en-US"/>
              <a:pPr/>
              <a:t>‹#›</a:t>
            </a:fld>
            <a:endParaRPr lang="en-US" altLang="en-US"/>
          </a:p>
        </p:txBody>
      </p:sp>
      <p:sp>
        <p:nvSpPr>
          <p:cNvPr id="22" name="Footer Placeholder 21"/>
          <p:cNvSpPr>
            <a:spLocks noGrp="1"/>
          </p:cNvSpPr>
          <p:nvPr>
            <p:ph type="ftr" sz="quarter" idx="24"/>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8719421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Blocks - Chevrons resulting From">
    <p:spTree>
      <p:nvGrpSpPr>
        <p:cNvPr id="1" name=""/>
        <p:cNvGrpSpPr/>
        <p:nvPr/>
      </p:nvGrpSpPr>
      <p:grpSpPr>
        <a:xfrm>
          <a:off x="0" y="0"/>
          <a:ext cx="0" cy="0"/>
          <a:chOff x="0" y="0"/>
          <a:chExt cx="0" cy="0"/>
        </a:xfrm>
      </p:grpSpPr>
      <p:sp>
        <p:nvSpPr>
          <p:cNvPr id="21" name="Text Placeholder 12"/>
          <p:cNvSpPr>
            <a:spLocks noGrp="1"/>
          </p:cNvSpPr>
          <p:nvPr>
            <p:ph type="body" sz="quarter" idx="18"/>
          </p:nvPr>
        </p:nvSpPr>
        <p:spPr>
          <a:xfrm>
            <a:off x="4364736" y="1444752"/>
            <a:ext cx="3462528" cy="3968496"/>
          </a:xfrm>
          <a:prstGeom prst="rect">
            <a:avLst/>
          </a:prstGeom>
        </p:spPr>
        <p:txBody>
          <a:bodyPr wrap="square" lIns="640080" rIns="640080" anchor="ctr" anchorCtr="1">
            <a:noAutofit/>
          </a:bodyPr>
          <a:lstStyle>
            <a:lvl1pPr marL="0" indent="0" algn="ctr">
              <a:spcBef>
                <a:spcPts val="0"/>
              </a:spcBef>
              <a:spcAft>
                <a:spcPts val="0"/>
              </a:spcAft>
              <a:buNone/>
              <a:defRPr sz="1200" b="1"/>
            </a:lvl1pPr>
          </a:lstStyle>
          <a:p>
            <a:pPr lvl="0"/>
            <a:r>
              <a:rPr lang="en-US"/>
              <a:t>Click to edit Master text styles</a:t>
            </a:r>
          </a:p>
        </p:txBody>
      </p:sp>
      <p:sp>
        <p:nvSpPr>
          <p:cNvPr id="14" name="Text Placeholder 19"/>
          <p:cNvSpPr>
            <a:spLocks noGrp="1"/>
          </p:cNvSpPr>
          <p:nvPr>
            <p:ph type="body" sz="quarter" idx="15"/>
          </p:nvPr>
        </p:nvSpPr>
        <p:spPr>
          <a:xfrm>
            <a:off x="7160768" y="152400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8" name="Text Placeholder 19"/>
          <p:cNvSpPr>
            <a:spLocks noGrp="1"/>
          </p:cNvSpPr>
          <p:nvPr>
            <p:ph type="body" sz="quarter" idx="31"/>
          </p:nvPr>
        </p:nvSpPr>
        <p:spPr>
          <a:xfrm flipH="1">
            <a:off x="812800" y="152400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7160768" y="255016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0" name="Text Placeholder 19"/>
          <p:cNvSpPr>
            <a:spLocks noGrp="1"/>
          </p:cNvSpPr>
          <p:nvPr>
            <p:ph type="body" sz="quarter" idx="33"/>
          </p:nvPr>
        </p:nvSpPr>
        <p:spPr>
          <a:xfrm flipH="1">
            <a:off x="812800" y="255016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8" name="Text Placeholder 19"/>
          <p:cNvSpPr>
            <a:spLocks noGrp="1"/>
          </p:cNvSpPr>
          <p:nvPr>
            <p:ph type="body" sz="quarter" idx="34"/>
          </p:nvPr>
        </p:nvSpPr>
        <p:spPr>
          <a:xfrm>
            <a:off x="7160768" y="357632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35"/>
          </p:nvPr>
        </p:nvSpPr>
        <p:spPr>
          <a:xfrm flipH="1">
            <a:off x="812800" y="357632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3" name="Text Placeholder 19"/>
          <p:cNvSpPr>
            <a:spLocks noGrp="1"/>
          </p:cNvSpPr>
          <p:nvPr>
            <p:ph type="body" sz="quarter" idx="36"/>
          </p:nvPr>
        </p:nvSpPr>
        <p:spPr>
          <a:xfrm>
            <a:off x="7160768" y="460248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4" name="Text Placeholder 19"/>
          <p:cNvSpPr>
            <a:spLocks noGrp="1"/>
          </p:cNvSpPr>
          <p:nvPr>
            <p:ph type="body" sz="quarter" idx="37"/>
          </p:nvPr>
        </p:nvSpPr>
        <p:spPr>
          <a:xfrm flipH="1">
            <a:off x="812800" y="460248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2" name="Slide Number Placeholder 9"/>
          <p:cNvSpPr>
            <a:spLocks noGrp="1"/>
          </p:cNvSpPr>
          <p:nvPr>
            <p:ph type="sldNum" sz="quarter" idx="38"/>
          </p:nvPr>
        </p:nvSpPr>
        <p:spPr/>
        <p:txBody>
          <a:bodyPr/>
          <a:lstStyle>
            <a:lvl1pPr>
              <a:defRPr/>
            </a:lvl1pPr>
          </a:lstStyle>
          <a:p>
            <a:fld id="{BA6B416F-5AE6-D74C-AE38-5D34E63DFA9A}" type="slidenum">
              <a:rPr lang="en-US" altLang="en-US"/>
              <a:pPr/>
              <a:t>‹#›</a:t>
            </a:fld>
            <a:endParaRPr lang="en-US" altLang="en-US"/>
          </a:p>
        </p:txBody>
      </p:sp>
      <p:sp>
        <p:nvSpPr>
          <p:cNvPr id="15" name="Footer Placeholder 12"/>
          <p:cNvSpPr>
            <a:spLocks noGrp="1"/>
          </p:cNvSpPr>
          <p:nvPr>
            <p:ph type="ftr" sz="quarter" idx="39"/>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2354106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 Chevrons leading to">
    <p:spTree>
      <p:nvGrpSpPr>
        <p:cNvPr id="1" name=""/>
        <p:cNvGrpSpPr/>
        <p:nvPr/>
      </p:nvGrpSpPr>
      <p:grpSpPr>
        <a:xfrm>
          <a:off x="0" y="0"/>
          <a:ext cx="0" cy="0"/>
          <a:chOff x="0" y="0"/>
          <a:chExt cx="0" cy="0"/>
        </a:xfrm>
      </p:grpSpPr>
      <p:sp>
        <p:nvSpPr>
          <p:cNvPr id="19" name="Text Placeholder 12"/>
          <p:cNvSpPr>
            <a:spLocks noGrp="1"/>
          </p:cNvSpPr>
          <p:nvPr>
            <p:ph type="body" sz="quarter" idx="18"/>
          </p:nvPr>
        </p:nvSpPr>
        <p:spPr>
          <a:xfrm>
            <a:off x="8331200" y="1420504"/>
            <a:ext cx="3450336" cy="4800600"/>
          </a:xfrm>
          <a:prstGeom prst="rect">
            <a:avLst/>
          </a:prstGeom>
          <a:no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200" baseline="0"/>
            </a:lvl1pPr>
            <a:lvl2pPr marL="338138" indent="-173038">
              <a:spcBef>
                <a:spcPts val="200"/>
              </a:spcBef>
              <a:buClr>
                <a:srgbClr val="B01C2E"/>
              </a:buClr>
              <a:buFont typeface="Arial" pitchFamily="34" charset="0"/>
              <a:buChar char="•"/>
              <a:tabLst/>
              <a:defRPr sz="1200" baseline="0"/>
            </a:lvl2pPr>
            <a:lvl3pPr marL="502920" indent="-173038">
              <a:spcBef>
                <a:spcPts val="200"/>
              </a:spcBef>
              <a:buClr>
                <a:srgbClr val="B01C2E"/>
              </a:buClr>
              <a:buFont typeface="Arial" pitchFamily="34" charset="0"/>
              <a:buChar char="–"/>
              <a:defRPr sz="1200" baseline="0"/>
            </a:lvl3pPr>
            <a:lvl4pPr marL="685800" indent="-173736">
              <a:spcBef>
                <a:spcPts val="200"/>
              </a:spcBef>
              <a:buClr>
                <a:srgbClr val="B01C2E"/>
              </a:buClr>
              <a:buFont typeface="Arial" pitchFamily="34" charset="0"/>
              <a:buChar char="–"/>
              <a:tabLst/>
              <a:defRPr sz="1200"/>
            </a:lvl4pPr>
            <a:lvl5pPr marL="850392" indent="-173736">
              <a:spcBef>
                <a:spcPts val="200"/>
              </a:spcBef>
              <a:buClr>
                <a:srgbClr val="B01C2E"/>
              </a:buClr>
              <a:buFont typeface="Arial" pitchFamily="34" charset="0"/>
              <a:buChar char="–"/>
              <a:defRPr sz="1200"/>
            </a:lvl5pPr>
            <a:lvl6pPr marL="1115568">
              <a:buClr>
                <a:srgbClr val="B01C1A"/>
              </a:buClr>
              <a:buFont typeface="Arial" pitchFamily="34" charset="0"/>
              <a:buChar char="–"/>
              <a:defRPr sz="12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9"/>
          <p:cNvSpPr>
            <a:spLocks noGrp="1"/>
          </p:cNvSpPr>
          <p:nvPr>
            <p:ph type="body" sz="quarter" idx="15"/>
          </p:nvPr>
        </p:nvSpPr>
        <p:spPr>
          <a:xfrm>
            <a:off x="670560" y="15544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1" name="Text Placeholder 19"/>
          <p:cNvSpPr>
            <a:spLocks noGrp="1"/>
          </p:cNvSpPr>
          <p:nvPr>
            <p:ph type="body" sz="quarter" idx="21"/>
          </p:nvPr>
        </p:nvSpPr>
        <p:spPr>
          <a:xfrm>
            <a:off x="670560" y="27482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2" name="Text Placeholder 19"/>
          <p:cNvSpPr>
            <a:spLocks noGrp="1"/>
          </p:cNvSpPr>
          <p:nvPr>
            <p:ph type="body" sz="quarter" idx="22"/>
          </p:nvPr>
        </p:nvSpPr>
        <p:spPr>
          <a:xfrm>
            <a:off x="670560" y="39420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23"/>
          </p:nvPr>
        </p:nvSpPr>
        <p:spPr>
          <a:xfrm>
            <a:off x="670560" y="51358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24"/>
          </p:nvPr>
        </p:nvSpPr>
        <p:spPr/>
        <p:txBody>
          <a:bodyPr/>
          <a:lstStyle>
            <a:lvl1pPr>
              <a:defRPr/>
            </a:lvl1pPr>
          </a:lstStyle>
          <a:p>
            <a:fld id="{12EFD6B5-614C-464C-AC16-8E45A0815BB5}" type="slidenum">
              <a:rPr lang="en-US" altLang="en-US"/>
              <a:pPr/>
              <a:t>‹#›</a:t>
            </a:fld>
            <a:endParaRPr lang="en-US" altLang="en-US"/>
          </a:p>
        </p:txBody>
      </p:sp>
      <p:sp>
        <p:nvSpPr>
          <p:cNvPr id="13" name="Footer Placeholder 12"/>
          <p:cNvSpPr>
            <a:spLocks noGrp="1"/>
          </p:cNvSpPr>
          <p:nvPr>
            <p:ph type="ftr" sz="quarter" idx="25"/>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70695512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hases and threads with arrows">
    <p:spTree>
      <p:nvGrpSpPr>
        <p:cNvPr id="1" name=""/>
        <p:cNvGrpSpPr/>
        <p:nvPr/>
      </p:nvGrpSpPr>
      <p:grpSpPr>
        <a:xfrm>
          <a:off x="0" y="0"/>
          <a:ext cx="0" cy="0"/>
          <a:chOff x="0" y="0"/>
          <a:chExt cx="0" cy="0"/>
        </a:xfrm>
      </p:grpSpPr>
      <p:sp>
        <p:nvSpPr>
          <p:cNvPr id="32" name="Text Placeholder 19"/>
          <p:cNvSpPr>
            <a:spLocks noGrp="1"/>
          </p:cNvSpPr>
          <p:nvPr>
            <p:ph type="body" sz="quarter" idx="15"/>
          </p:nvPr>
        </p:nvSpPr>
        <p:spPr>
          <a:xfrm>
            <a:off x="406400" y="2362200"/>
            <a:ext cx="8156448"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33" name="Text Placeholder 19"/>
          <p:cNvSpPr>
            <a:spLocks noGrp="1"/>
          </p:cNvSpPr>
          <p:nvPr>
            <p:ph type="body" sz="quarter" idx="33"/>
          </p:nvPr>
        </p:nvSpPr>
        <p:spPr>
          <a:xfrm>
            <a:off x="406400" y="3491484"/>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36" name="Text Placeholder 19"/>
          <p:cNvSpPr>
            <a:spLocks noGrp="1"/>
          </p:cNvSpPr>
          <p:nvPr>
            <p:ph type="body" sz="quarter" idx="34"/>
          </p:nvPr>
        </p:nvSpPr>
        <p:spPr>
          <a:xfrm>
            <a:off x="406400" y="4620768"/>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26" name="Text Placeholder 25"/>
          <p:cNvSpPr>
            <a:spLocks noGrp="1"/>
          </p:cNvSpPr>
          <p:nvPr>
            <p:ph type="body" sz="quarter" idx="21"/>
          </p:nvPr>
        </p:nvSpPr>
        <p:spPr>
          <a:xfrm>
            <a:off x="8548577" y="1417320"/>
            <a:ext cx="2804160" cy="429768"/>
          </a:xfrm>
          <a:prstGeom prst="rect">
            <a:avLst/>
          </a:prstGeom>
          <a:solidFill>
            <a:srgbClr val="B01C2E"/>
          </a:solidFill>
          <a:ln>
            <a:solidFill>
              <a:srgbClr val="B01C2E"/>
            </a:solidFill>
          </a:ln>
        </p:spPr>
        <p:txBody>
          <a:bodyPr anchor="ctr"/>
          <a:lstStyle>
            <a:lvl1pPr algn="ctr">
              <a:buNone/>
              <a:defRPr sz="1200" b="1">
                <a:solidFill>
                  <a:srgbClr val="FFFFFF"/>
                </a:solidFill>
              </a:defRPr>
            </a:lvl1pPr>
          </a:lstStyle>
          <a:p>
            <a:pPr lvl="0"/>
            <a:r>
              <a:rPr lang="en-US"/>
              <a:t>Click to edit Master text styles</a:t>
            </a:r>
          </a:p>
        </p:txBody>
      </p:sp>
      <p:sp>
        <p:nvSpPr>
          <p:cNvPr id="17" name="Text Placeholder 12"/>
          <p:cNvSpPr>
            <a:spLocks noGrp="1"/>
          </p:cNvSpPr>
          <p:nvPr>
            <p:ph type="body" sz="quarter" idx="27"/>
          </p:nvPr>
        </p:nvSpPr>
        <p:spPr>
          <a:xfrm>
            <a:off x="5854700"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p:cNvSpPr>
            <a:spLocks noGrp="1"/>
          </p:cNvSpPr>
          <p:nvPr>
            <p:ph type="body" sz="quarter" idx="28"/>
          </p:nvPr>
        </p:nvSpPr>
        <p:spPr>
          <a:xfrm>
            <a:off x="3698748"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2"/>
          <p:cNvSpPr>
            <a:spLocks noGrp="1"/>
          </p:cNvSpPr>
          <p:nvPr>
            <p:ph type="body" sz="quarter" idx="29"/>
          </p:nvPr>
        </p:nvSpPr>
        <p:spPr>
          <a:xfrm>
            <a:off x="1542796"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5"/>
          <p:cNvSpPr>
            <a:spLocks noGrp="1"/>
          </p:cNvSpPr>
          <p:nvPr>
            <p:ph type="body" sz="quarter" idx="30"/>
          </p:nvPr>
        </p:nvSpPr>
        <p:spPr>
          <a:xfrm>
            <a:off x="1542796"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21" name="Text Placeholder 25"/>
          <p:cNvSpPr>
            <a:spLocks noGrp="1"/>
          </p:cNvSpPr>
          <p:nvPr>
            <p:ph type="body" sz="quarter" idx="31"/>
          </p:nvPr>
        </p:nvSpPr>
        <p:spPr>
          <a:xfrm>
            <a:off x="3698748"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25" name="Text Placeholder 25"/>
          <p:cNvSpPr>
            <a:spLocks noGrp="1"/>
          </p:cNvSpPr>
          <p:nvPr>
            <p:ph type="body" sz="quarter" idx="32"/>
          </p:nvPr>
        </p:nvSpPr>
        <p:spPr>
          <a:xfrm>
            <a:off x="5854700"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Content Placeholder 10"/>
          <p:cNvSpPr>
            <a:spLocks noGrp="1"/>
          </p:cNvSpPr>
          <p:nvPr>
            <p:ph sz="quarter" idx="20"/>
          </p:nvPr>
        </p:nvSpPr>
        <p:spPr>
          <a:xfrm>
            <a:off x="8548577" y="1861185"/>
            <a:ext cx="2804160" cy="4206240"/>
          </a:xfrm>
          <a:prstGeom prst="rect">
            <a:avLst/>
          </a:prstGeom>
          <a:solidFill>
            <a:srgbClr val="FFFFFF"/>
          </a:solidFill>
          <a:ln>
            <a:solidFill>
              <a:srgbClr val="C0C0C0"/>
            </a:solidFill>
          </a:ln>
        </p:spPr>
        <p:txBody>
          <a:bodyPr rIns="4572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p:txBody>
      </p:sp>
      <p:sp>
        <p:nvSpPr>
          <p:cNvPr id="14" name="Slide Number Placeholder 9"/>
          <p:cNvSpPr>
            <a:spLocks noGrp="1"/>
          </p:cNvSpPr>
          <p:nvPr>
            <p:ph type="sldNum" sz="quarter" idx="35"/>
          </p:nvPr>
        </p:nvSpPr>
        <p:spPr/>
        <p:txBody>
          <a:bodyPr/>
          <a:lstStyle>
            <a:lvl1pPr>
              <a:defRPr/>
            </a:lvl1pPr>
          </a:lstStyle>
          <a:p>
            <a:fld id="{08AE5534-AA48-F74E-87DE-645A72BA9DD1}" type="slidenum">
              <a:rPr lang="en-US" altLang="en-US"/>
              <a:pPr/>
              <a:t>‹#›</a:t>
            </a:fld>
            <a:endParaRPr lang="en-US" altLang="en-US"/>
          </a:p>
        </p:txBody>
      </p:sp>
      <p:sp>
        <p:nvSpPr>
          <p:cNvPr id="22" name="Footer Placeholder 12"/>
          <p:cNvSpPr>
            <a:spLocks noGrp="1"/>
          </p:cNvSpPr>
          <p:nvPr>
            <p:ph type="ftr" sz="quarter" idx="36"/>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631887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roject Phases">
    <p:spTree>
      <p:nvGrpSpPr>
        <p:cNvPr id="1" name=""/>
        <p:cNvGrpSpPr/>
        <p:nvPr/>
      </p:nvGrpSpPr>
      <p:grpSpPr>
        <a:xfrm>
          <a:off x="0" y="0"/>
          <a:ext cx="0" cy="0"/>
          <a:chOff x="0" y="0"/>
          <a:chExt cx="0" cy="0"/>
        </a:xfrm>
      </p:grpSpPr>
      <p:sp>
        <p:nvSpPr>
          <p:cNvPr id="15" name="Freeform 11"/>
          <p:cNvSpPr>
            <a:spLocks/>
          </p:cNvSpPr>
          <p:nvPr userDrawn="1"/>
        </p:nvSpPr>
        <p:spPr bwMode="auto">
          <a:xfrm>
            <a:off x="4091518" y="1981201"/>
            <a:ext cx="3382433" cy="339725"/>
          </a:xfrm>
          <a:custGeom>
            <a:avLst/>
            <a:gdLst>
              <a:gd name="T0" fmla="*/ 0 w 2536891"/>
              <a:gd name="T1" fmla="*/ 0 h 488372"/>
              <a:gd name="T2" fmla="*/ 1942613 w 2536891"/>
              <a:gd name="T3" fmla="*/ 0 h 488372"/>
              <a:gd name="T4" fmla="*/ 2455867 w 2536891"/>
              <a:gd name="T5" fmla="*/ 200 h 488372"/>
              <a:gd name="T6" fmla="*/ 2536627 w 2536891"/>
              <a:gd name="T7" fmla="*/ 114356 h 488372"/>
              <a:gd name="T8" fmla="*/ 131751 w 2536891"/>
              <a:gd name="T9" fmla="*/ 114356 h 488372"/>
              <a:gd name="T10" fmla="*/ 81090 w 2536891"/>
              <a:gd name="T11" fmla="*/ 113442 h 488372"/>
              <a:gd name="T12" fmla="*/ 0 w 2536891"/>
              <a:gd name="T13" fmla="*/ 0 h 488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36891" h="488372">
                <a:moveTo>
                  <a:pt x="0" y="0"/>
                </a:moveTo>
                <a:lnTo>
                  <a:pt x="1942817" y="0"/>
                </a:lnTo>
                <a:lnTo>
                  <a:pt x="2456123" y="856"/>
                </a:lnTo>
                <a:lnTo>
                  <a:pt x="2536891" y="488372"/>
                </a:lnTo>
                <a:lnTo>
                  <a:pt x="131763" y="488372"/>
                </a:lnTo>
                <a:lnTo>
                  <a:pt x="81098" y="484467"/>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17" name="Freeform 13"/>
          <p:cNvSpPr>
            <a:spLocks/>
          </p:cNvSpPr>
          <p:nvPr userDrawn="1"/>
        </p:nvSpPr>
        <p:spPr bwMode="auto">
          <a:xfrm>
            <a:off x="609601" y="1982789"/>
            <a:ext cx="3373967" cy="339725"/>
          </a:xfrm>
          <a:custGeom>
            <a:avLst/>
            <a:gdLst>
              <a:gd name="T0" fmla="*/ 0 w 2529680"/>
              <a:gd name="T1" fmla="*/ 0 h 488372"/>
              <a:gd name="T2" fmla="*/ 1945261 w 2529680"/>
              <a:gd name="T3" fmla="*/ 0 h 488372"/>
              <a:gd name="T4" fmla="*/ 2463980 w 2529680"/>
              <a:gd name="T5" fmla="*/ 200 h 488372"/>
              <a:gd name="T6" fmla="*/ 2532861 w 2529680"/>
              <a:gd name="T7" fmla="*/ 113442 h 488372"/>
              <a:gd name="T8" fmla="*/ 0 w 2529680"/>
              <a:gd name="T9" fmla="*/ 114356 h 488372"/>
              <a:gd name="T10" fmla="*/ 0 w 2529680"/>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29680" h="488372">
                <a:moveTo>
                  <a:pt x="0" y="0"/>
                </a:moveTo>
                <a:lnTo>
                  <a:pt x="1942817" y="0"/>
                </a:lnTo>
                <a:lnTo>
                  <a:pt x="2460885" y="856"/>
                </a:lnTo>
                <a:lnTo>
                  <a:pt x="2529680" y="484467"/>
                </a:lnTo>
                <a:lnTo>
                  <a:pt x="0"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21" name="Freeform 14"/>
          <p:cNvSpPr>
            <a:spLocks/>
          </p:cNvSpPr>
          <p:nvPr userDrawn="1"/>
        </p:nvSpPr>
        <p:spPr bwMode="auto">
          <a:xfrm>
            <a:off x="7579785" y="1981201"/>
            <a:ext cx="3829049" cy="339725"/>
          </a:xfrm>
          <a:custGeom>
            <a:avLst/>
            <a:gdLst>
              <a:gd name="T0" fmla="*/ 0 w 2996886"/>
              <a:gd name="T1" fmla="*/ 0 h 488372"/>
              <a:gd name="T2" fmla="*/ 1638173 w 2996886"/>
              <a:gd name="T3" fmla="*/ 0 h 488372"/>
              <a:gd name="T4" fmla="*/ 2526959 w 2996886"/>
              <a:gd name="T5" fmla="*/ 200 h 488372"/>
              <a:gd name="T6" fmla="*/ 2525539 w 2996886"/>
              <a:gd name="T7" fmla="*/ 114356 h 488372"/>
              <a:gd name="T8" fmla="*/ 60236 w 2996886"/>
              <a:gd name="T9" fmla="*/ 114356 h 488372"/>
              <a:gd name="T10" fmla="*/ 0 w 2996886"/>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96886" h="488372">
                <a:moveTo>
                  <a:pt x="0" y="0"/>
                </a:moveTo>
                <a:lnTo>
                  <a:pt x="1942817" y="0"/>
                </a:lnTo>
                <a:lnTo>
                  <a:pt x="2996886" y="855"/>
                </a:lnTo>
                <a:cubicBezTo>
                  <a:pt x="2996325" y="163361"/>
                  <a:pt x="2995763" y="325866"/>
                  <a:pt x="2995202" y="488372"/>
                </a:cubicBezTo>
                <a:lnTo>
                  <a:pt x="71438"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28" name="Text Placeholder 12"/>
          <p:cNvSpPr>
            <a:spLocks noGrp="1"/>
          </p:cNvSpPr>
          <p:nvPr>
            <p:ph type="body" sz="quarter" idx="16"/>
          </p:nvPr>
        </p:nvSpPr>
        <p:spPr bwMode="gray">
          <a:xfrm>
            <a:off x="7574514" y="1983087"/>
            <a:ext cx="3834321" cy="1903112"/>
          </a:xfrm>
          <a:custGeom>
            <a:avLst/>
            <a:gdLst>
              <a:gd name="connsiteX0" fmla="*/ 0 w 2674468"/>
              <a:gd name="connsiteY0" fmla="*/ 0 h 1724992"/>
              <a:gd name="connsiteX1" fmla="*/ 2472747 w 2674468"/>
              <a:gd name="connsiteY1" fmla="*/ 0 h 1724992"/>
              <a:gd name="connsiteX2" fmla="*/ 2674468 w 2674468"/>
              <a:gd name="connsiteY2" fmla="*/ 862496 h 1724992"/>
              <a:gd name="connsiteX3" fmla="*/ 2472747 w 2674468"/>
              <a:gd name="connsiteY3" fmla="*/ 1724992 h 1724992"/>
              <a:gd name="connsiteX4" fmla="*/ 0 w 2674468"/>
              <a:gd name="connsiteY4" fmla="*/ 1724992 h 1724992"/>
              <a:gd name="connsiteX5" fmla="*/ 201721 w 2674468"/>
              <a:gd name="connsiteY5" fmla="*/ 862496 h 1724992"/>
              <a:gd name="connsiteX6" fmla="*/ 0 w 2674468"/>
              <a:gd name="connsiteY6"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201721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747" h="1724992">
                <a:moveTo>
                  <a:pt x="0" y="0"/>
                </a:moveTo>
                <a:lnTo>
                  <a:pt x="2472747" y="0"/>
                </a:lnTo>
                <a:lnTo>
                  <a:pt x="2472747" y="1724992"/>
                </a:lnTo>
                <a:lnTo>
                  <a:pt x="0" y="1724992"/>
                </a:lnTo>
                <a:lnTo>
                  <a:pt x="169327" y="862496"/>
                </a:lnTo>
                <a:lnTo>
                  <a:pt x="0" y="0"/>
                </a:lnTo>
                <a:close/>
              </a:path>
            </a:pathLst>
          </a:custGeom>
          <a:noFill/>
          <a:ln w="6350">
            <a:solidFill>
              <a:srgbClr val="A9A9A9"/>
            </a:solidFill>
            <a:miter lim="800000"/>
            <a:headEnd/>
            <a:tailEnd/>
          </a:ln>
        </p:spPr>
        <p:txBody>
          <a:bodyPr lIns="411480" tIns="457200" rIns="137160" bIns="137160"/>
          <a:lstStyle>
            <a:lvl1pPr marL="171450" indent="-171450">
              <a:buClr>
                <a:srgbClr val="B01C2E"/>
              </a:buClr>
              <a:buFont typeface="Wingdings 2" pitchFamily="18" charset="2"/>
              <a:buChar char=""/>
              <a:defRPr sz="120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12"/>
          <p:cNvSpPr>
            <a:spLocks noGrp="1"/>
          </p:cNvSpPr>
          <p:nvPr>
            <p:ph type="body" sz="quarter" idx="33"/>
          </p:nvPr>
        </p:nvSpPr>
        <p:spPr>
          <a:xfrm>
            <a:off x="4091412" y="1983087"/>
            <a:ext cx="3565957" cy="1903112"/>
          </a:xfrm>
          <a:prstGeom prst="chevron">
            <a:avLst>
              <a:gd name="adj" fmla="val 10431"/>
            </a:avLst>
          </a:prstGeom>
          <a:ln w="6350">
            <a:solidFill>
              <a:srgbClr val="A9A9A9"/>
            </a:solidFill>
          </a:ln>
        </p:spPr>
        <p:txBody>
          <a:bodyPr lIns="137160" tIns="457200" rIns="137160" bIns="137160"/>
          <a:lstStyle>
            <a:lvl1pPr marL="171450" indent="-171450">
              <a:buClr>
                <a:srgbClr val="B01C2E"/>
              </a:buClr>
              <a:buFont typeface="Wingdings 2" pitchFamily="18" charset="2"/>
              <a:buChar char=""/>
              <a:defRPr sz="1200" baseline="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21"/>
          </p:nvPr>
        </p:nvSpPr>
        <p:spPr>
          <a:xfrm>
            <a:off x="609600" y="4038600"/>
            <a:ext cx="10769600" cy="310896"/>
          </a:xfrm>
          <a:prstGeom prst="rect">
            <a:avLst/>
          </a:prstGeom>
          <a:solidFill>
            <a:srgbClr val="4D4D4D"/>
          </a:solidFill>
          <a:ln>
            <a:noFill/>
          </a:ln>
        </p:spPr>
        <p:txBody>
          <a:bodyPr anchor="ctr" anchorCtr="1"/>
          <a:lstStyle>
            <a:lvl1pPr marL="0" indent="0" algn="ctr">
              <a:buNone/>
              <a:defRPr sz="1200" b="1">
                <a:solidFill>
                  <a:srgbClr val="FFFFFF"/>
                </a:solidFill>
              </a:defRPr>
            </a:lvl1pPr>
          </a:lstStyle>
          <a:p>
            <a:pPr lvl="0"/>
            <a:r>
              <a:rPr lang="en-US"/>
              <a:t>Click to edit Master text styles</a:t>
            </a:r>
          </a:p>
        </p:txBody>
      </p:sp>
      <p:sp>
        <p:nvSpPr>
          <p:cNvPr id="18" name="Text Placeholder 15"/>
          <p:cNvSpPr>
            <a:spLocks noGrp="1"/>
          </p:cNvSpPr>
          <p:nvPr>
            <p:ph type="body" sz="quarter" idx="23"/>
          </p:nvPr>
        </p:nvSpPr>
        <p:spPr>
          <a:xfrm>
            <a:off x="609600" y="5937504"/>
            <a:ext cx="5266944" cy="310896"/>
          </a:xfrm>
          <a:prstGeom prst="rect">
            <a:avLst/>
          </a:prstGeom>
          <a:solidFill>
            <a:srgbClr val="4D4D4D"/>
          </a:solidFill>
          <a:ln>
            <a:noFill/>
          </a:ln>
        </p:spPr>
        <p:txBody>
          <a:bodyPr anchor="ctr" anchorCtr="1"/>
          <a:lstStyle>
            <a:lvl1pPr marL="0" indent="173736" algn="l">
              <a:buClr>
                <a:schemeClr val="accent1"/>
              </a:buClr>
              <a:buFont typeface="Wingdings" pitchFamily="2" charset="2"/>
              <a:buNone/>
              <a:defRPr sz="1200" b="1">
                <a:solidFill>
                  <a:srgbClr val="FFFFFF"/>
                </a:solidFill>
              </a:defRPr>
            </a:lvl1pPr>
          </a:lstStyle>
          <a:p>
            <a:pPr lvl="0"/>
            <a:r>
              <a:rPr lang="en-US"/>
              <a:t>Click to edit Master text styles</a:t>
            </a:r>
          </a:p>
        </p:txBody>
      </p:sp>
      <p:sp>
        <p:nvSpPr>
          <p:cNvPr id="19" name="Text Placeholder 15"/>
          <p:cNvSpPr>
            <a:spLocks noGrp="1"/>
          </p:cNvSpPr>
          <p:nvPr>
            <p:ph type="body" sz="quarter" idx="24"/>
          </p:nvPr>
        </p:nvSpPr>
        <p:spPr>
          <a:xfrm>
            <a:off x="6114371" y="5937504"/>
            <a:ext cx="5266944" cy="310896"/>
          </a:xfrm>
          <a:prstGeom prst="rect">
            <a:avLst/>
          </a:prstGeom>
          <a:solidFill>
            <a:srgbClr val="4D4D4D"/>
          </a:solidFill>
          <a:ln>
            <a:noFill/>
          </a:ln>
        </p:spPr>
        <p:txBody>
          <a:bodyPr anchor="ctr" anchorCtr="1"/>
          <a:lstStyle>
            <a:lvl1pPr marL="0" indent="173736" algn="l">
              <a:buClr>
                <a:schemeClr val="accent1"/>
              </a:buClr>
              <a:buFont typeface="Wingdings" pitchFamily="2" charset="2"/>
              <a:buNone/>
              <a:defRPr sz="1200" b="1">
                <a:solidFill>
                  <a:srgbClr val="FFFFFF"/>
                </a:solidFill>
              </a:defRPr>
            </a:lvl1pPr>
          </a:lstStyle>
          <a:p>
            <a:pPr lvl="0"/>
            <a:r>
              <a:rPr lang="en-US"/>
              <a:t>Click to edit Master text styles</a:t>
            </a:r>
          </a:p>
        </p:txBody>
      </p:sp>
      <p:sp>
        <p:nvSpPr>
          <p:cNvPr id="26" name="Text Placeholder 12"/>
          <p:cNvSpPr>
            <a:spLocks noGrp="1"/>
          </p:cNvSpPr>
          <p:nvPr>
            <p:ph type="body" sz="quarter" idx="12"/>
          </p:nvPr>
        </p:nvSpPr>
        <p:spPr>
          <a:xfrm>
            <a:off x="609600" y="1417320"/>
            <a:ext cx="6925056"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27" name="Text Placeholder 13"/>
          <p:cNvSpPr>
            <a:spLocks noGrp="1"/>
          </p:cNvSpPr>
          <p:nvPr>
            <p:ph type="body" sz="quarter" idx="17"/>
          </p:nvPr>
        </p:nvSpPr>
        <p:spPr>
          <a:xfrm>
            <a:off x="7541684" y="1417325"/>
            <a:ext cx="4047744" cy="461963"/>
          </a:xfrm>
          <a:prstGeom prst="chevron">
            <a:avLst>
              <a:gd name="adj" fmla="val 34831"/>
            </a:avLst>
          </a:prstGeom>
          <a:solidFill>
            <a:srgbClr val="B01C2E"/>
          </a:solidFill>
        </p:spPr>
        <p:txBody>
          <a:bodyPr anchor="ctr"/>
          <a:lstStyle>
            <a:lvl1pPr marL="342900" marR="0" indent="-342900"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rgbClr val="FFFFFF"/>
                </a:solidFill>
              </a:defRPr>
            </a:lvl1pPr>
          </a:lstStyle>
          <a:p>
            <a:pPr lvl="0"/>
            <a:r>
              <a:rPr lang="en-US"/>
              <a:t>Click to edit Master text styles</a:t>
            </a:r>
          </a:p>
        </p:txBody>
      </p:sp>
      <p:sp>
        <p:nvSpPr>
          <p:cNvPr id="40" name="Text Placeholder 12"/>
          <p:cNvSpPr>
            <a:spLocks noGrp="1"/>
          </p:cNvSpPr>
          <p:nvPr>
            <p:ph type="body" sz="quarter" idx="11"/>
          </p:nvPr>
        </p:nvSpPr>
        <p:spPr>
          <a:xfrm>
            <a:off x="609600" y="1983087"/>
            <a:ext cx="3565957" cy="1903112"/>
          </a:xfrm>
          <a:prstGeom prst="homePlate">
            <a:avLst>
              <a:gd name="adj" fmla="val 11448"/>
            </a:avLst>
          </a:prstGeom>
          <a:ln w="6350">
            <a:solidFill>
              <a:srgbClr val="A9A9A9"/>
            </a:solidFill>
          </a:ln>
        </p:spPr>
        <p:txBody>
          <a:bodyPr lIns="137160" tIns="457200" rIns="137160" bIns="137160"/>
          <a:lstStyle>
            <a:lvl1pPr marL="171450" indent="-171450">
              <a:buClr>
                <a:srgbClr val="B01C2E"/>
              </a:buClr>
              <a:buFont typeface="Wingdings 2" pitchFamily="18" charset="2"/>
              <a:buChar char=""/>
              <a:defRPr sz="1200" baseline="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9"/>
          <p:cNvSpPr>
            <a:spLocks noGrp="1"/>
          </p:cNvSpPr>
          <p:nvPr>
            <p:ph type="body" sz="quarter" idx="13"/>
          </p:nvPr>
        </p:nvSpPr>
        <p:spPr>
          <a:xfrm>
            <a:off x="609600" y="1981200"/>
            <a:ext cx="3297573"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43" name="Text Placeholder 29"/>
          <p:cNvSpPr>
            <a:spLocks noGrp="1"/>
          </p:cNvSpPr>
          <p:nvPr>
            <p:ph type="body" sz="quarter" idx="15"/>
          </p:nvPr>
        </p:nvSpPr>
        <p:spPr>
          <a:xfrm>
            <a:off x="4192430" y="1988239"/>
            <a:ext cx="3183381"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49" name="Content Placeholder 10"/>
          <p:cNvSpPr>
            <a:spLocks noGrp="1"/>
          </p:cNvSpPr>
          <p:nvPr>
            <p:ph sz="quarter" idx="18"/>
          </p:nvPr>
        </p:nvSpPr>
        <p:spPr>
          <a:xfrm>
            <a:off x="609600" y="4343400"/>
            <a:ext cx="10769600" cy="1481328"/>
          </a:xfrm>
          <a:prstGeom prst="rect">
            <a:avLst/>
          </a:prstGeom>
          <a:solidFill>
            <a:srgbClr val="FFFFFF"/>
          </a:solidFill>
          <a:ln>
            <a:solidFill>
              <a:srgbClr val="C0C0C0"/>
            </a:solidFill>
          </a:ln>
        </p:spPr>
        <p:txBody>
          <a:bodyPr/>
          <a:lstStyle>
            <a:lvl1pPr marL="173736" indent="-173736">
              <a:lnSpc>
                <a:spcPct val="95000"/>
              </a:lnSpc>
              <a:spcBef>
                <a:spcPts val="720"/>
              </a:spcBef>
              <a:buClr>
                <a:schemeClr val="accent1"/>
              </a:buClr>
              <a:buFont typeface="Wingdings 2" pitchFamily="18" charset="2"/>
              <a:buChar char=""/>
              <a:defRPr sz="1200"/>
            </a:lvl1pPr>
            <a:lvl2pPr marL="347472" indent="-173736">
              <a:lnSpc>
                <a:spcPct val="95000"/>
              </a:lnSpc>
              <a:spcBef>
                <a:spcPts val="300"/>
              </a:spcBef>
              <a:buClr>
                <a:schemeClr val="accent1"/>
              </a:buClr>
              <a:buFont typeface="Arial" pitchFamily="34" charset="0"/>
              <a:buChar char="•"/>
              <a:defRPr sz="1200"/>
            </a:lvl2pPr>
            <a:lvl3pPr marL="521208" indent="-173736">
              <a:lnSpc>
                <a:spcPct val="95000"/>
              </a:lnSpc>
              <a:spcBef>
                <a:spcPts val="300"/>
              </a:spcBef>
              <a:buClr>
                <a:schemeClr val="accent1"/>
              </a:buClr>
              <a:buFont typeface="Arial" pitchFamily="34" charset="0"/>
              <a:buChar char="–"/>
              <a:defRPr sz="1200"/>
            </a:lvl3pPr>
            <a:lvl4pPr marL="685800" indent="-173736">
              <a:lnSpc>
                <a:spcPct val="95000"/>
              </a:lnSpc>
              <a:spcBef>
                <a:spcPts val="300"/>
              </a:spcBef>
              <a:buClr>
                <a:schemeClr val="accent1"/>
              </a:buClr>
              <a:buFont typeface="Arial" pitchFamily="34" charset="0"/>
              <a:buChar char="–"/>
              <a:defRPr sz="1200"/>
            </a:lvl4pPr>
            <a:lvl5pPr marL="914400" indent="-173736">
              <a:lnSpc>
                <a:spcPct val="95000"/>
              </a:lnSpc>
              <a:spcBef>
                <a:spcPts val="300"/>
              </a:spcBef>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9"/>
          <p:cNvSpPr>
            <a:spLocks noGrp="1"/>
          </p:cNvSpPr>
          <p:nvPr>
            <p:ph type="body" sz="quarter" idx="34"/>
          </p:nvPr>
        </p:nvSpPr>
        <p:spPr>
          <a:xfrm>
            <a:off x="7683241" y="1987175"/>
            <a:ext cx="3725596"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2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3" name="Slide Number Placeholder 9"/>
          <p:cNvSpPr>
            <a:spLocks noGrp="1"/>
          </p:cNvSpPr>
          <p:nvPr>
            <p:ph type="sldNum" sz="quarter" idx="35"/>
          </p:nvPr>
        </p:nvSpPr>
        <p:spPr/>
        <p:txBody>
          <a:bodyPr/>
          <a:lstStyle>
            <a:lvl1pPr>
              <a:defRPr/>
            </a:lvl1pPr>
          </a:lstStyle>
          <a:p>
            <a:fld id="{E70D8206-912D-3041-8A60-C5747B4B98EB}" type="slidenum">
              <a:rPr lang="en-US" altLang="en-US"/>
              <a:pPr/>
              <a:t>‹#›</a:t>
            </a:fld>
            <a:endParaRPr lang="en-US" altLang="en-US"/>
          </a:p>
        </p:txBody>
      </p:sp>
      <p:sp>
        <p:nvSpPr>
          <p:cNvPr id="24" name="Footer Placeholder 23"/>
          <p:cNvSpPr>
            <a:spLocks noGrp="1"/>
          </p:cNvSpPr>
          <p:nvPr>
            <p:ph type="ftr" sz="quarter" idx="36"/>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93213104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Blocks - Workstreams and outcomes">
    <p:spTree>
      <p:nvGrpSpPr>
        <p:cNvPr id="1" name=""/>
        <p:cNvGrpSpPr/>
        <p:nvPr/>
      </p:nvGrpSpPr>
      <p:grpSpPr>
        <a:xfrm>
          <a:off x="0" y="0"/>
          <a:ext cx="0" cy="0"/>
          <a:chOff x="0" y="0"/>
          <a:chExt cx="0" cy="0"/>
        </a:xfrm>
      </p:grpSpPr>
      <p:sp>
        <p:nvSpPr>
          <p:cNvPr id="33" name="Pentagon 32"/>
          <p:cNvSpPr/>
          <p:nvPr userDrawn="1"/>
        </p:nvSpPr>
        <p:spPr bwMode="auto">
          <a:xfrm>
            <a:off x="7342718" y="1755775"/>
            <a:ext cx="905933" cy="4343400"/>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nchor="ctr"/>
          <a:lstStyle/>
          <a:p>
            <a:pPr indent="-117475" eaLnBrk="0" hangingPunct="0">
              <a:lnSpc>
                <a:spcPct val="95000"/>
              </a:lnSpc>
              <a:defRPr/>
            </a:pPr>
            <a:endParaRPr lang="en-US" sz="1800">
              <a:latin typeface="Arial" charset="0"/>
              <a:ea typeface="+mn-ea"/>
            </a:endParaRPr>
          </a:p>
        </p:txBody>
      </p:sp>
      <p:sp>
        <p:nvSpPr>
          <p:cNvPr id="6" name="Text Placeholder 2"/>
          <p:cNvSpPr>
            <a:spLocks noGrp="1"/>
          </p:cNvSpPr>
          <p:nvPr>
            <p:ph type="body" idx="38"/>
          </p:nvPr>
        </p:nvSpPr>
        <p:spPr>
          <a:xfrm>
            <a:off x="399164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Text Placeholder 2"/>
          <p:cNvSpPr>
            <a:spLocks noGrp="1"/>
          </p:cNvSpPr>
          <p:nvPr>
            <p:ph type="body" idx="39"/>
          </p:nvPr>
        </p:nvSpPr>
        <p:spPr>
          <a:xfrm>
            <a:off x="63711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5"/>
          </p:nvPr>
        </p:nvSpPr>
        <p:spPr>
          <a:xfrm>
            <a:off x="3991647" y="1290638"/>
            <a:ext cx="3169920" cy="380392"/>
          </a:xfrm>
          <a:prstGeom prst="rect">
            <a:avLst/>
          </a:prstGeom>
          <a:solidFill>
            <a:schemeClr val="tx1">
              <a:lumMod val="50000"/>
              <a:lumOff val="50000"/>
            </a:schemeClr>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2"/>
          </p:nvPr>
        </p:nvSpPr>
        <p:spPr>
          <a:xfrm>
            <a:off x="8400511" y="1290638"/>
            <a:ext cx="316992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2"/>
          <p:cNvSpPr>
            <a:spLocks noGrp="1"/>
          </p:cNvSpPr>
          <p:nvPr>
            <p:ph type="body" idx="30"/>
          </p:nvPr>
        </p:nvSpPr>
        <p:spPr>
          <a:xfrm>
            <a:off x="637117" y="1290638"/>
            <a:ext cx="3169920" cy="380392"/>
          </a:xfrm>
          <a:prstGeom prst="rect">
            <a:avLst/>
          </a:prstGeom>
          <a:solidFill>
            <a:srgbClr val="4D4D4D"/>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9"/>
          <p:cNvSpPr>
            <a:spLocks noGrp="1"/>
          </p:cNvSpPr>
          <p:nvPr>
            <p:ph type="body" sz="quarter" idx="40"/>
          </p:nvPr>
        </p:nvSpPr>
        <p:spPr>
          <a:xfrm>
            <a:off x="759037" y="1731264"/>
            <a:ext cx="2926080" cy="521208"/>
          </a:xfrm>
          <a:prstGeom prst="flowChartAlternateProcess">
            <a:avLst/>
          </a:prstGeom>
          <a:solidFill>
            <a:srgbClr val="FFFFFF"/>
          </a:solidFill>
          <a:ln>
            <a:solidFill>
              <a:srgbClr val="C0C0C0"/>
            </a:solidFill>
          </a:ln>
        </p:spPr>
        <p:txBody>
          <a:bodyPr lIns="45720" tIns="0" rIns="45720" bIns="0" anchor="ctr" anchorCtr="0"/>
          <a:lstStyle>
            <a:lvl1pPr marL="0" indent="-118872">
              <a:lnSpc>
                <a:spcPct val="95000"/>
              </a:lnSpc>
              <a:spcBef>
                <a:spcPts val="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2" name="Text Placeholder 19"/>
          <p:cNvSpPr>
            <a:spLocks noGrp="1"/>
          </p:cNvSpPr>
          <p:nvPr>
            <p:ph type="body" sz="quarter" idx="41"/>
          </p:nvPr>
        </p:nvSpPr>
        <p:spPr>
          <a:xfrm>
            <a:off x="759037" y="235712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3" name="Text Placeholder 19"/>
          <p:cNvSpPr>
            <a:spLocks noGrp="1"/>
          </p:cNvSpPr>
          <p:nvPr>
            <p:ph type="body" sz="quarter" idx="42"/>
          </p:nvPr>
        </p:nvSpPr>
        <p:spPr>
          <a:xfrm>
            <a:off x="759037" y="2982976"/>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4" name="Text Placeholder 19"/>
          <p:cNvSpPr>
            <a:spLocks noGrp="1"/>
          </p:cNvSpPr>
          <p:nvPr>
            <p:ph type="body" sz="quarter" idx="43"/>
          </p:nvPr>
        </p:nvSpPr>
        <p:spPr>
          <a:xfrm>
            <a:off x="759037" y="3608832"/>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5" name="Text Placeholder 19"/>
          <p:cNvSpPr>
            <a:spLocks noGrp="1"/>
          </p:cNvSpPr>
          <p:nvPr>
            <p:ph type="body" sz="quarter" idx="44"/>
          </p:nvPr>
        </p:nvSpPr>
        <p:spPr>
          <a:xfrm>
            <a:off x="759037" y="4234688"/>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6" name="Text Placeholder 19"/>
          <p:cNvSpPr>
            <a:spLocks noGrp="1"/>
          </p:cNvSpPr>
          <p:nvPr>
            <p:ph type="body" sz="quarter" idx="45"/>
          </p:nvPr>
        </p:nvSpPr>
        <p:spPr>
          <a:xfrm>
            <a:off x="759037" y="548640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7" name="Text Placeholder 19"/>
          <p:cNvSpPr>
            <a:spLocks noGrp="1"/>
          </p:cNvSpPr>
          <p:nvPr>
            <p:ph type="body" sz="quarter" idx="46"/>
          </p:nvPr>
        </p:nvSpPr>
        <p:spPr>
          <a:xfrm>
            <a:off x="759037" y="4860544"/>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8" name="Text Placeholder 19"/>
          <p:cNvSpPr>
            <a:spLocks noGrp="1"/>
          </p:cNvSpPr>
          <p:nvPr>
            <p:ph type="body" sz="quarter" idx="47"/>
          </p:nvPr>
        </p:nvSpPr>
        <p:spPr>
          <a:xfrm>
            <a:off x="4113567" y="1743456"/>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9" name="Text Placeholder 19"/>
          <p:cNvSpPr>
            <a:spLocks noGrp="1"/>
          </p:cNvSpPr>
          <p:nvPr>
            <p:ph type="body" sz="quarter" idx="48"/>
          </p:nvPr>
        </p:nvSpPr>
        <p:spPr>
          <a:xfrm>
            <a:off x="4113567" y="2369312"/>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0" name="Text Placeholder 19"/>
          <p:cNvSpPr>
            <a:spLocks noGrp="1"/>
          </p:cNvSpPr>
          <p:nvPr>
            <p:ph type="body" sz="quarter" idx="49"/>
          </p:nvPr>
        </p:nvSpPr>
        <p:spPr>
          <a:xfrm>
            <a:off x="4113567" y="2995168"/>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1" name="Text Placeholder 19"/>
          <p:cNvSpPr>
            <a:spLocks noGrp="1"/>
          </p:cNvSpPr>
          <p:nvPr>
            <p:ph type="body" sz="quarter" idx="50"/>
          </p:nvPr>
        </p:nvSpPr>
        <p:spPr>
          <a:xfrm>
            <a:off x="4113567" y="3621024"/>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2" name="Text Placeholder 19"/>
          <p:cNvSpPr>
            <a:spLocks noGrp="1"/>
          </p:cNvSpPr>
          <p:nvPr>
            <p:ph type="body" sz="quarter" idx="51"/>
          </p:nvPr>
        </p:nvSpPr>
        <p:spPr>
          <a:xfrm>
            <a:off x="4113567" y="4246880"/>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3" name="Text Placeholder 19"/>
          <p:cNvSpPr>
            <a:spLocks noGrp="1"/>
          </p:cNvSpPr>
          <p:nvPr>
            <p:ph type="body" sz="quarter" idx="52"/>
          </p:nvPr>
        </p:nvSpPr>
        <p:spPr>
          <a:xfrm>
            <a:off x="4113567" y="5498592"/>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4" name="Text Placeholder 19"/>
          <p:cNvSpPr>
            <a:spLocks noGrp="1"/>
          </p:cNvSpPr>
          <p:nvPr>
            <p:ph type="body" sz="quarter" idx="53"/>
          </p:nvPr>
        </p:nvSpPr>
        <p:spPr>
          <a:xfrm>
            <a:off x="4113567" y="4872736"/>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5" name="Text Placeholder 19"/>
          <p:cNvSpPr>
            <a:spLocks noGrp="1"/>
          </p:cNvSpPr>
          <p:nvPr>
            <p:ph type="body" sz="quarter" idx="54"/>
          </p:nvPr>
        </p:nvSpPr>
        <p:spPr>
          <a:xfrm>
            <a:off x="8400511" y="1743456"/>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6" name="Text Placeholder 19"/>
          <p:cNvSpPr>
            <a:spLocks noGrp="1"/>
          </p:cNvSpPr>
          <p:nvPr>
            <p:ph type="body" sz="quarter" idx="55"/>
          </p:nvPr>
        </p:nvSpPr>
        <p:spPr>
          <a:xfrm>
            <a:off x="8400511" y="2369312"/>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7" name="Text Placeholder 19"/>
          <p:cNvSpPr>
            <a:spLocks noGrp="1"/>
          </p:cNvSpPr>
          <p:nvPr>
            <p:ph type="body" sz="quarter" idx="56"/>
          </p:nvPr>
        </p:nvSpPr>
        <p:spPr>
          <a:xfrm>
            <a:off x="8400511" y="2995168"/>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8" name="Text Placeholder 19"/>
          <p:cNvSpPr>
            <a:spLocks noGrp="1"/>
          </p:cNvSpPr>
          <p:nvPr>
            <p:ph type="body" sz="quarter" idx="57"/>
          </p:nvPr>
        </p:nvSpPr>
        <p:spPr>
          <a:xfrm>
            <a:off x="8400511" y="3621024"/>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9" name="Text Placeholder 19"/>
          <p:cNvSpPr>
            <a:spLocks noGrp="1"/>
          </p:cNvSpPr>
          <p:nvPr>
            <p:ph type="body" sz="quarter" idx="58"/>
          </p:nvPr>
        </p:nvSpPr>
        <p:spPr>
          <a:xfrm>
            <a:off x="8400511" y="4246880"/>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0" name="Text Placeholder 19"/>
          <p:cNvSpPr>
            <a:spLocks noGrp="1"/>
          </p:cNvSpPr>
          <p:nvPr>
            <p:ph type="body" sz="quarter" idx="59"/>
          </p:nvPr>
        </p:nvSpPr>
        <p:spPr>
          <a:xfrm>
            <a:off x="8400511" y="5498592"/>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1" name="Text Placeholder 19"/>
          <p:cNvSpPr>
            <a:spLocks noGrp="1"/>
          </p:cNvSpPr>
          <p:nvPr>
            <p:ph type="body" sz="quarter" idx="60"/>
          </p:nvPr>
        </p:nvSpPr>
        <p:spPr>
          <a:xfrm>
            <a:off x="8400511" y="4872736"/>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4" name="Slide Number Placeholder 9"/>
          <p:cNvSpPr>
            <a:spLocks noGrp="1"/>
          </p:cNvSpPr>
          <p:nvPr>
            <p:ph type="sldNum" sz="quarter" idx="61"/>
          </p:nvPr>
        </p:nvSpPr>
        <p:spPr/>
        <p:txBody>
          <a:bodyPr/>
          <a:lstStyle>
            <a:lvl1pPr>
              <a:defRPr/>
            </a:lvl1pPr>
          </a:lstStyle>
          <a:p>
            <a:fld id="{250D9D91-D592-1043-AF8D-0FC015913F1E}" type="slidenum">
              <a:rPr lang="en-US" altLang="en-US"/>
              <a:pPr/>
              <a:t>‹#›</a:t>
            </a:fld>
            <a:endParaRPr lang="en-US" altLang="en-US"/>
          </a:p>
        </p:txBody>
      </p:sp>
      <p:sp>
        <p:nvSpPr>
          <p:cNvPr id="35" name="Footer Placeholder 33"/>
          <p:cNvSpPr>
            <a:spLocks noGrp="1"/>
          </p:cNvSpPr>
          <p:nvPr>
            <p:ph type="ftr" sz="quarter" idx="62"/>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84337482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Blocks - Elements Leading To">
    <p:spTree>
      <p:nvGrpSpPr>
        <p:cNvPr id="1" name=""/>
        <p:cNvGrpSpPr/>
        <p:nvPr/>
      </p:nvGrpSpPr>
      <p:grpSpPr>
        <a:xfrm>
          <a:off x="0" y="0"/>
          <a:ext cx="0" cy="0"/>
          <a:chOff x="0" y="0"/>
          <a:chExt cx="0" cy="0"/>
        </a:xfrm>
      </p:grpSpPr>
      <p:sp>
        <p:nvSpPr>
          <p:cNvPr id="15" name="Pentagon 14"/>
          <p:cNvSpPr/>
          <p:nvPr userDrawn="1"/>
        </p:nvSpPr>
        <p:spPr bwMode="auto">
          <a:xfrm>
            <a:off x="7133167" y="1497014"/>
            <a:ext cx="905933" cy="4352925"/>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7" name="Text Placeholder 8"/>
          <p:cNvSpPr>
            <a:spLocks noGrp="1"/>
          </p:cNvSpPr>
          <p:nvPr>
            <p:ph type="body" sz="quarter" idx="21"/>
          </p:nvPr>
        </p:nvSpPr>
        <p:spPr>
          <a:xfrm rot="5400000">
            <a:off x="9549384" y="-97536"/>
            <a:ext cx="640080" cy="3425952"/>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8" name="Text Placeholder 12"/>
          <p:cNvSpPr>
            <a:spLocks noGrp="1"/>
          </p:cNvSpPr>
          <p:nvPr>
            <p:ph type="body" sz="quarter" idx="18"/>
          </p:nvPr>
        </p:nvSpPr>
        <p:spPr>
          <a:xfrm>
            <a:off x="8156448" y="1981200"/>
            <a:ext cx="3425952" cy="4114800"/>
          </a:xfrm>
          <a:prstGeom prst="rect">
            <a:avLst/>
          </a:prstGeom>
          <a:noFill/>
          <a:ln>
            <a:solidFill>
              <a:srgbClr val="C0C0C0"/>
            </a:solidFill>
          </a:ln>
        </p:spPr>
        <p:txBody>
          <a:bodyPr wrap="square" lIns="91440" anchor="t" anchorCtr="0">
            <a:noAutofit/>
          </a:bodyPr>
          <a:lstStyle>
            <a:lvl1pPr marL="233363" indent="-233363" algn="l">
              <a:spcBef>
                <a:spcPts val="200"/>
              </a:spcBef>
              <a:buClr>
                <a:srgbClr val="B01C2E"/>
              </a:buClr>
              <a:buFont typeface="Wingdings" pitchFamily="2" charset="2"/>
              <a:buChar char="§"/>
              <a:defRPr sz="1200" b="1" baseline="0"/>
            </a:lvl1pPr>
            <a:lvl2pPr marL="338138" indent="-173038">
              <a:spcBef>
                <a:spcPts val="200"/>
              </a:spcBef>
              <a:buClr>
                <a:srgbClr val="B01C2E"/>
              </a:buClr>
              <a:buFont typeface="Arial" pitchFamily="34" charset="0"/>
              <a:buChar char="•"/>
              <a:tabLst/>
              <a:defRPr sz="1200" b="1" baseline="0"/>
            </a:lvl2pPr>
            <a:lvl3pPr marL="502920" indent="-173038">
              <a:spcBef>
                <a:spcPts val="200"/>
              </a:spcBef>
              <a:buClr>
                <a:srgbClr val="B01C2E"/>
              </a:buClr>
              <a:buFont typeface="Arial" pitchFamily="34" charset="0"/>
              <a:buChar char="–"/>
              <a:defRPr sz="1200" b="1" baseline="0"/>
            </a:lvl3pPr>
            <a:lvl4pPr marL="685800" indent="-173736">
              <a:spcBef>
                <a:spcPts val="200"/>
              </a:spcBef>
              <a:buClr>
                <a:srgbClr val="B01C2E"/>
              </a:buClr>
              <a:buFont typeface="Arial" pitchFamily="34" charset="0"/>
              <a:buChar char="–"/>
              <a:tabLst/>
              <a:defRPr sz="1200" b="1"/>
            </a:lvl4pPr>
            <a:lvl5pPr marL="850392" indent="-173736">
              <a:spcBef>
                <a:spcPts val="200"/>
              </a:spcBef>
              <a:buClr>
                <a:srgbClr val="B01C2E"/>
              </a:buClr>
              <a:buFont typeface="Arial" pitchFamily="34" charset="0"/>
              <a:buChar char="–"/>
              <a:defRPr sz="12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2"/>
          </p:nvPr>
        </p:nvSpPr>
        <p:spPr>
          <a:xfrm>
            <a:off x="5080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p:cNvSpPr>
            <a:spLocks noGrp="1"/>
          </p:cNvSpPr>
          <p:nvPr>
            <p:ph sz="half" idx="22"/>
          </p:nvPr>
        </p:nvSpPr>
        <p:spPr>
          <a:xfrm>
            <a:off x="5080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Content Placeholder 3"/>
          <p:cNvSpPr>
            <a:spLocks noGrp="1"/>
          </p:cNvSpPr>
          <p:nvPr>
            <p:ph sz="half" idx="23"/>
          </p:nvPr>
        </p:nvSpPr>
        <p:spPr>
          <a:xfrm>
            <a:off x="5080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p:cNvSpPr>
            <a:spLocks noGrp="1"/>
          </p:cNvSpPr>
          <p:nvPr>
            <p:ph sz="half" idx="24"/>
          </p:nvPr>
        </p:nvSpPr>
        <p:spPr>
          <a:xfrm>
            <a:off x="27432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3"/>
          <p:cNvSpPr>
            <a:spLocks noGrp="1"/>
          </p:cNvSpPr>
          <p:nvPr>
            <p:ph sz="half" idx="25"/>
          </p:nvPr>
        </p:nvSpPr>
        <p:spPr>
          <a:xfrm>
            <a:off x="27432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3"/>
          <p:cNvSpPr>
            <a:spLocks noGrp="1"/>
          </p:cNvSpPr>
          <p:nvPr>
            <p:ph sz="half" idx="26"/>
          </p:nvPr>
        </p:nvSpPr>
        <p:spPr>
          <a:xfrm>
            <a:off x="27432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p:cNvSpPr>
            <a:spLocks noGrp="1"/>
          </p:cNvSpPr>
          <p:nvPr>
            <p:ph sz="half" idx="27"/>
          </p:nvPr>
        </p:nvSpPr>
        <p:spPr>
          <a:xfrm>
            <a:off x="49784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3"/>
          <p:cNvSpPr>
            <a:spLocks noGrp="1"/>
          </p:cNvSpPr>
          <p:nvPr>
            <p:ph sz="half" idx="28"/>
          </p:nvPr>
        </p:nvSpPr>
        <p:spPr>
          <a:xfrm>
            <a:off x="49784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3"/>
          <p:cNvSpPr>
            <a:spLocks noGrp="1"/>
          </p:cNvSpPr>
          <p:nvPr>
            <p:ph sz="half" idx="29"/>
          </p:nvPr>
        </p:nvSpPr>
        <p:spPr>
          <a:xfrm>
            <a:off x="49784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Slide Number Placeholder 9"/>
          <p:cNvSpPr>
            <a:spLocks noGrp="1"/>
          </p:cNvSpPr>
          <p:nvPr>
            <p:ph type="sldNum" sz="quarter" idx="30"/>
          </p:nvPr>
        </p:nvSpPr>
        <p:spPr/>
        <p:txBody>
          <a:bodyPr/>
          <a:lstStyle>
            <a:lvl1pPr>
              <a:defRPr/>
            </a:lvl1pPr>
          </a:lstStyle>
          <a:p>
            <a:fld id="{09CF501B-85A3-0748-9525-578425C49286}" type="slidenum">
              <a:rPr lang="en-US" altLang="en-US"/>
              <a:pPr/>
              <a:t>‹#›</a:t>
            </a:fld>
            <a:endParaRPr lang="en-US" altLang="en-US"/>
          </a:p>
        </p:txBody>
      </p:sp>
      <p:sp>
        <p:nvSpPr>
          <p:cNvPr id="21" name="Footer Placeholder 20"/>
          <p:cNvSpPr>
            <a:spLocks noGrp="1"/>
          </p:cNvSpPr>
          <p:nvPr>
            <p:ph type="ftr" sz="quarter" idx="31"/>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9855464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Related Text Blocks - Sequence">
    <p:spTree>
      <p:nvGrpSpPr>
        <p:cNvPr id="1" name=""/>
        <p:cNvGrpSpPr/>
        <p:nvPr/>
      </p:nvGrpSpPr>
      <p:grpSpPr>
        <a:xfrm>
          <a:off x="0" y="0"/>
          <a:ext cx="0" cy="0"/>
          <a:chOff x="0" y="0"/>
          <a:chExt cx="0" cy="0"/>
        </a:xfrm>
      </p:grpSpPr>
      <p:cxnSp>
        <p:nvCxnSpPr>
          <p:cNvPr id="7" name="Elbow Connector 24"/>
          <p:cNvCxnSpPr>
            <a:cxnSpLocks noChangeShapeType="1"/>
          </p:cNvCxnSpPr>
          <p:nvPr userDrawn="1"/>
        </p:nvCxnSpPr>
        <p:spPr bwMode="auto">
          <a:xfrm rot="16200000" flipH="1">
            <a:off x="1340909" y="2289175"/>
            <a:ext cx="768350" cy="850900"/>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3" name="Elbow Connector 28"/>
          <p:cNvCxnSpPr>
            <a:cxnSpLocks noChangeShapeType="1"/>
          </p:cNvCxnSpPr>
          <p:nvPr userDrawn="1"/>
        </p:nvCxnSpPr>
        <p:spPr bwMode="auto">
          <a:xfrm rot="16200000" flipH="1">
            <a:off x="2881313" y="3486680"/>
            <a:ext cx="752475" cy="833967"/>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4" name="Elbow Connector 39"/>
          <p:cNvCxnSpPr>
            <a:cxnSpLocks noChangeShapeType="1"/>
          </p:cNvCxnSpPr>
          <p:nvPr userDrawn="1"/>
        </p:nvCxnSpPr>
        <p:spPr bwMode="auto">
          <a:xfrm rot="16200000" flipH="1">
            <a:off x="4429126" y="4714875"/>
            <a:ext cx="698500" cy="793751"/>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sp>
        <p:nvSpPr>
          <p:cNvPr id="8" name="Content Placeholder 3"/>
          <p:cNvSpPr>
            <a:spLocks noGrp="1"/>
          </p:cNvSpPr>
          <p:nvPr>
            <p:ph sz="half" idx="17"/>
          </p:nvPr>
        </p:nvSpPr>
        <p:spPr>
          <a:xfrm>
            <a:off x="5175608" y="4986243"/>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9" name="Content Placeholder 3"/>
          <p:cNvSpPr>
            <a:spLocks noGrp="1"/>
          </p:cNvSpPr>
          <p:nvPr>
            <p:ph sz="half" idx="14"/>
          </p:nvPr>
        </p:nvSpPr>
        <p:spPr>
          <a:xfrm>
            <a:off x="638822" y="1441358"/>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15"/>
          </p:nvPr>
        </p:nvSpPr>
        <p:spPr>
          <a:xfrm>
            <a:off x="2150310" y="2622986"/>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1" name="Content Placeholder 3"/>
          <p:cNvSpPr>
            <a:spLocks noGrp="1"/>
          </p:cNvSpPr>
          <p:nvPr>
            <p:ph sz="half" idx="16"/>
          </p:nvPr>
        </p:nvSpPr>
        <p:spPr>
          <a:xfrm>
            <a:off x="3674314" y="3804614"/>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18"/>
          </p:nvPr>
        </p:nvSpPr>
        <p:spPr/>
        <p:txBody>
          <a:bodyPr/>
          <a:lstStyle>
            <a:lvl1pPr>
              <a:defRPr/>
            </a:lvl1pPr>
          </a:lstStyle>
          <a:p>
            <a:fld id="{0C10D6D8-3B97-854D-B9A2-DD1E2B17F6F0}" type="slidenum">
              <a:rPr lang="en-US" altLang="en-US"/>
              <a:pPr/>
              <a:t>‹#›</a:t>
            </a:fld>
            <a:endParaRPr lang="en-US" altLang="en-US"/>
          </a:p>
        </p:txBody>
      </p:sp>
      <p:sp>
        <p:nvSpPr>
          <p:cNvPr id="16" name="Footer Placeholder 13"/>
          <p:cNvSpPr>
            <a:spLocks noGrp="1"/>
          </p:cNvSpPr>
          <p:nvPr>
            <p:ph type="ftr" sz="quarter" idx="19"/>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61958301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Guidelines">
    <p:spTree>
      <p:nvGrpSpPr>
        <p:cNvPr id="1" name=""/>
        <p:cNvGrpSpPr/>
        <p:nvPr/>
      </p:nvGrpSpPr>
      <p:grpSpPr>
        <a:xfrm>
          <a:off x="0" y="0"/>
          <a:ext cx="0" cy="0"/>
          <a:chOff x="0" y="0"/>
          <a:chExt cx="0" cy="0"/>
        </a:xfrm>
      </p:grpSpPr>
      <p:sp>
        <p:nvSpPr>
          <p:cNvPr id="7" name="Parallelogram 6"/>
          <p:cNvSpPr/>
          <p:nvPr userDrawn="1"/>
        </p:nvSpPr>
        <p:spPr bwMode="auto">
          <a:xfrm>
            <a:off x="950384" y="1782764"/>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8" name="Parallelogram 7"/>
          <p:cNvSpPr/>
          <p:nvPr userDrawn="1"/>
        </p:nvSpPr>
        <p:spPr bwMode="auto">
          <a:xfrm>
            <a:off x="950384" y="5300664"/>
            <a:ext cx="10625667" cy="530225"/>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14" name="Parallelogram 13"/>
          <p:cNvSpPr/>
          <p:nvPr userDrawn="1"/>
        </p:nvSpPr>
        <p:spPr bwMode="auto">
          <a:xfrm>
            <a:off x="950384" y="4129089"/>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15" name="Parallelogram 14"/>
          <p:cNvSpPr/>
          <p:nvPr userDrawn="1"/>
        </p:nvSpPr>
        <p:spPr bwMode="auto">
          <a:xfrm>
            <a:off x="950384" y="2955925"/>
            <a:ext cx="10625667" cy="528638"/>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9" name="Content Placeholder 3"/>
          <p:cNvSpPr>
            <a:spLocks noGrp="1"/>
          </p:cNvSpPr>
          <p:nvPr>
            <p:ph sz="half" idx="12"/>
          </p:nvPr>
        </p:nvSpPr>
        <p:spPr>
          <a:xfrm>
            <a:off x="944921" y="1501649"/>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0" name="Content Placeholder 3"/>
          <p:cNvSpPr>
            <a:spLocks noGrp="1"/>
          </p:cNvSpPr>
          <p:nvPr>
            <p:ph sz="half" idx="13"/>
          </p:nvPr>
        </p:nvSpPr>
        <p:spPr>
          <a:xfrm>
            <a:off x="944921" y="5019703"/>
            <a:ext cx="9934099" cy="789371"/>
          </a:xfrm>
          <a:prstGeom prst="parallelogram">
            <a:avLst/>
          </a:prstGeom>
          <a:solidFill>
            <a:schemeClr val="accent1"/>
          </a:solidFill>
          <a:ln w="6350">
            <a:noFill/>
          </a:ln>
        </p:spPr>
        <p:txBody>
          <a:bodyPr lIns="137160" tIns="137160" rIns="137160" bIns="137160" anchor="ctr"/>
          <a:lstStyle>
            <a:lvl1pPr marL="176213" marR="0" indent="-176213"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1" name="Content Placeholder 3"/>
          <p:cNvSpPr>
            <a:spLocks noGrp="1"/>
          </p:cNvSpPr>
          <p:nvPr>
            <p:ph sz="half" idx="14"/>
          </p:nvPr>
        </p:nvSpPr>
        <p:spPr>
          <a:xfrm>
            <a:off x="944921" y="3847016"/>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2" name="Content Placeholder 3"/>
          <p:cNvSpPr>
            <a:spLocks noGrp="1"/>
          </p:cNvSpPr>
          <p:nvPr>
            <p:ph sz="half" idx="15"/>
          </p:nvPr>
        </p:nvSpPr>
        <p:spPr>
          <a:xfrm>
            <a:off x="944921" y="2674335"/>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Slide Number Placeholder 9"/>
          <p:cNvSpPr>
            <a:spLocks noGrp="1"/>
          </p:cNvSpPr>
          <p:nvPr>
            <p:ph type="sldNum" sz="quarter" idx="16"/>
          </p:nvPr>
        </p:nvSpPr>
        <p:spPr/>
        <p:txBody>
          <a:bodyPr/>
          <a:lstStyle>
            <a:lvl1pPr>
              <a:defRPr/>
            </a:lvl1pPr>
          </a:lstStyle>
          <a:p>
            <a:fld id="{97E92AD8-7AD1-8240-8596-9839AB315E2F}" type="slidenum">
              <a:rPr lang="en-US" altLang="en-US"/>
              <a:pPr/>
              <a:t>‹#›</a:t>
            </a:fld>
            <a:endParaRPr lang="en-US" altLang="en-US"/>
          </a:p>
        </p:txBody>
      </p:sp>
      <p:sp>
        <p:nvSpPr>
          <p:cNvPr id="17" name="Footer Placeholder 14"/>
          <p:cNvSpPr>
            <a:spLocks noGrp="1"/>
          </p:cNvSpPr>
          <p:nvPr>
            <p:ph type="ftr" sz="quarter" idx="17"/>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49958287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Phases and threads with chevrons">
    <p:spTree>
      <p:nvGrpSpPr>
        <p:cNvPr id="1" name=""/>
        <p:cNvGrpSpPr/>
        <p:nvPr/>
      </p:nvGrpSpPr>
      <p:grpSpPr>
        <a:xfrm>
          <a:off x="0" y="0"/>
          <a:ext cx="0" cy="0"/>
          <a:chOff x="0" y="0"/>
          <a:chExt cx="0" cy="0"/>
        </a:xfrm>
      </p:grpSpPr>
      <p:cxnSp>
        <p:nvCxnSpPr>
          <p:cNvPr id="22" name="Straight Connector 8"/>
          <p:cNvCxnSpPr>
            <a:cxnSpLocks noChangeShapeType="1"/>
          </p:cNvCxnSpPr>
          <p:nvPr userDrawn="1"/>
        </p:nvCxnSpPr>
        <p:spPr bwMode="auto">
          <a:xfrm>
            <a:off x="637117" y="3294064"/>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3" name="Straight Connector 9"/>
          <p:cNvCxnSpPr>
            <a:cxnSpLocks noChangeShapeType="1"/>
          </p:cNvCxnSpPr>
          <p:nvPr userDrawn="1"/>
        </p:nvCxnSpPr>
        <p:spPr bwMode="auto">
          <a:xfrm>
            <a:off x="637117" y="4670425"/>
            <a:ext cx="10651067" cy="1588"/>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a:off x="637117" y="6046789"/>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sp>
        <p:nvSpPr>
          <p:cNvPr id="5" name="Text Placeholder 12"/>
          <p:cNvSpPr>
            <a:spLocks noGrp="1"/>
          </p:cNvSpPr>
          <p:nvPr>
            <p:ph type="body" sz="quarter" idx="12"/>
          </p:nvPr>
        </p:nvSpPr>
        <p:spPr>
          <a:xfrm>
            <a:off x="2110661" y="1290643"/>
            <a:ext cx="2494291" cy="600507"/>
          </a:xfrm>
          <a:prstGeom prst="homePlate">
            <a:avLst>
              <a:gd name="adj" fmla="val 31973"/>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6" name="Text Placeholder 12"/>
          <p:cNvSpPr>
            <a:spLocks noGrp="1"/>
          </p:cNvSpPr>
          <p:nvPr>
            <p:ph type="body" sz="quarter" idx="15"/>
          </p:nvPr>
        </p:nvSpPr>
        <p:spPr>
          <a:xfrm>
            <a:off x="9195340"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7" name="Text Placeholder 12"/>
          <p:cNvSpPr>
            <a:spLocks noGrp="1"/>
          </p:cNvSpPr>
          <p:nvPr>
            <p:ph type="body" sz="quarter" idx="30"/>
          </p:nvPr>
        </p:nvSpPr>
        <p:spPr>
          <a:xfrm>
            <a:off x="6819046"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8" name="Text Placeholder 12"/>
          <p:cNvSpPr>
            <a:spLocks noGrp="1"/>
          </p:cNvSpPr>
          <p:nvPr>
            <p:ph type="body" sz="quarter" idx="31"/>
          </p:nvPr>
        </p:nvSpPr>
        <p:spPr>
          <a:xfrm>
            <a:off x="4442752"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9" name="Text Placeholder 12"/>
          <p:cNvSpPr>
            <a:spLocks noGrp="1"/>
          </p:cNvSpPr>
          <p:nvPr>
            <p:ph type="body" sz="quarter" idx="11"/>
          </p:nvPr>
        </p:nvSpPr>
        <p:spPr>
          <a:xfrm>
            <a:off x="609600" y="2068960"/>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200"/>
            </a:lvl5pPr>
          </a:lstStyle>
          <a:p>
            <a:pPr lvl="0"/>
            <a:r>
              <a:rPr lang="en-US"/>
              <a:t>Click to edit Master text styles</a:t>
            </a:r>
          </a:p>
        </p:txBody>
      </p:sp>
      <p:sp>
        <p:nvSpPr>
          <p:cNvPr id="10" name="Text Placeholder 12"/>
          <p:cNvSpPr>
            <a:spLocks noGrp="1"/>
          </p:cNvSpPr>
          <p:nvPr>
            <p:ph type="body" sz="quarter" idx="32"/>
          </p:nvPr>
        </p:nvSpPr>
        <p:spPr>
          <a:xfrm>
            <a:off x="609600" y="3436667"/>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1" name="Text Placeholder 12"/>
          <p:cNvSpPr>
            <a:spLocks noGrp="1"/>
          </p:cNvSpPr>
          <p:nvPr>
            <p:ph type="body" sz="quarter" idx="33"/>
          </p:nvPr>
        </p:nvSpPr>
        <p:spPr>
          <a:xfrm>
            <a:off x="609600" y="4802487"/>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2" name="Text Placeholder 12"/>
          <p:cNvSpPr>
            <a:spLocks noGrp="1"/>
          </p:cNvSpPr>
          <p:nvPr>
            <p:ph type="body" sz="quarter" idx="34"/>
          </p:nvPr>
        </p:nvSpPr>
        <p:spPr>
          <a:xfrm>
            <a:off x="2110661" y="2068960"/>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3" name="Text Placeholder 12"/>
          <p:cNvSpPr>
            <a:spLocks noGrp="1"/>
          </p:cNvSpPr>
          <p:nvPr>
            <p:ph type="body" sz="quarter" idx="35"/>
          </p:nvPr>
        </p:nvSpPr>
        <p:spPr>
          <a:xfrm>
            <a:off x="2110661" y="3441508"/>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4" name="Text Placeholder 12"/>
          <p:cNvSpPr>
            <a:spLocks noGrp="1"/>
          </p:cNvSpPr>
          <p:nvPr>
            <p:ph type="body" sz="quarter" idx="36"/>
          </p:nvPr>
        </p:nvSpPr>
        <p:spPr>
          <a:xfrm>
            <a:off x="2110661" y="4807328"/>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8" name="Text Placeholder 12"/>
          <p:cNvSpPr>
            <a:spLocks noGrp="1"/>
          </p:cNvSpPr>
          <p:nvPr>
            <p:ph type="body" sz="quarter" idx="37"/>
          </p:nvPr>
        </p:nvSpPr>
        <p:spPr>
          <a:xfrm>
            <a:off x="4442752"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9" name="Text Placeholder 12"/>
          <p:cNvSpPr>
            <a:spLocks noGrp="1"/>
          </p:cNvSpPr>
          <p:nvPr>
            <p:ph type="body" sz="quarter" idx="38"/>
          </p:nvPr>
        </p:nvSpPr>
        <p:spPr>
          <a:xfrm>
            <a:off x="4442752"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0" name="Text Placeholder 12"/>
          <p:cNvSpPr>
            <a:spLocks noGrp="1"/>
          </p:cNvSpPr>
          <p:nvPr>
            <p:ph type="body" sz="quarter" idx="39"/>
          </p:nvPr>
        </p:nvSpPr>
        <p:spPr>
          <a:xfrm>
            <a:off x="4442752"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1" name="Text Placeholder 12"/>
          <p:cNvSpPr>
            <a:spLocks noGrp="1"/>
          </p:cNvSpPr>
          <p:nvPr>
            <p:ph type="body" sz="quarter" idx="40"/>
          </p:nvPr>
        </p:nvSpPr>
        <p:spPr>
          <a:xfrm>
            <a:off x="6819045"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2" name="Text Placeholder 12"/>
          <p:cNvSpPr>
            <a:spLocks noGrp="1"/>
          </p:cNvSpPr>
          <p:nvPr>
            <p:ph type="body" sz="quarter" idx="41"/>
          </p:nvPr>
        </p:nvSpPr>
        <p:spPr>
          <a:xfrm>
            <a:off x="6819045"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3" name="Text Placeholder 12"/>
          <p:cNvSpPr>
            <a:spLocks noGrp="1"/>
          </p:cNvSpPr>
          <p:nvPr>
            <p:ph type="body" sz="quarter" idx="42"/>
          </p:nvPr>
        </p:nvSpPr>
        <p:spPr>
          <a:xfrm>
            <a:off x="6819045"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4" name="Text Placeholder 12"/>
          <p:cNvSpPr>
            <a:spLocks noGrp="1"/>
          </p:cNvSpPr>
          <p:nvPr>
            <p:ph type="body" sz="quarter" idx="43"/>
          </p:nvPr>
        </p:nvSpPr>
        <p:spPr>
          <a:xfrm>
            <a:off x="9195340"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5" name="Text Placeholder 12"/>
          <p:cNvSpPr>
            <a:spLocks noGrp="1"/>
          </p:cNvSpPr>
          <p:nvPr>
            <p:ph type="body" sz="quarter" idx="44"/>
          </p:nvPr>
        </p:nvSpPr>
        <p:spPr>
          <a:xfrm>
            <a:off x="9195340"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6" name="Text Placeholder 12"/>
          <p:cNvSpPr>
            <a:spLocks noGrp="1"/>
          </p:cNvSpPr>
          <p:nvPr>
            <p:ph type="body" sz="quarter" idx="45"/>
          </p:nvPr>
        </p:nvSpPr>
        <p:spPr>
          <a:xfrm>
            <a:off x="9195340"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5" name="Slide Number Placeholder 9"/>
          <p:cNvSpPr>
            <a:spLocks noGrp="1"/>
          </p:cNvSpPr>
          <p:nvPr>
            <p:ph type="sldNum" sz="quarter" idx="46"/>
          </p:nvPr>
        </p:nvSpPr>
        <p:spPr/>
        <p:txBody>
          <a:bodyPr/>
          <a:lstStyle>
            <a:lvl1pPr>
              <a:defRPr/>
            </a:lvl1pPr>
          </a:lstStyle>
          <a:p>
            <a:fld id="{BC9105C1-E9DE-DA45-BFF7-4F496C07EBDE}" type="slidenum">
              <a:rPr lang="en-US" altLang="en-US"/>
              <a:pPr/>
              <a:t>‹#›</a:t>
            </a:fld>
            <a:endParaRPr lang="en-US" altLang="en-US"/>
          </a:p>
        </p:txBody>
      </p:sp>
      <p:sp>
        <p:nvSpPr>
          <p:cNvPr id="26" name="Footer Placeholder 37"/>
          <p:cNvSpPr>
            <a:spLocks noGrp="1"/>
          </p:cNvSpPr>
          <p:nvPr>
            <p:ph type="ftr" sz="quarter" idx="47"/>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23327755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metable">
    <p:spTree>
      <p:nvGrpSpPr>
        <p:cNvPr id="1" name=""/>
        <p:cNvGrpSpPr/>
        <p:nvPr/>
      </p:nvGrpSpPr>
      <p:grpSpPr>
        <a:xfrm>
          <a:off x="0" y="0"/>
          <a:ext cx="0" cy="0"/>
          <a:chOff x="0" y="0"/>
          <a:chExt cx="0" cy="0"/>
        </a:xfrm>
      </p:grpSpPr>
      <p:sp>
        <p:nvSpPr>
          <p:cNvPr id="22" name="Pentagon 11"/>
          <p:cNvSpPr>
            <a:spLocks noChangeArrowheads="1"/>
          </p:cNvSpPr>
          <p:nvPr userDrawn="1"/>
        </p:nvSpPr>
        <p:spPr bwMode="auto">
          <a:xfrm>
            <a:off x="2868085" y="1277938"/>
            <a:ext cx="8824383" cy="582612"/>
          </a:xfrm>
          <a:prstGeom prst="homePlate">
            <a:avLst>
              <a:gd name="adj" fmla="val 39286"/>
            </a:avLst>
          </a:prstGeom>
          <a:solidFill>
            <a:schemeClr val="accent1"/>
          </a:solidFill>
          <a:ln w="12700">
            <a:solidFill>
              <a:srgbClr val="A9A9A9"/>
            </a:solidFill>
            <a:miter lim="800000"/>
            <a:headEnd/>
            <a:tailEnd/>
          </a:ln>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cxnSp>
        <p:nvCxnSpPr>
          <p:cNvPr id="23" name="Straight Connector 9"/>
          <p:cNvCxnSpPr>
            <a:cxnSpLocks noChangeShapeType="1"/>
          </p:cNvCxnSpPr>
          <p:nvPr userDrawn="1"/>
        </p:nvCxnSpPr>
        <p:spPr bwMode="auto">
          <a:xfrm>
            <a:off x="2880784" y="1568450"/>
            <a:ext cx="8811683" cy="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rot="16200000" flipH="1">
            <a:off x="554302" y="3602303"/>
            <a:ext cx="4665662" cy="16933"/>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grpSp>
        <p:nvGrpSpPr>
          <p:cNvPr id="25" name="Group 115"/>
          <p:cNvGrpSpPr>
            <a:grpSpLocks/>
          </p:cNvGrpSpPr>
          <p:nvPr userDrawn="1"/>
        </p:nvGrpSpPr>
        <p:grpSpPr bwMode="auto">
          <a:xfrm>
            <a:off x="3445933" y="1576388"/>
            <a:ext cx="7374467" cy="4367212"/>
            <a:chOff x="2585007" y="1576462"/>
            <a:chExt cx="5530617" cy="4041195"/>
          </a:xfrm>
        </p:grpSpPr>
        <p:cxnSp>
          <p:nvCxnSpPr>
            <p:cNvPr id="42" name="Straight Connector 12"/>
            <p:cNvCxnSpPr>
              <a:cxnSpLocks noChangeShapeType="1"/>
            </p:cNvCxnSpPr>
            <p:nvPr userDrawn="1"/>
          </p:nvCxnSpPr>
          <p:spPr bwMode="auto">
            <a:xfrm rot="5400000">
              <a:off x="564416" y="3597053"/>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6" name="Straight Connector 13"/>
            <p:cNvCxnSpPr>
              <a:cxnSpLocks noChangeShapeType="1"/>
            </p:cNvCxnSpPr>
            <p:nvPr userDrawn="1"/>
          </p:nvCxnSpPr>
          <p:spPr bwMode="auto">
            <a:xfrm rot="5400000">
              <a:off x="1415280" y="359705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8" name="Straight Connector 14"/>
            <p:cNvCxnSpPr>
              <a:cxnSpLocks noChangeShapeType="1"/>
            </p:cNvCxnSpPr>
            <p:nvPr userDrawn="1"/>
          </p:nvCxnSpPr>
          <p:spPr bwMode="auto">
            <a:xfrm rot="5400000">
              <a:off x="989848"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9" name="Straight Connector 15"/>
            <p:cNvCxnSpPr>
              <a:cxnSpLocks noChangeShapeType="1"/>
            </p:cNvCxnSpPr>
            <p:nvPr userDrawn="1"/>
          </p:nvCxnSpPr>
          <p:spPr bwMode="auto">
            <a:xfrm rot="5400000">
              <a:off x="2266144"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0" name="Straight Connector 16"/>
            <p:cNvCxnSpPr>
              <a:cxnSpLocks noChangeShapeType="1"/>
            </p:cNvCxnSpPr>
            <p:nvPr userDrawn="1"/>
          </p:nvCxnSpPr>
          <p:spPr bwMode="auto">
            <a:xfrm rot="5400000">
              <a:off x="1840712"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1" name="Straight Connector 17"/>
            <p:cNvCxnSpPr>
              <a:cxnSpLocks noChangeShapeType="1"/>
            </p:cNvCxnSpPr>
            <p:nvPr userDrawn="1"/>
          </p:nvCxnSpPr>
          <p:spPr bwMode="auto">
            <a:xfrm rot="5400000">
              <a:off x="3117008"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2" name="Straight Connector 18"/>
            <p:cNvCxnSpPr>
              <a:cxnSpLocks noChangeShapeType="1"/>
            </p:cNvCxnSpPr>
            <p:nvPr userDrawn="1"/>
          </p:nvCxnSpPr>
          <p:spPr bwMode="auto">
            <a:xfrm rot="5400000">
              <a:off x="2691576"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3" name="Straight Connector 19"/>
            <p:cNvCxnSpPr>
              <a:cxnSpLocks noChangeShapeType="1"/>
            </p:cNvCxnSpPr>
            <p:nvPr userDrawn="1"/>
          </p:nvCxnSpPr>
          <p:spPr bwMode="auto">
            <a:xfrm rot="5400000">
              <a:off x="3967872"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4" name="Straight Connector 20"/>
            <p:cNvCxnSpPr>
              <a:cxnSpLocks noChangeShapeType="1"/>
            </p:cNvCxnSpPr>
            <p:nvPr userDrawn="1"/>
          </p:nvCxnSpPr>
          <p:spPr bwMode="auto">
            <a:xfrm rot="5400000">
              <a:off x="3542440"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5" name="Straight Connector 21"/>
            <p:cNvCxnSpPr>
              <a:cxnSpLocks noChangeShapeType="1"/>
            </p:cNvCxnSpPr>
            <p:nvPr userDrawn="1"/>
          </p:nvCxnSpPr>
          <p:spPr bwMode="auto">
            <a:xfrm rot="5400000">
              <a:off x="4818736"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6" name="Straight Connector 22"/>
            <p:cNvCxnSpPr>
              <a:cxnSpLocks noChangeShapeType="1"/>
            </p:cNvCxnSpPr>
            <p:nvPr userDrawn="1"/>
          </p:nvCxnSpPr>
          <p:spPr bwMode="auto">
            <a:xfrm rot="5400000">
              <a:off x="4393304"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7" name="Straight Connector 23"/>
            <p:cNvCxnSpPr>
              <a:cxnSpLocks noChangeShapeType="1"/>
            </p:cNvCxnSpPr>
            <p:nvPr userDrawn="1"/>
          </p:nvCxnSpPr>
          <p:spPr bwMode="auto">
            <a:xfrm rot="5400000">
              <a:off x="5669600"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8" name="Straight Connector 24"/>
            <p:cNvCxnSpPr>
              <a:cxnSpLocks noChangeShapeType="1"/>
            </p:cNvCxnSpPr>
            <p:nvPr userDrawn="1"/>
          </p:nvCxnSpPr>
          <p:spPr bwMode="auto">
            <a:xfrm rot="5400000">
              <a:off x="5244168" y="3597064"/>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9" name="Straight Connector 25"/>
            <p:cNvCxnSpPr>
              <a:cxnSpLocks noChangeShapeType="1"/>
            </p:cNvCxnSpPr>
            <p:nvPr userDrawn="1"/>
          </p:nvCxnSpPr>
          <p:spPr bwMode="auto">
            <a:xfrm rot="5400000">
              <a:off x="6095032" y="359706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sp>
        <p:nvSpPr>
          <p:cNvPr id="60" name="Rectangle 30"/>
          <p:cNvSpPr>
            <a:spLocks noChangeArrowheads="1"/>
          </p:cNvSpPr>
          <p:nvPr userDrawn="1"/>
        </p:nvSpPr>
        <p:spPr bwMode="auto">
          <a:xfrm>
            <a:off x="624417" y="1860550"/>
            <a:ext cx="10759016" cy="4083050"/>
          </a:xfrm>
          <a:prstGeom prst="rect">
            <a:avLst/>
          </a:prstGeom>
          <a:noFill/>
          <a:ln w="12700">
            <a:solidFill>
              <a:srgbClr val="A9A9A9"/>
            </a:solidFill>
            <a:miter lim="800000"/>
            <a:headEnd/>
            <a:tailEnd/>
          </a:ln>
          <a:extLst>
            <a:ext uri="{909E8E84-426E-40DD-AFC4-6F175D3DCCD1}">
              <a14:hiddenFill xmlns:a14="http://schemas.microsoft.com/office/drawing/2010/main">
                <a:solidFill>
                  <a:srgbClr val="FFFFFF"/>
                </a:solidFill>
              </a14:hiddenFill>
            </a:ext>
          </a:extLst>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sp>
        <p:nvSpPr>
          <p:cNvPr id="61" name="Rectangle 31"/>
          <p:cNvSpPr>
            <a:spLocks noChangeArrowheads="1"/>
          </p:cNvSpPr>
          <p:nvPr userDrawn="1"/>
        </p:nvSpPr>
        <p:spPr bwMode="auto">
          <a:xfrm>
            <a:off x="624418" y="1277938"/>
            <a:ext cx="2256367" cy="582612"/>
          </a:xfrm>
          <a:prstGeom prst="rect">
            <a:avLst/>
          </a:prstGeom>
          <a:solidFill>
            <a:srgbClr val="4D4D4D"/>
          </a:solidFill>
          <a:ln w="12700">
            <a:solidFill>
              <a:srgbClr val="A9A9A9"/>
            </a:solidFill>
            <a:miter lim="800000"/>
            <a:headEnd/>
            <a:tailEnd/>
          </a:ln>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cxnSp>
        <p:nvCxnSpPr>
          <p:cNvPr id="62" name="Straight Connector 28"/>
          <p:cNvCxnSpPr>
            <a:cxnSpLocks noChangeShapeType="1"/>
          </p:cNvCxnSpPr>
          <p:nvPr userDrawn="1"/>
        </p:nvCxnSpPr>
        <p:spPr bwMode="auto">
          <a:xfrm>
            <a:off x="630767" y="1277938"/>
            <a:ext cx="2235200" cy="582612"/>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sp>
        <p:nvSpPr>
          <p:cNvPr id="26" name="Text Placeholder 12"/>
          <p:cNvSpPr>
            <a:spLocks noGrp="1"/>
          </p:cNvSpPr>
          <p:nvPr>
            <p:ph type="body" sz="quarter" idx="28"/>
          </p:nvPr>
        </p:nvSpPr>
        <p:spPr>
          <a:xfrm>
            <a:off x="2879952" y="1282930"/>
            <a:ext cx="8496387" cy="294737"/>
          </a:xfrm>
          <a:prstGeom prst="rect">
            <a:avLst/>
          </a:prstGeom>
          <a:ln w="6350">
            <a:noFill/>
          </a:ln>
        </p:spPr>
        <p:txBody>
          <a:bodyPr anchor="ctr"/>
          <a:lstStyle>
            <a:lvl1pPr marL="0" indent="0">
              <a:lnSpc>
                <a:spcPct val="100000"/>
              </a:lnSpc>
              <a:spcBef>
                <a:spcPts val="0"/>
              </a:spcBef>
              <a:buFontTx/>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7" name="Text Placeholder 12"/>
          <p:cNvSpPr>
            <a:spLocks noGrp="1"/>
          </p:cNvSpPr>
          <p:nvPr>
            <p:ph type="body" sz="quarter" idx="31"/>
          </p:nvPr>
        </p:nvSpPr>
        <p:spPr>
          <a:xfrm>
            <a:off x="4021495"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8" name="Text Placeholder 12"/>
          <p:cNvSpPr>
            <a:spLocks noGrp="1"/>
          </p:cNvSpPr>
          <p:nvPr>
            <p:ph type="body" sz="quarter" idx="32"/>
          </p:nvPr>
        </p:nvSpPr>
        <p:spPr>
          <a:xfrm>
            <a:off x="4588796"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9" name="Text Placeholder 12"/>
          <p:cNvSpPr>
            <a:spLocks noGrp="1"/>
          </p:cNvSpPr>
          <p:nvPr>
            <p:ph type="body" sz="quarter" idx="33"/>
          </p:nvPr>
        </p:nvSpPr>
        <p:spPr>
          <a:xfrm>
            <a:off x="2886892"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0" name="Text Placeholder 12"/>
          <p:cNvSpPr>
            <a:spLocks noGrp="1"/>
          </p:cNvSpPr>
          <p:nvPr>
            <p:ph type="body" sz="quarter" idx="34"/>
          </p:nvPr>
        </p:nvSpPr>
        <p:spPr>
          <a:xfrm>
            <a:off x="3454193"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1" name="Text Placeholder 12"/>
          <p:cNvSpPr>
            <a:spLocks noGrp="1"/>
          </p:cNvSpPr>
          <p:nvPr>
            <p:ph type="body" sz="quarter" idx="35"/>
          </p:nvPr>
        </p:nvSpPr>
        <p:spPr>
          <a:xfrm>
            <a:off x="6290700"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2" name="Text Placeholder 12"/>
          <p:cNvSpPr>
            <a:spLocks noGrp="1"/>
          </p:cNvSpPr>
          <p:nvPr>
            <p:ph type="body" sz="quarter" idx="36"/>
          </p:nvPr>
        </p:nvSpPr>
        <p:spPr>
          <a:xfrm>
            <a:off x="6858001"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3" name="Text Placeholder 12"/>
          <p:cNvSpPr>
            <a:spLocks noGrp="1"/>
          </p:cNvSpPr>
          <p:nvPr>
            <p:ph type="body" sz="quarter" idx="37"/>
          </p:nvPr>
        </p:nvSpPr>
        <p:spPr>
          <a:xfrm>
            <a:off x="5156097"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4" name="Text Placeholder 12"/>
          <p:cNvSpPr>
            <a:spLocks noGrp="1"/>
          </p:cNvSpPr>
          <p:nvPr>
            <p:ph type="body" sz="quarter" idx="38"/>
          </p:nvPr>
        </p:nvSpPr>
        <p:spPr>
          <a:xfrm>
            <a:off x="5723399"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5" name="Text Placeholder 12"/>
          <p:cNvSpPr>
            <a:spLocks noGrp="1"/>
          </p:cNvSpPr>
          <p:nvPr>
            <p:ph type="body" sz="quarter" idx="39"/>
          </p:nvPr>
        </p:nvSpPr>
        <p:spPr>
          <a:xfrm>
            <a:off x="8559905"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6" name="Text Placeholder 12"/>
          <p:cNvSpPr>
            <a:spLocks noGrp="1"/>
          </p:cNvSpPr>
          <p:nvPr>
            <p:ph type="body" sz="quarter" idx="40"/>
          </p:nvPr>
        </p:nvSpPr>
        <p:spPr>
          <a:xfrm>
            <a:off x="9127207"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7" name="Text Placeholder 12"/>
          <p:cNvSpPr>
            <a:spLocks noGrp="1"/>
          </p:cNvSpPr>
          <p:nvPr>
            <p:ph type="body" sz="quarter" idx="41"/>
          </p:nvPr>
        </p:nvSpPr>
        <p:spPr>
          <a:xfrm>
            <a:off x="7425303"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8" name="Text Placeholder 12"/>
          <p:cNvSpPr>
            <a:spLocks noGrp="1"/>
          </p:cNvSpPr>
          <p:nvPr>
            <p:ph type="body" sz="quarter" idx="42"/>
          </p:nvPr>
        </p:nvSpPr>
        <p:spPr>
          <a:xfrm>
            <a:off x="7992604"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9" name="Text Placeholder 12"/>
          <p:cNvSpPr>
            <a:spLocks noGrp="1"/>
          </p:cNvSpPr>
          <p:nvPr>
            <p:ph type="body" sz="quarter" idx="43"/>
          </p:nvPr>
        </p:nvSpPr>
        <p:spPr>
          <a:xfrm>
            <a:off x="9694508"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0" name="Text Placeholder 12"/>
          <p:cNvSpPr>
            <a:spLocks noGrp="1"/>
          </p:cNvSpPr>
          <p:nvPr>
            <p:ph type="body" sz="quarter" idx="44"/>
          </p:nvPr>
        </p:nvSpPr>
        <p:spPr>
          <a:xfrm>
            <a:off x="10261809"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1" name="Text Placeholder 12"/>
          <p:cNvSpPr>
            <a:spLocks noGrp="1"/>
          </p:cNvSpPr>
          <p:nvPr>
            <p:ph type="body" sz="quarter" idx="45"/>
          </p:nvPr>
        </p:nvSpPr>
        <p:spPr>
          <a:xfrm>
            <a:off x="10829111"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3" name="Text Placeholder 12"/>
          <p:cNvSpPr>
            <a:spLocks noGrp="1"/>
          </p:cNvSpPr>
          <p:nvPr>
            <p:ph type="body" sz="quarter" idx="46"/>
          </p:nvPr>
        </p:nvSpPr>
        <p:spPr>
          <a:xfrm>
            <a:off x="730741" y="1548247"/>
            <a:ext cx="860776" cy="280554"/>
          </a:xfrm>
          <a:prstGeom prst="rect">
            <a:avLst/>
          </a:prstGeom>
          <a:ln w="6350">
            <a:noFill/>
          </a:ln>
        </p:spPr>
        <p:txBody>
          <a:bodyPr lIns="0" tIns="0" rIns="0" bIns="0" anchor="ctr"/>
          <a:lstStyle>
            <a:lvl1pPr marL="0" indent="0">
              <a:lnSpc>
                <a:spcPct val="100000"/>
              </a:lnSpc>
              <a:spcBef>
                <a:spcPts val="0"/>
              </a:spcBef>
              <a:buNone/>
              <a:defRPr sz="12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4" name="Text Placeholder 12"/>
          <p:cNvSpPr>
            <a:spLocks noGrp="1"/>
          </p:cNvSpPr>
          <p:nvPr>
            <p:ph type="body" sz="quarter" idx="47"/>
          </p:nvPr>
        </p:nvSpPr>
        <p:spPr>
          <a:xfrm>
            <a:off x="1868569" y="1278088"/>
            <a:ext cx="860776" cy="561107"/>
          </a:xfrm>
          <a:prstGeom prst="rect">
            <a:avLst/>
          </a:prstGeom>
          <a:ln w="6350">
            <a:noFill/>
          </a:ln>
        </p:spPr>
        <p:txBody>
          <a:bodyPr lIns="0" tIns="0" rIns="0" bIns="0" anchor="ctr"/>
          <a:lstStyle>
            <a:lvl1pPr marL="0" marR="0" indent="0" algn="r" defTabSz="914400" rtl="0" eaLnBrk="1" fontAlgn="auto" latinLnBrk="0" hangingPunct="1">
              <a:lnSpc>
                <a:spcPts val="1700"/>
              </a:lnSpc>
              <a:spcBef>
                <a:spcPts val="0"/>
              </a:spcBef>
              <a:spcAft>
                <a:spcPts val="0"/>
              </a:spcAft>
              <a:buClrTx/>
              <a:buSzTx/>
              <a:buFont typeface="Arial" pitchFamily="34" charset="0"/>
              <a:buNone/>
              <a:tabLst/>
              <a:defRPr sz="12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a:p>
            <a:pPr lvl="1"/>
            <a:r>
              <a:rPr lang="en-US"/>
              <a:t>Second level</a:t>
            </a:r>
          </a:p>
        </p:txBody>
      </p:sp>
      <p:sp>
        <p:nvSpPr>
          <p:cNvPr id="47" name="Text Placeholder 12"/>
          <p:cNvSpPr>
            <a:spLocks noGrp="1"/>
          </p:cNvSpPr>
          <p:nvPr>
            <p:ph type="body" sz="quarter" idx="18"/>
          </p:nvPr>
        </p:nvSpPr>
        <p:spPr>
          <a:xfrm>
            <a:off x="711200" y="1905000"/>
            <a:ext cx="2072640" cy="3977640"/>
          </a:xfrm>
          <a:prstGeom prst="rect">
            <a:avLst/>
          </a:prstGeom>
          <a:noFill/>
          <a:ln>
            <a:noFill/>
          </a:ln>
        </p:spPr>
        <p:txBody>
          <a:bodyPr wrap="square" lIns="91440" anchor="t" anchorCtr="0">
            <a:noAutofit/>
          </a:bodyPr>
          <a:lstStyle>
            <a:lvl1pPr marL="173736" indent="-173736" algn="l">
              <a:spcBef>
                <a:spcPts val="200"/>
              </a:spcBef>
              <a:buClr>
                <a:srgbClr val="B01C2E"/>
              </a:buClr>
              <a:buFont typeface="Wingdings" pitchFamily="2" charset="2"/>
              <a:buChar char="§"/>
              <a:defRPr sz="1200" baseline="0"/>
            </a:lvl1pPr>
            <a:lvl2pPr marL="338138" indent="-173038">
              <a:spcBef>
                <a:spcPts val="200"/>
              </a:spcBef>
              <a:buClr>
                <a:srgbClr val="B01C2E"/>
              </a:buClr>
              <a:buFont typeface="Arial" pitchFamily="34" charset="0"/>
              <a:buChar char="•"/>
              <a:tabLst/>
              <a:defRPr sz="1200" baseline="0"/>
            </a:lvl2pPr>
            <a:lvl3pPr marL="502920" indent="-173038">
              <a:spcBef>
                <a:spcPts val="200"/>
              </a:spcBef>
              <a:buClr>
                <a:srgbClr val="B01C2E"/>
              </a:buClr>
              <a:buFont typeface="Arial" pitchFamily="34" charset="0"/>
              <a:buChar char="–"/>
              <a:defRPr sz="1200" baseline="0"/>
            </a:lvl3pPr>
            <a:lvl4pPr marL="685800" indent="-173736">
              <a:spcBef>
                <a:spcPts val="200"/>
              </a:spcBef>
              <a:buClr>
                <a:srgbClr val="B01C2E"/>
              </a:buClr>
              <a:buFont typeface="Arial" pitchFamily="34" charset="0"/>
              <a:buChar char="–"/>
              <a:tabLst/>
              <a:defRPr sz="1200"/>
            </a:lvl4pPr>
            <a:lvl5pPr marL="850392" indent="-173736">
              <a:spcBef>
                <a:spcPts val="200"/>
              </a:spcBef>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3" name="Slide Number Placeholder 9"/>
          <p:cNvSpPr>
            <a:spLocks noGrp="1"/>
          </p:cNvSpPr>
          <p:nvPr>
            <p:ph type="sldNum" sz="quarter" idx="48"/>
          </p:nvPr>
        </p:nvSpPr>
        <p:spPr/>
        <p:txBody>
          <a:bodyPr/>
          <a:lstStyle>
            <a:lvl1pPr>
              <a:defRPr/>
            </a:lvl1pPr>
          </a:lstStyle>
          <a:p>
            <a:fld id="{A2AEA599-6C77-BA4A-9F89-7B2425581CA4}" type="slidenum">
              <a:rPr lang="en-US" altLang="en-US"/>
              <a:pPr/>
              <a:t>‹#›</a:t>
            </a:fld>
            <a:endParaRPr lang="en-US" altLang="en-US"/>
          </a:p>
        </p:txBody>
      </p:sp>
      <p:sp>
        <p:nvSpPr>
          <p:cNvPr id="64" name="Footer Placeholder 47"/>
          <p:cNvSpPr>
            <a:spLocks noGrp="1"/>
          </p:cNvSpPr>
          <p:nvPr>
            <p:ph type="ftr" sz="quarter" idx="49"/>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30598318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Gant chart or Timeline chart">
    <p:spTree>
      <p:nvGrpSpPr>
        <p:cNvPr id="1" name=""/>
        <p:cNvGrpSpPr/>
        <p:nvPr/>
      </p:nvGrpSpPr>
      <p:grpSpPr>
        <a:xfrm>
          <a:off x="0" y="0"/>
          <a:ext cx="0" cy="0"/>
          <a:chOff x="0" y="0"/>
          <a:chExt cx="0" cy="0"/>
        </a:xfrm>
      </p:grpSpPr>
      <p:sp>
        <p:nvSpPr>
          <p:cNvPr id="70" name="Rectangle 11"/>
          <p:cNvSpPr>
            <a:spLocks noChangeArrowheads="1"/>
          </p:cNvSpPr>
          <p:nvPr userDrawn="1"/>
        </p:nvSpPr>
        <p:spPr bwMode="auto">
          <a:xfrm>
            <a:off x="2074333" y="1828801"/>
            <a:ext cx="9508067" cy="379413"/>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800">
              <a:latin typeface="Arial" charset="0"/>
            </a:endParaRPr>
          </a:p>
        </p:txBody>
      </p:sp>
      <p:sp>
        <p:nvSpPr>
          <p:cNvPr id="71" name="Rectangle 13"/>
          <p:cNvSpPr>
            <a:spLocks noChangeArrowheads="1"/>
          </p:cNvSpPr>
          <p:nvPr userDrawn="1"/>
        </p:nvSpPr>
        <p:spPr bwMode="auto">
          <a:xfrm>
            <a:off x="596900" y="2189163"/>
            <a:ext cx="1464733" cy="3287712"/>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800">
              <a:latin typeface="Arial" charset="0"/>
            </a:endParaRPr>
          </a:p>
        </p:txBody>
      </p:sp>
      <p:grpSp>
        <p:nvGrpSpPr>
          <p:cNvPr id="72" name="Group 84"/>
          <p:cNvGrpSpPr>
            <a:grpSpLocks/>
          </p:cNvGrpSpPr>
          <p:nvPr userDrawn="1"/>
        </p:nvGrpSpPr>
        <p:grpSpPr bwMode="auto">
          <a:xfrm>
            <a:off x="590551" y="1819275"/>
            <a:ext cx="10979149" cy="3657600"/>
            <a:chOff x="443344" y="1819866"/>
            <a:chExt cx="8234523" cy="3657600"/>
          </a:xfrm>
        </p:grpSpPr>
        <p:grpSp>
          <p:nvGrpSpPr>
            <p:cNvPr id="73" name="Group 83"/>
            <p:cNvGrpSpPr>
              <a:grpSpLocks/>
            </p:cNvGrpSpPr>
            <p:nvPr userDrawn="1"/>
          </p:nvGrpSpPr>
          <p:grpSpPr bwMode="auto">
            <a:xfrm>
              <a:off x="443344" y="2565862"/>
              <a:ext cx="8229600" cy="2556366"/>
              <a:chOff x="443344" y="2565862"/>
              <a:chExt cx="8229600" cy="2556366"/>
            </a:xfrm>
          </p:grpSpPr>
          <p:cxnSp>
            <p:nvCxnSpPr>
              <p:cNvPr id="87" name="Straight Connector 27"/>
              <p:cNvCxnSpPr>
                <a:cxnSpLocks noChangeShapeType="1"/>
              </p:cNvCxnSpPr>
              <p:nvPr userDrawn="1"/>
            </p:nvCxnSpPr>
            <p:spPr bwMode="auto">
              <a:xfrm>
                <a:off x="443344" y="512064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8" name="Straight Connector 28"/>
              <p:cNvCxnSpPr>
                <a:cxnSpLocks noChangeShapeType="1"/>
              </p:cNvCxnSpPr>
              <p:nvPr userDrawn="1"/>
            </p:nvCxnSpPr>
            <p:spPr bwMode="auto">
              <a:xfrm>
                <a:off x="443344" y="47548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9" name="Straight Connector 29"/>
              <p:cNvCxnSpPr>
                <a:cxnSpLocks noChangeShapeType="1"/>
              </p:cNvCxnSpPr>
              <p:nvPr userDrawn="1"/>
            </p:nvCxnSpPr>
            <p:spPr bwMode="auto">
              <a:xfrm>
                <a:off x="443344" y="438912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0" name="Straight Connector 30"/>
              <p:cNvCxnSpPr>
                <a:cxnSpLocks noChangeShapeType="1"/>
              </p:cNvCxnSpPr>
              <p:nvPr userDrawn="1"/>
            </p:nvCxnSpPr>
            <p:spPr bwMode="auto">
              <a:xfrm>
                <a:off x="443344" y="402890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1" name="Straight Connector 31"/>
              <p:cNvCxnSpPr>
                <a:cxnSpLocks noChangeShapeType="1"/>
              </p:cNvCxnSpPr>
              <p:nvPr userDrawn="1"/>
            </p:nvCxnSpPr>
            <p:spPr bwMode="auto">
              <a:xfrm>
                <a:off x="443344" y="366314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2" name="Straight Connector 32"/>
              <p:cNvCxnSpPr>
                <a:cxnSpLocks noChangeShapeType="1"/>
              </p:cNvCxnSpPr>
              <p:nvPr userDrawn="1"/>
            </p:nvCxnSpPr>
            <p:spPr bwMode="auto">
              <a:xfrm>
                <a:off x="443344" y="3302924"/>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3" name="Straight Connector 33"/>
              <p:cNvCxnSpPr>
                <a:cxnSpLocks noChangeShapeType="1"/>
              </p:cNvCxnSpPr>
              <p:nvPr userDrawn="1"/>
            </p:nvCxnSpPr>
            <p:spPr bwMode="auto">
              <a:xfrm>
                <a:off x="443344" y="29260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4" name="Straight Connector 34"/>
              <p:cNvCxnSpPr>
                <a:cxnSpLocks noChangeShapeType="1"/>
              </p:cNvCxnSpPr>
              <p:nvPr userDrawn="1"/>
            </p:nvCxnSpPr>
            <p:spPr bwMode="auto">
              <a:xfrm>
                <a:off x="443344" y="256586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grpSp>
        <p:grpSp>
          <p:nvGrpSpPr>
            <p:cNvPr id="74" name="Group 82"/>
            <p:cNvGrpSpPr>
              <a:grpSpLocks/>
            </p:cNvGrpSpPr>
            <p:nvPr userDrawn="1"/>
          </p:nvGrpSpPr>
          <p:grpSpPr bwMode="auto">
            <a:xfrm>
              <a:off x="2202964" y="1819866"/>
              <a:ext cx="6474903" cy="3657600"/>
              <a:chOff x="2202964" y="1819866"/>
              <a:chExt cx="6474903" cy="3657600"/>
            </a:xfrm>
          </p:grpSpPr>
          <p:cxnSp>
            <p:nvCxnSpPr>
              <p:cNvPr id="75" name="Straight Connector 16"/>
              <p:cNvCxnSpPr>
                <a:cxnSpLocks noChangeShapeType="1"/>
              </p:cNvCxnSpPr>
              <p:nvPr userDrawn="1"/>
            </p:nvCxnSpPr>
            <p:spPr bwMode="auto">
              <a:xfrm rot="5400000">
                <a:off x="37495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6" name="Straight Connector 17"/>
              <p:cNvCxnSpPr>
                <a:cxnSpLocks noChangeShapeType="1"/>
              </p:cNvCxnSpPr>
              <p:nvPr userDrawn="1"/>
            </p:nvCxnSpPr>
            <p:spPr bwMode="auto">
              <a:xfrm rot="5400000">
                <a:off x="102229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7" name="Straight Connector 18"/>
              <p:cNvCxnSpPr>
                <a:cxnSpLocks noChangeShapeType="1"/>
              </p:cNvCxnSpPr>
              <p:nvPr userDrawn="1"/>
            </p:nvCxnSpPr>
            <p:spPr bwMode="auto">
              <a:xfrm rot="5400000">
                <a:off x="166962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9" name="Straight Connector 19"/>
              <p:cNvCxnSpPr>
                <a:cxnSpLocks noChangeShapeType="1"/>
              </p:cNvCxnSpPr>
              <p:nvPr userDrawn="1"/>
            </p:nvCxnSpPr>
            <p:spPr bwMode="auto">
              <a:xfrm rot="5400000">
                <a:off x="231695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0" name="Straight Connector 20"/>
              <p:cNvCxnSpPr>
                <a:cxnSpLocks noChangeShapeType="1"/>
              </p:cNvCxnSpPr>
              <p:nvPr userDrawn="1"/>
            </p:nvCxnSpPr>
            <p:spPr bwMode="auto">
              <a:xfrm rot="5400000">
                <a:off x="296428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1" name="Straight Connector 21"/>
              <p:cNvCxnSpPr>
                <a:cxnSpLocks noChangeShapeType="1"/>
              </p:cNvCxnSpPr>
              <p:nvPr userDrawn="1"/>
            </p:nvCxnSpPr>
            <p:spPr bwMode="auto">
              <a:xfrm rot="5400000">
                <a:off x="361161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2" name="Straight Connector 22"/>
              <p:cNvCxnSpPr>
                <a:cxnSpLocks noChangeShapeType="1"/>
              </p:cNvCxnSpPr>
              <p:nvPr userDrawn="1"/>
            </p:nvCxnSpPr>
            <p:spPr bwMode="auto">
              <a:xfrm rot="5400000">
                <a:off x="425895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3" name="Straight Connector 23"/>
              <p:cNvCxnSpPr>
                <a:cxnSpLocks noChangeShapeType="1"/>
              </p:cNvCxnSpPr>
              <p:nvPr userDrawn="1"/>
            </p:nvCxnSpPr>
            <p:spPr bwMode="auto">
              <a:xfrm rot="5400000">
                <a:off x="490628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4" name="Straight Connector 24"/>
              <p:cNvCxnSpPr>
                <a:cxnSpLocks noChangeShapeType="1"/>
              </p:cNvCxnSpPr>
              <p:nvPr userDrawn="1"/>
            </p:nvCxnSpPr>
            <p:spPr bwMode="auto">
              <a:xfrm rot="5400000">
                <a:off x="555361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5" name="Straight Connector 25"/>
              <p:cNvCxnSpPr>
                <a:cxnSpLocks noChangeShapeType="1"/>
              </p:cNvCxnSpPr>
              <p:nvPr userDrawn="1"/>
            </p:nvCxnSpPr>
            <p:spPr bwMode="auto">
              <a:xfrm rot="5400000">
                <a:off x="620094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6" name="Straight Connector 26"/>
              <p:cNvCxnSpPr>
                <a:cxnSpLocks noChangeShapeType="1"/>
              </p:cNvCxnSpPr>
              <p:nvPr userDrawn="1"/>
            </p:nvCxnSpPr>
            <p:spPr bwMode="auto">
              <a:xfrm rot="5400000">
                <a:off x="6848273"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grpSp>
      <p:sp>
        <p:nvSpPr>
          <p:cNvPr id="95" name="TextBox 36"/>
          <p:cNvSpPr txBox="1">
            <a:spLocks noChangeArrowheads="1"/>
          </p:cNvSpPr>
          <p:nvPr userDrawn="1"/>
        </p:nvSpPr>
        <p:spPr bwMode="auto">
          <a:xfrm>
            <a:off x="683685" y="1566864"/>
            <a:ext cx="1178983"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400"/>
              </a:lnSpc>
              <a:spcBef>
                <a:spcPts val="1500"/>
              </a:spcBef>
              <a:buClr>
                <a:schemeClr val="accent1"/>
              </a:buClr>
              <a:buFont typeface="Wingdings 2" pitchFamily="18" charset="2"/>
              <a:buNone/>
              <a:defRPr/>
            </a:pPr>
            <a:r>
              <a:rPr lang="en-US" sz="800" b="1">
                <a:solidFill>
                  <a:srgbClr val="000000"/>
                </a:solidFill>
                <a:latin typeface="Arial" charset="0"/>
                <a:ea typeface="+mn-ea"/>
              </a:rPr>
              <a:t>WEEK NUMBER</a:t>
            </a:r>
          </a:p>
        </p:txBody>
      </p:sp>
      <p:sp>
        <p:nvSpPr>
          <p:cNvPr id="96" name="TextBox 37"/>
          <p:cNvSpPr txBox="1">
            <a:spLocks noChangeArrowheads="1"/>
          </p:cNvSpPr>
          <p:nvPr userDrawn="1"/>
        </p:nvSpPr>
        <p:spPr bwMode="auto">
          <a:xfrm>
            <a:off x="683685" y="1939925"/>
            <a:ext cx="1178983"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400"/>
              </a:lnSpc>
              <a:spcBef>
                <a:spcPts val="1500"/>
              </a:spcBef>
              <a:buClr>
                <a:schemeClr val="accent1"/>
              </a:buClr>
              <a:buFont typeface="Wingdings 2" pitchFamily="18" charset="2"/>
              <a:buNone/>
              <a:defRPr/>
            </a:pPr>
            <a:r>
              <a:rPr lang="en-US" sz="800" b="1">
                <a:solidFill>
                  <a:srgbClr val="000000"/>
                </a:solidFill>
                <a:latin typeface="Arial" charset="0"/>
                <a:ea typeface="+mn-ea"/>
              </a:rPr>
              <a:t>STARTS ON</a:t>
            </a:r>
          </a:p>
        </p:txBody>
      </p:sp>
      <p:cxnSp>
        <p:nvCxnSpPr>
          <p:cNvPr id="97" name="Straight Connector 39"/>
          <p:cNvCxnSpPr>
            <a:cxnSpLocks noChangeShapeType="1"/>
          </p:cNvCxnSpPr>
          <p:nvPr userDrawn="1"/>
        </p:nvCxnSpPr>
        <p:spPr bwMode="auto">
          <a:xfrm>
            <a:off x="590551" y="2200275"/>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cxnSp>
        <p:nvCxnSpPr>
          <p:cNvPr id="98" name="Straight Connector 40"/>
          <p:cNvCxnSpPr>
            <a:cxnSpLocks noChangeShapeType="1"/>
          </p:cNvCxnSpPr>
          <p:nvPr userDrawn="1"/>
        </p:nvCxnSpPr>
        <p:spPr bwMode="auto">
          <a:xfrm>
            <a:off x="590551" y="5486400"/>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99" name="Freeform 40"/>
          <p:cNvSpPr>
            <a:spLocks/>
          </p:cNvSpPr>
          <p:nvPr userDrawn="1"/>
        </p:nvSpPr>
        <p:spPr bwMode="auto">
          <a:xfrm>
            <a:off x="2074334" y="1468439"/>
            <a:ext cx="9469967" cy="4027487"/>
          </a:xfrm>
          <a:custGeom>
            <a:avLst/>
            <a:gdLst>
              <a:gd name="T0" fmla="*/ 0 w 7101191"/>
              <a:gd name="T1" fmla="*/ 4028195 h 4027251"/>
              <a:gd name="T2" fmla="*/ 0 w 7101191"/>
              <a:gd name="T3" fmla="*/ 0 h 4027251"/>
              <a:gd name="T4" fmla="*/ 7106328 w 7101191"/>
              <a:gd name="T5" fmla="*/ 0 h 4027251"/>
              <a:gd name="T6" fmla="*/ 0 60000 65536"/>
              <a:gd name="T7" fmla="*/ 0 60000 65536"/>
              <a:gd name="T8" fmla="*/ 0 60000 65536"/>
            </a:gdLst>
            <a:ahLst/>
            <a:cxnLst>
              <a:cxn ang="T6">
                <a:pos x="T0" y="T1"/>
              </a:cxn>
              <a:cxn ang="T7">
                <a:pos x="T2" y="T3"/>
              </a:cxn>
              <a:cxn ang="T8">
                <a:pos x="T4" y="T5"/>
              </a:cxn>
            </a:cxnLst>
            <a:rect l="0" t="0" r="r" b="b"/>
            <a:pathLst>
              <a:path w="7101191" h="4027251">
                <a:moveTo>
                  <a:pt x="0" y="4027251"/>
                </a:moveTo>
                <a:lnTo>
                  <a:pt x="0" y="0"/>
                </a:lnTo>
                <a:lnTo>
                  <a:pt x="7101191" y="0"/>
                </a:lnTo>
              </a:path>
            </a:pathLst>
          </a:custGeom>
          <a:noFill/>
          <a:ln w="19050" cap="flat" cmpd="sng">
            <a:solidFill>
              <a:srgbClr val="666666"/>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1800"/>
          </a:p>
        </p:txBody>
      </p:sp>
      <p:cxnSp>
        <p:nvCxnSpPr>
          <p:cNvPr id="100" name="Straight Connector 42"/>
          <p:cNvCxnSpPr>
            <a:cxnSpLocks noChangeShapeType="1"/>
          </p:cNvCxnSpPr>
          <p:nvPr userDrawn="1"/>
        </p:nvCxnSpPr>
        <p:spPr bwMode="auto">
          <a:xfrm>
            <a:off x="2061634" y="1828800"/>
            <a:ext cx="865717" cy="228600"/>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39" name="Text Placeholder 12"/>
          <p:cNvSpPr>
            <a:spLocks noGrp="1"/>
          </p:cNvSpPr>
          <p:nvPr>
            <p:ph type="body" sz="quarter" idx="33"/>
          </p:nvPr>
        </p:nvSpPr>
        <p:spPr>
          <a:xfrm>
            <a:off x="2061633" y="1835813"/>
            <a:ext cx="861216"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0" name="Text Placeholder 12"/>
          <p:cNvSpPr>
            <a:spLocks noGrp="1"/>
          </p:cNvSpPr>
          <p:nvPr>
            <p:ph type="body" sz="quarter" idx="34"/>
          </p:nvPr>
        </p:nvSpPr>
        <p:spPr>
          <a:xfrm>
            <a:off x="2937751" y="1835813"/>
            <a:ext cx="862519"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1" name="Text Placeholder 12"/>
          <p:cNvSpPr>
            <a:spLocks noGrp="1"/>
          </p:cNvSpPr>
          <p:nvPr>
            <p:ph type="body" sz="quarter" idx="35"/>
          </p:nvPr>
        </p:nvSpPr>
        <p:spPr>
          <a:xfrm>
            <a:off x="3800274" y="1835813"/>
            <a:ext cx="86900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2" name="Text Placeholder 12"/>
          <p:cNvSpPr>
            <a:spLocks noGrp="1"/>
          </p:cNvSpPr>
          <p:nvPr>
            <p:ph type="body" sz="quarter" idx="36"/>
          </p:nvPr>
        </p:nvSpPr>
        <p:spPr>
          <a:xfrm>
            <a:off x="4662791" y="1835813"/>
            <a:ext cx="85603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3" name="Text Placeholder 12"/>
          <p:cNvSpPr>
            <a:spLocks noGrp="1"/>
          </p:cNvSpPr>
          <p:nvPr>
            <p:ph type="body" sz="quarter" idx="37"/>
          </p:nvPr>
        </p:nvSpPr>
        <p:spPr>
          <a:xfrm>
            <a:off x="5518824"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4" name="Text Placeholder 12"/>
          <p:cNvSpPr>
            <a:spLocks noGrp="1"/>
          </p:cNvSpPr>
          <p:nvPr>
            <p:ph type="body" sz="quarter" idx="38"/>
          </p:nvPr>
        </p:nvSpPr>
        <p:spPr>
          <a:xfrm>
            <a:off x="6394315"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5" name="Text Placeholder 12"/>
          <p:cNvSpPr>
            <a:spLocks noGrp="1"/>
          </p:cNvSpPr>
          <p:nvPr>
            <p:ph type="body" sz="quarter" idx="39"/>
          </p:nvPr>
        </p:nvSpPr>
        <p:spPr>
          <a:xfrm>
            <a:off x="7250347"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6" name="Text Placeholder 12"/>
          <p:cNvSpPr>
            <a:spLocks noGrp="1"/>
          </p:cNvSpPr>
          <p:nvPr>
            <p:ph type="body" sz="quarter" idx="40"/>
          </p:nvPr>
        </p:nvSpPr>
        <p:spPr>
          <a:xfrm>
            <a:off x="8112867" y="1835813"/>
            <a:ext cx="86900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7" name="Text Placeholder 12"/>
          <p:cNvSpPr>
            <a:spLocks noGrp="1"/>
          </p:cNvSpPr>
          <p:nvPr>
            <p:ph type="body" sz="quarter" idx="41"/>
          </p:nvPr>
        </p:nvSpPr>
        <p:spPr>
          <a:xfrm>
            <a:off x="8975387" y="1835813"/>
            <a:ext cx="862520"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8" name="Text Placeholder 12"/>
          <p:cNvSpPr>
            <a:spLocks noGrp="1"/>
          </p:cNvSpPr>
          <p:nvPr>
            <p:ph type="body" sz="quarter" idx="42"/>
          </p:nvPr>
        </p:nvSpPr>
        <p:spPr>
          <a:xfrm>
            <a:off x="9844389"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9" name="Text Placeholder 12"/>
          <p:cNvSpPr>
            <a:spLocks noGrp="1"/>
          </p:cNvSpPr>
          <p:nvPr>
            <p:ph type="body" sz="quarter" idx="43"/>
          </p:nvPr>
        </p:nvSpPr>
        <p:spPr>
          <a:xfrm>
            <a:off x="10700427" y="1835813"/>
            <a:ext cx="87089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0" name="Text Placeholder 12"/>
          <p:cNvSpPr>
            <a:spLocks noGrp="1"/>
          </p:cNvSpPr>
          <p:nvPr>
            <p:ph type="body" sz="quarter" idx="45"/>
          </p:nvPr>
        </p:nvSpPr>
        <p:spPr>
          <a:xfrm>
            <a:off x="625653" y="223026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1" name="Text Placeholder 12"/>
          <p:cNvSpPr>
            <a:spLocks noGrp="1"/>
          </p:cNvSpPr>
          <p:nvPr>
            <p:ph type="body" sz="quarter" idx="46"/>
          </p:nvPr>
        </p:nvSpPr>
        <p:spPr>
          <a:xfrm>
            <a:off x="625653" y="259557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2" name="Text Placeholder 12"/>
          <p:cNvSpPr>
            <a:spLocks noGrp="1"/>
          </p:cNvSpPr>
          <p:nvPr>
            <p:ph type="body" sz="quarter" idx="47"/>
          </p:nvPr>
        </p:nvSpPr>
        <p:spPr>
          <a:xfrm>
            <a:off x="625653" y="296088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3" name="Text Placeholder 12"/>
          <p:cNvSpPr>
            <a:spLocks noGrp="1"/>
          </p:cNvSpPr>
          <p:nvPr>
            <p:ph type="body" sz="quarter" idx="48"/>
          </p:nvPr>
        </p:nvSpPr>
        <p:spPr>
          <a:xfrm>
            <a:off x="625653" y="332619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4" name="Text Placeholder 12"/>
          <p:cNvSpPr>
            <a:spLocks noGrp="1"/>
          </p:cNvSpPr>
          <p:nvPr>
            <p:ph type="body" sz="quarter" idx="49"/>
          </p:nvPr>
        </p:nvSpPr>
        <p:spPr>
          <a:xfrm>
            <a:off x="625653" y="369150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5" name="Text Placeholder 12"/>
          <p:cNvSpPr>
            <a:spLocks noGrp="1"/>
          </p:cNvSpPr>
          <p:nvPr>
            <p:ph type="body" sz="quarter" idx="50"/>
          </p:nvPr>
        </p:nvSpPr>
        <p:spPr>
          <a:xfrm>
            <a:off x="625653" y="405681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6" name="Text Placeholder 12"/>
          <p:cNvSpPr>
            <a:spLocks noGrp="1"/>
          </p:cNvSpPr>
          <p:nvPr>
            <p:ph type="body" sz="quarter" idx="51"/>
          </p:nvPr>
        </p:nvSpPr>
        <p:spPr>
          <a:xfrm>
            <a:off x="625653" y="5152742"/>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7" name="Text Placeholder 12"/>
          <p:cNvSpPr>
            <a:spLocks noGrp="1"/>
          </p:cNvSpPr>
          <p:nvPr>
            <p:ph type="body" sz="quarter" idx="52"/>
          </p:nvPr>
        </p:nvSpPr>
        <p:spPr>
          <a:xfrm>
            <a:off x="625653" y="442212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8" name="Text Placeholder 12"/>
          <p:cNvSpPr>
            <a:spLocks noGrp="1"/>
          </p:cNvSpPr>
          <p:nvPr>
            <p:ph type="body" sz="quarter" idx="53"/>
          </p:nvPr>
        </p:nvSpPr>
        <p:spPr>
          <a:xfrm>
            <a:off x="625653" y="478743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9" name="Text Placeholder 12"/>
          <p:cNvSpPr>
            <a:spLocks noGrp="1"/>
          </p:cNvSpPr>
          <p:nvPr>
            <p:ph type="body" sz="quarter" idx="54"/>
          </p:nvPr>
        </p:nvSpPr>
        <p:spPr>
          <a:xfrm>
            <a:off x="2083023"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94301C"/>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0" name="Text Placeholder 12"/>
          <p:cNvSpPr>
            <a:spLocks noGrp="1"/>
          </p:cNvSpPr>
          <p:nvPr>
            <p:ph type="body" sz="quarter" idx="55"/>
          </p:nvPr>
        </p:nvSpPr>
        <p:spPr>
          <a:xfrm>
            <a:off x="293775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1" name="Text Placeholder 12"/>
          <p:cNvSpPr>
            <a:spLocks noGrp="1"/>
          </p:cNvSpPr>
          <p:nvPr>
            <p:ph type="body" sz="quarter" idx="56"/>
          </p:nvPr>
        </p:nvSpPr>
        <p:spPr>
          <a:xfrm>
            <a:off x="380027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2" name="Text Placeholder 12"/>
          <p:cNvSpPr>
            <a:spLocks noGrp="1"/>
          </p:cNvSpPr>
          <p:nvPr>
            <p:ph type="body" sz="quarter" idx="57"/>
          </p:nvPr>
        </p:nvSpPr>
        <p:spPr>
          <a:xfrm>
            <a:off x="466279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3" name="Text Placeholder 12"/>
          <p:cNvSpPr>
            <a:spLocks noGrp="1"/>
          </p:cNvSpPr>
          <p:nvPr>
            <p:ph type="body" sz="quarter" idx="58"/>
          </p:nvPr>
        </p:nvSpPr>
        <p:spPr>
          <a:xfrm>
            <a:off x="5518824"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4" name="Text Placeholder 12"/>
          <p:cNvSpPr>
            <a:spLocks noGrp="1"/>
          </p:cNvSpPr>
          <p:nvPr>
            <p:ph type="body" sz="quarter" idx="59"/>
          </p:nvPr>
        </p:nvSpPr>
        <p:spPr>
          <a:xfrm>
            <a:off x="6394315"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5" name="Text Placeholder 12"/>
          <p:cNvSpPr>
            <a:spLocks noGrp="1"/>
          </p:cNvSpPr>
          <p:nvPr>
            <p:ph type="body" sz="quarter" idx="60"/>
          </p:nvPr>
        </p:nvSpPr>
        <p:spPr>
          <a:xfrm>
            <a:off x="725034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6" name="Text Placeholder 12"/>
          <p:cNvSpPr>
            <a:spLocks noGrp="1"/>
          </p:cNvSpPr>
          <p:nvPr>
            <p:ph type="body" sz="quarter" idx="61"/>
          </p:nvPr>
        </p:nvSpPr>
        <p:spPr>
          <a:xfrm>
            <a:off x="811286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7" name="Text Placeholder 12"/>
          <p:cNvSpPr>
            <a:spLocks noGrp="1"/>
          </p:cNvSpPr>
          <p:nvPr>
            <p:ph type="body" sz="quarter" idx="62"/>
          </p:nvPr>
        </p:nvSpPr>
        <p:spPr>
          <a:xfrm>
            <a:off x="897538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8" name="Text Placeholder 12"/>
          <p:cNvSpPr>
            <a:spLocks noGrp="1"/>
          </p:cNvSpPr>
          <p:nvPr>
            <p:ph type="body" sz="quarter" idx="63"/>
          </p:nvPr>
        </p:nvSpPr>
        <p:spPr>
          <a:xfrm>
            <a:off x="9844389"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9" name="Text Placeholder 12"/>
          <p:cNvSpPr>
            <a:spLocks noGrp="1"/>
          </p:cNvSpPr>
          <p:nvPr>
            <p:ph type="body" sz="quarter" idx="64"/>
          </p:nvPr>
        </p:nvSpPr>
        <p:spPr>
          <a:xfrm>
            <a:off x="10700424"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179" name="Text Placeholder 178"/>
          <p:cNvSpPr>
            <a:spLocks noGrp="1"/>
          </p:cNvSpPr>
          <p:nvPr>
            <p:ph type="body" sz="quarter" idx="65"/>
          </p:nvPr>
        </p:nvSpPr>
        <p:spPr>
          <a:xfrm>
            <a:off x="2061633" y="2321700"/>
            <a:ext cx="12192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0" name="Text Placeholder 178"/>
          <p:cNvSpPr>
            <a:spLocks noGrp="1"/>
          </p:cNvSpPr>
          <p:nvPr>
            <p:ph type="body" sz="quarter" idx="66"/>
          </p:nvPr>
        </p:nvSpPr>
        <p:spPr>
          <a:xfrm>
            <a:off x="2061633" y="2687010"/>
            <a:ext cx="24384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1" name="Text Placeholder 178"/>
          <p:cNvSpPr>
            <a:spLocks noGrp="1"/>
          </p:cNvSpPr>
          <p:nvPr>
            <p:ph type="body" sz="quarter" idx="67"/>
          </p:nvPr>
        </p:nvSpPr>
        <p:spPr>
          <a:xfrm>
            <a:off x="2061633" y="3052320"/>
            <a:ext cx="36576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2" name="Text Placeholder 178"/>
          <p:cNvSpPr>
            <a:spLocks noGrp="1"/>
          </p:cNvSpPr>
          <p:nvPr>
            <p:ph type="body" sz="quarter" idx="68"/>
          </p:nvPr>
        </p:nvSpPr>
        <p:spPr>
          <a:xfrm>
            <a:off x="2061633" y="3417630"/>
            <a:ext cx="48768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3" name="Text Placeholder 178"/>
          <p:cNvSpPr>
            <a:spLocks noGrp="1"/>
          </p:cNvSpPr>
          <p:nvPr>
            <p:ph type="body" sz="quarter" idx="69"/>
          </p:nvPr>
        </p:nvSpPr>
        <p:spPr>
          <a:xfrm>
            <a:off x="2061633" y="3782940"/>
            <a:ext cx="60960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4" name="Text Placeholder 178"/>
          <p:cNvSpPr>
            <a:spLocks noGrp="1"/>
          </p:cNvSpPr>
          <p:nvPr>
            <p:ph type="body" sz="quarter" idx="70"/>
          </p:nvPr>
        </p:nvSpPr>
        <p:spPr>
          <a:xfrm>
            <a:off x="2061633" y="4148250"/>
            <a:ext cx="12192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5" name="Text Placeholder 178"/>
          <p:cNvSpPr>
            <a:spLocks noGrp="1"/>
          </p:cNvSpPr>
          <p:nvPr>
            <p:ph type="body" sz="quarter" idx="71"/>
          </p:nvPr>
        </p:nvSpPr>
        <p:spPr>
          <a:xfrm>
            <a:off x="2061633" y="4513560"/>
            <a:ext cx="24384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6" name="Text Placeholder 178"/>
          <p:cNvSpPr>
            <a:spLocks noGrp="1"/>
          </p:cNvSpPr>
          <p:nvPr>
            <p:ph type="body" sz="quarter" idx="72"/>
          </p:nvPr>
        </p:nvSpPr>
        <p:spPr>
          <a:xfrm>
            <a:off x="2061633" y="4878870"/>
            <a:ext cx="36576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7" name="Text Placeholder 178"/>
          <p:cNvSpPr>
            <a:spLocks noGrp="1"/>
          </p:cNvSpPr>
          <p:nvPr>
            <p:ph type="body" sz="quarter" idx="73"/>
          </p:nvPr>
        </p:nvSpPr>
        <p:spPr>
          <a:xfrm>
            <a:off x="2061633" y="5244182"/>
            <a:ext cx="48768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8" name="Text Placeholder 178"/>
          <p:cNvSpPr>
            <a:spLocks noGrp="1"/>
          </p:cNvSpPr>
          <p:nvPr>
            <p:ph type="body" sz="quarter" idx="74"/>
          </p:nvPr>
        </p:nvSpPr>
        <p:spPr>
          <a:xfrm>
            <a:off x="4582160" y="5562600"/>
            <a:ext cx="182880" cy="137160"/>
          </a:xfrm>
          <a:prstGeom prst="flowChartExtract">
            <a:avLst/>
          </a:prstGeom>
          <a:solidFill>
            <a:srgbClr val="B01C2E"/>
          </a:solidFill>
          <a:ln>
            <a:solidFill>
              <a:srgbClr val="B01C2E"/>
            </a:solidFill>
          </a:ln>
        </p:spPr>
        <p:txBody>
          <a:bodyPr/>
          <a:lstStyle>
            <a:lvl1pPr>
              <a:buNone/>
              <a:defRPr sz="800">
                <a:solidFill>
                  <a:srgbClr val="FFFFFF"/>
                </a:solidFill>
              </a:defRPr>
            </a:lvl1pPr>
          </a:lstStyle>
          <a:p>
            <a:pPr lvl="0"/>
            <a:r>
              <a:rPr lang="en-US"/>
              <a:t>Click to edit Master text styles</a:t>
            </a:r>
          </a:p>
        </p:txBody>
      </p:sp>
      <p:sp>
        <p:nvSpPr>
          <p:cNvPr id="190" name="Text Placeholder 12"/>
          <p:cNvSpPr>
            <a:spLocks noGrp="1"/>
          </p:cNvSpPr>
          <p:nvPr>
            <p:ph type="body" sz="quarter" idx="76"/>
          </p:nvPr>
        </p:nvSpPr>
        <p:spPr>
          <a:xfrm>
            <a:off x="4064000" y="5817472"/>
            <a:ext cx="1219200" cy="228600"/>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191" name="Text Placeholder 178"/>
          <p:cNvSpPr>
            <a:spLocks noGrp="1"/>
          </p:cNvSpPr>
          <p:nvPr>
            <p:ph type="body" sz="quarter" idx="77"/>
          </p:nvPr>
        </p:nvSpPr>
        <p:spPr>
          <a:xfrm>
            <a:off x="7140089" y="5562600"/>
            <a:ext cx="182880" cy="137160"/>
          </a:xfrm>
          <a:prstGeom prst="flowChartExtract">
            <a:avLst/>
          </a:prstGeom>
          <a:solidFill>
            <a:srgbClr val="B01C2E"/>
          </a:solidFill>
          <a:ln>
            <a:solidFill>
              <a:srgbClr val="B01C2E"/>
            </a:solidFill>
          </a:ln>
        </p:spPr>
        <p:txBody>
          <a:bodyPr/>
          <a:lstStyle>
            <a:lvl1pPr>
              <a:buNone/>
              <a:defRPr sz="800">
                <a:solidFill>
                  <a:srgbClr val="FFFFFF"/>
                </a:solidFill>
              </a:defRPr>
            </a:lvl1pPr>
          </a:lstStyle>
          <a:p>
            <a:pPr lvl="0"/>
            <a:r>
              <a:rPr lang="en-US"/>
              <a:t>Click to edit Master text styles</a:t>
            </a:r>
          </a:p>
        </p:txBody>
      </p:sp>
      <p:sp>
        <p:nvSpPr>
          <p:cNvPr id="192" name="Text Placeholder 12"/>
          <p:cNvSpPr>
            <a:spLocks noGrp="1"/>
          </p:cNvSpPr>
          <p:nvPr>
            <p:ph type="body" sz="quarter" idx="78"/>
          </p:nvPr>
        </p:nvSpPr>
        <p:spPr>
          <a:xfrm>
            <a:off x="6621929" y="5817472"/>
            <a:ext cx="1219200" cy="228600"/>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78"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01" name="Slide Number Placeholder 9"/>
          <p:cNvSpPr>
            <a:spLocks noGrp="1"/>
          </p:cNvSpPr>
          <p:nvPr>
            <p:ph type="sldNum" sz="quarter" idx="79"/>
          </p:nvPr>
        </p:nvSpPr>
        <p:spPr/>
        <p:txBody>
          <a:bodyPr/>
          <a:lstStyle>
            <a:lvl1pPr>
              <a:defRPr/>
            </a:lvl1pPr>
          </a:lstStyle>
          <a:p>
            <a:fld id="{D003C6ED-C4A5-154D-A951-DFA096D6467B}" type="slidenum">
              <a:rPr lang="en-US" altLang="en-US"/>
              <a:pPr/>
              <a:t>‹#›</a:t>
            </a:fld>
            <a:endParaRPr lang="en-US" altLang="en-US"/>
          </a:p>
        </p:txBody>
      </p:sp>
      <p:sp>
        <p:nvSpPr>
          <p:cNvPr id="102" name="Footer Placeholder 79"/>
          <p:cNvSpPr>
            <a:spLocks noGrp="1"/>
          </p:cNvSpPr>
          <p:nvPr>
            <p:ph type="ftr" sz="quarter" idx="80"/>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80644388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cxnSp>
        <p:nvCxnSpPr>
          <p:cNvPr id="9" name="Straight Connector 7"/>
          <p:cNvCxnSpPr>
            <a:cxnSpLocks noChangeShapeType="1"/>
          </p:cNvCxnSpPr>
          <p:nvPr userDrawn="1"/>
        </p:nvCxnSpPr>
        <p:spPr bwMode="auto">
          <a:xfrm>
            <a:off x="2372785" y="5981700"/>
            <a:ext cx="7327900"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cxnSp>
      <p:sp>
        <p:nvSpPr>
          <p:cNvPr id="6" name="Title 1"/>
          <p:cNvSpPr>
            <a:spLocks noGrp="1"/>
          </p:cNvSpPr>
          <p:nvPr>
            <p:ph type="title"/>
          </p:nvPr>
        </p:nvSpPr>
        <p:spPr>
          <a:xfrm>
            <a:off x="2389717" y="5453936"/>
            <a:ext cx="7315200" cy="474325"/>
          </a:xfrm>
          <a:prstGeom prst="rect">
            <a:avLst/>
          </a:prstGeom>
        </p:spPr>
        <p:txBody>
          <a:bodyPr/>
          <a:lstStyle>
            <a:lvl1pPr algn="l">
              <a:defRPr sz="1200" b="1"/>
            </a:lvl1pPr>
          </a:lstStyle>
          <a:p>
            <a:r>
              <a:rPr lang="en-US"/>
              <a:t>Click to edit Master title style</a:t>
            </a:r>
            <a:endParaRPr lang="en-US" dirty="0"/>
          </a:p>
        </p:txBody>
      </p:sp>
      <p:sp>
        <p:nvSpPr>
          <p:cNvPr id="7" name="Picture Placeholder 2"/>
          <p:cNvSpPr>
            <a:spLocks noGrp="1"/>
          </p:cNvSpPr>
          <p:nvPr>
            <p:ph type="pic" idx="1"/>
          </p:nvPr>
        </p:nvSpPr>
        <p:spPr>
          <a:xfrm>
            <a:off x="2389717" y="1166755"/>
            <a:ext cx="7315200" cy="419268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Drag picture to placeholder or click icon to add</a:t>
            </a:r>
          </a:p>
        </p:txBody>
      </p:sp>
      <p:sp>
        <p:nvSpPr>
          <p:cNvPr id="8" name="Text Placeholder 3"/>
          <p:cNvSpPr>
            <a:spLocks noGrp="1"/>
          </p:cNvSpPr>
          <p:nvPr>
            <p:ph type="body" sz="half" idx="2"/>
          </p:nvPr>
        </p:nvSpPr>
        <p:spPr>
          <a:xfrm>
            <a:off x="2389717" y="6042020"/>
            <a:ext cx="7315200" cy="311280"/>
          </a:xfrm>
          <a:prstGeom prst="rect">
            <a:avLst/>
          </a:prstGeom>
        </p:spPr>
        <p:txBody>
          <a:bodyPr/>
          <a:lstStyle>
            <a:lvl1pPr marL="0" indent="0">
              <a:buNone/>
              <a:defRPr sz="1000" i="1">
                <a:solidFill>
                  <a:srgbClr val="4D4D4D"/>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10"/>
          <p:cNvSpPr>
            <a:spLocks noGrp="1"/>
          </p:cNvSpPr>
          <p:nvPr>
            <p:ph type="body" sz="quarter" idx="10"/>
          </p:nvPr>
        </p:nvSpPr>
        <p:spPr>
          <a:xfrm>
            <a:off x="1026004" y="0"/>
            <a:ext cx="10139992" cy="896112"/>
          </a:xfrm>
          <a:prstGeom prst="rect">
            <a:avLst/>
          </a:prstGeom>
        </p:spPr>
        <p:txBody>
          <a:bodyPr anchor="b"/>
          <a:lstStyle>
            <a:lvl1pPr>
              <a:buNone/>
              <a:defRPr sz="2200">
                <a:latin typeface="+mj-lt"/>
              </a:defRPr>
            </a:lvl1pPr>
          </a:lstStyle>
          <a:p>
            <a:pPr lvl="0"/>
            <a:r>
              <a:rPr lang="en-US"/>
              <a:t>Click to edit Master text styles</a:t>
            </a:r>
          </a:p>
        </p:txBody>
      </p:sp>
      <p:sp>
        <p:nvSpPr>
          <p:cNvPr id="10" name="Slide Number Placeholder 9"/>
          <p:cNvSpPr>
            <a:spLocks noGrp="1"/>
          </p:cNvSpPr>
          <p:nvPr>
            <p:ph type="sldNum" sz="quarter" idx="11"/>
          </p:nvPr>
        </p:nvSpPr>
        <p:spPr/>
        <p:txBody>
          <a:bodyPr/>
          <a:lstStyle>
            <a:lvl1pPr>
              <a:defRPr/>
            </a:lvl1pPr>
          </a:lstStyle>
          <a:p>
            <a:fld id="{614CE4E3-D3DE-AB41-A281-30813EB5473F}" type="slidenum">
              <a:rPr lang="en-US" altLang="en-US"/>
              <a:pPr/>
              <a:t>‹#›</a:t>
            </a:fld>
            <a:endParaRPr lang="en-US" altLang="en-US"/>
          </a:p>
        </p:txBody>
      </p:sp>
      <p:sp>
        <p:nvSpPr>
          <p:cNvPr id="12" name="Footer Placeholder 9"/>
          <p:cNvSpPr>
            <a:spLocks noGrp="1"/>
          </p:cNvSpPr>
          <p:nvPr>
            <p:ph type="ftr" sz="quarter" idx="12"/>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35593479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Text Placeholder 11"/>
          <p:cNvSpPr>
            <a:spLocks noGrp="1"/>
          </p:cNvSpPr>
          <p:nvPr>
            <p:ph type="body" sz="quarter" idx="11"/>
          </p:nvPr>
        </p:nvSpPr>
        <p:spPr>
          <a:xfrm>
            <a:off x="603254" y="1447800"/>
            <a:ext cx="2250831" cy="914400"/>
          </a:xfrm>
          <a:prstGeom prst="rect">
            <a:avLst/>
          </a:prstGeom>
        </p:spPr>
        <p:txBody>
          <a:bodyPr/>
          <a:lstStyle>
            <a:lvl1pPr>
              <a:buNone/>
              <a:defRPr sz="1000"/>
            </a:lvl1pPr>
          </a:lstStyle>
          <a:p>
            <a:pPr lvl="0"/>
            <a:r>
              <a:rPr lang="en-US"/>
              <a:t>Click to edit Master text styles</a:t>
            </a:r>
          </a:p>
        </p:txBody>
      </p:sp>
      <p:sp>
        <p:nvSpPr>
          <p:cNvPr id="9" name="Text Placeholder 11"/>
          <p:cNvSpPr>
            <a:spLocks noGrp="1"/>
          </p:cNvSpPr>
          <p:nvPr>
            <p:ph type="body" sz="quarter" idx="12"/>
          </p:nvPr>
        </p:nvSpPr>
        <p:spPr>
          <a:xfrm>
            <a:off x="603254" y="2667000"/>
            <a:ext cx="2250831" cy="914400"/>
          </a:xfrm>
          <a:prstGeom prst="rect">
            <a:avLst/>
          </a:prstGeom>
        </p:spPr>
        <p:txBody>
          <a:bodyPr/>
          <a:lstStyle>
            <a:lvl1pPr>
              <a:buNone/>
              <a:defRPr sz="1000"/>
            </a:lvl1pPr>
          </a:lstStyle>
          <a:p>
            <a:pPr lvl="0"/>
            <a:r>
              <a:rPr lang="en-US"/>
              <a:t>Click to edit Master text styles</a:t>
            </a:r>
          </a:p>
        </p:txBody>
      </p:sp>
      <p:sp>
        <p:nvSpPr>
          <p:cNvPr id="10" name="Text Placeholder 11"/>
          <p:cNvSpPr>
            <a:spLocks noGrp="1"/>
          </p:cNvSpPr>
          <p:nvPr>
            <p:ph type="body" sz="quarter" idx="13"/>
          </p:nvPr>
        </p:nvSpPr>
        <p:spPr>
          <a:xfrm>
            <a:off x="603254" y="5105400"/>
            <a:ext cx="2250831" cy="914400"/>
          </a:xfrm>
          <a:prstGeom prst="rect">
            <a:avLst/>
          </a:prstGeom>
        </p:spPr>
        <p:txBody>
          <a:bodyPr/>
          <a:lstStyle>
            <a:lvl1pPr>
              <a:buNone/>
              <a:defRPr sz="1000"/>
            </a:lvl1pPr>
          </a:lstStyle>
          <a:p>
            <a:pPr lvl="0"/>
            <a:r>
              <a:rPr lang="en-US"/>
              <a:t>Click to edit Master text styles</a:t>
            </a:r>
          </a:p>
        </p:txBody>
      </p:sp>
      <p:sp>
        <p:nvSpPr>
          <p:cNvPr id="11" name="Text Placeholder 11"/>
          <p:cNvSpPr>
            <a:spLocks noGrp="1"/>
          </p:cNvSpPr>
          <p:nvPr>
            <p:ph type="body" sz="quarter" idx="14"/>
          </p:nvPr>
        </p:nvSpPr>
        <p:spPr>
          <a:xfrm>
            <a:off x="9337923" y="1447800"/>
            <a:ext cx="2250831" cy="914400"/>
          </a:xfrm>
          <a:prstGeom prst="rect">
            <a:avLst/>
          </a:prstGeom>
        </p:spPr>
        <p:txBody>
          <a:bodyPr/>
          <a:lstStyle>
            <a:lvl1pPr>
              <a:buNone/>
              <a:defRPr sz="1000"/>
            </a:lvl1pPr>
          </a:lstStyle>
          <a:p>
            <a:pPr lvl="0"/>
            <a:r>
              <a:rPr lang="en-US"/>
              <a:t>Click to edit Master text styles</a:t>
            </a:r>
          </a:p>
        </p:txBody>
      </p:sp>
      <p:sp>
        <p:nvSpPr>
          <p:cNvPr id="12" name="Text Placeholder 11"/>
          <p:cNvSpPr>
            <a:spLocks noGrp="1"/>
          </p:cNvSpPr>
          <p:nvPr>
            <p:ph type="body" sz="quarter" idx="15"/>
          </p:nvPr>
        </p:nvSpPr>
        <p:spPr>
          <a:xfrm>
            <a:off x="9337923" y="2667000"/>
            <a:ext cx="2250831" cy="914400"/>
          </a:xfrm>
          <a:prstGeom prst="rect">
            <a:avLst/>
          </a:prstGeom>
        </p:spPr>
        <p:txBody>
          <a:bodyPr/>
          <a:lstStyle>
            <a:lvl1pPr>
              <a:buNone/>
              <a:defRPr sz="1000"/>
            </a:lvl1pPr>
          </a:lstStyle>
          <a:p>
            <a:pPr lvl="0"/>
            <a:r>
              <a:rPr lang="en-US"/>
              <a:t>Click to edit Master text styles</a:t>
            </a:r>
          </a:p>
        </p:txBody>
      </p:sp>
      <p:sp>
        <p:nvSpPr>
          <p:cNvPr id="13" name="Text Placeholder 11"/>
          <p:cNvSpPr>
            <a:spLocks noGrp="1"/>
          </p:cNvSpPr>
          <p:nvPr>
            <p:ph type="body" sz="quarter" idx="16"/>
          </p:nvPr>
        </p:nvSpPr>
        <p:spPr>
          <a:xfrm>
            <a:off x="9337923" y="3886200"/>
            <a:ext cx="2250831" cy="914400"/>
          </a:xfrm>
          <a:prstGeom prst="rect">
            <a:avLst/>
          </a:prstGeom>
        </p:spPr>
        <p:txBody>
          <a:bodyPr/>
          <a:lstStyle>
            <a:lvl1pPr>
              <a:buNone/>
              <a:defRPr sz="1000"/>
            </a:lvl1pPr>
          </a:lstStyle>
          <a:p>
            <a:pPr lvl="0"/>
            <a:r>
              <a:rPr lang="en-US"/>
              <a:t>Click to edit Master text styles</a:t>
            </a:r>
          </a:p>
        </p:txBody>
      </p:sp>
      <p:sp>
        <p:nvSpPr>
          <p:cNvPr id="14" name="Text Placeholder 11"/>
          <p:cNvSpPr>
            <a:spLocks noGrp="1"/>
          </p:cNvSpPr>
          <p:nvPr>
            <p:ph type="body" sz="quarter" idx="17"/>
          </p:nvPr>
        </p:nvSpPr>
        <p:spPr>
          <a:xfrm>
            <a:off x="9337923" y="5105400"/>
            <a:ext cx="2250831" cy="914400"/>
          </a:xfrm>
          <a:prstGeom prst="rect">
            <a:avLst/>
          </a:prstGeom>
        </p:spPr>
        <p:txBody>
          <a:bodyPr/>
          <a:lstStyle>
            <a:lvl1pPr>
              <a:buNone/>
              <a:defRPr sz="1000"/>
            </a:lvl1pPr>
          </a:lstStyle>
          <a:p>
            <a:pPr lvl="0"/>
            <a:r>
              <a:rPr lang="en-US"/>
              <a:t>Click to edit Master text styles</a:t>
            </a:r>
          </a:p>
        </p:txBody>
      </p:sp>
      <p:sp>
        <p:nvSpPr>
          <p:cNvPr id="15" name="Text Placeholder 11"/>
          <p:cNvSpPr>
            <a:spLocks noGrp="1"/>
          </p:cNvSpPr>
          <p:nvPr>
            <p:ph type="body" sz="quarter" idx="18"/>
          </p:nvPr>
        </p:nvSpPr>
        <p:spPr>
          <a:xfrm>
            <a:off x="603254" y="3886200"/>
            <a:ext cx="2250831" cy="914400"/>
          </a:xfrm>
          <a:prstGeom prst="rect">
            <a:avLst/>
          </a:prstGeom>
        </p:spPr>
        <p:txBody>
          <a:bodyPr/>
          <a:lstStyle>
            <a:lvl1pPr>
              <a:buNone/>
              <a:defRPr sz="1000"/>
            </a:lvl1pPr>
          </a:lstStyle>
          <a:p>
            <a:pPr lvl="0"/>
            <a:r>
              <a:rPr lang="en-US"/>
              <a:t>Click to edit Master text styles</a:t>
            </a:r>
          </a:p>
        </p:txBody>
      </p:sp>
      <p:sp>
        <p:nvSpPr>
          <p:cNvPr id="16" name="Slide Number Placeholder 9"/>
          <p:cNvSpPr>
            <a:spLocks noGrp="1"/>
          </p:cNvSpPr>
          <p:nvPr>
            <p:ph type="sldNum" sz="quarter" idx="19"/>
          </p:nvPr>
        </p:nvSpPr>
        <p:spPr/>
        <p:txBody>
          <a:bodyPr/>
          <a:lstStyle>
            <a:lvl1pPr>
              <a:defRPr/>
            </a:lvl1pPr>
          </a:lstStyle>
          <a:p>
            <a:fld id="{1B28FF10-2575-714D-9D0B-AB6D45C94EAE}" type="slidenum">
              <a:rPr lang="en-US" altLang="en-US"/>
              <a:pPr/>
              <a:t>‹#›</a:t>
            </a:fld>
            <a:endParaRPr lang="en-US" altLang="en-US"/>
          </a:p>
        </p:txBody>
      </p:sp>
      <p:sp>
        <p:nvSpPr>
          <p:cNvPr id="17" name="Footer Placeholder 12"/>
          <p:cNvSpPr>
            <a:spLocks noGrp="1"/>
          </p:cNvSpPr>
          <p:nvPr>
            <p:ph type="ftr" sz="quarter" idx="20"/>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70181634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8212506" y="1419225"/>
            <a:ext cx="3376247" cy="4800600"/>
          </a:xfrm>
          <a:prstGeom prst="rect">
            <a:avLst/>
          </a:prstGeom>
        </p:spPr>
        <p:txBody>
          <a:bodyPr/>
          <a:lstStyle>
            <a:lvl1pPr marL="228600" indent="-228600">
              <a:buClr>
                <a:srgbClr val="B01C2E"/>
              </a:buClr>
              <a:buFont typeface="Wingdings 2" pitchFamily="18" charset="2"/>
              <a:buChar char=""/>
              <a:defRPr sz="1100"/>
            </a:lvl1pPr>
            <a:lvl2pPr marL="457200" indent="-228600">
              <a:buClr>
                <a:srgbClr val="B01C2E"/>
              </a:buClr>
              <a:buSzPct val="125000"/>
              <a:buFont typeface="Arial" pitchFamily="34" charset="0"/>
              <a:buChar char="•"/>
              <a:defRPr sz="1100"/>
            </a:lvl2pPr>
            <a:lvl3pPr marL="685800">
              <a:buClr>
                <a:srgbClr val="B01C2E"/>
              </a:buClr>
              <a:buFont typeface="Arial" pitchFamily="34" charset="0"/>
              <a:buChar char="–"/>
              <a:defRPr sz="1100"/>
            </a:lvl3pPr>
            <a:lvl4pPr marL="914400">
              <a:buClr>
                <a:srgbClr val="B01C2E"/>
              </a:buClr>
              <a:buFont typeface="Arial" pitchFamily="34" charset="0"/>
              <a:buChar char="–"/>
              <a:defRPr sz="1100"/>
            </a:lvl4pPr>
            <a:lvl5pPr marL="1143000">
              <a:buClr>
                <a:srgbClr val="B01C2E"/>
              </a:buClr>
              <a:buFont typeface="Arial" pitchFamily="34" charset="0"/>
              <a:buChar char="–"/>
              <a:defRPr sz="11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4" name="Slide Number Placeholder 9"/>
          <p:cNvSpPr>
            <a:spLocks noGrp="1"/>
          </p:cNvSpPr>
          <p:nvPr>
            <p:ph type="sldNum" sz="quarter" idx="10"/>
          </p:nvPr>
        </p:nvSpPr>
        <p:spPr/>
        <p:txBody>
          <a:bodyPr/>
          <a:lstStyle>
            <a:lvl1pPr>
              <a:defRPr/>
            </a:lvl1pPr>
          </a:lstStyle>
          <a:p>
            <a:fld id="{3B598768-D1F4-594C-B51E-99B1ED06033F}" type="slidenum">
              <a:rPr lang="en-US" altLang="en-US"/>
              <a:pPr/>
              <a:t>‹#›</a:t>
            </a:fld>
            <a:endParaRPr lang="en-US" altLang="en-US"/>
          </a:p>
        </p:txBody>
      </p:sp>
      <p:sp>
        <p:nvSpPr>
          <p:cNvPr id="6" name="Footer Placeholder 12"/>
          <p:cNvSpPr>
            <a:spLocks noGrp="1"/>
          </p:cNvSpPr>
          <p:nvPr>
            <p:ph type="ftr" sz="quarter" idx="11"/>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94692366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ef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4766735" y="1419225"/>
            <a:ext cx="6815667" cy="4706938"/>
          </a:xfrm>
          <a:prstGeom prst="rect">
            <a:avLst/>
          </a:prstGeom>
        </p:spPr>
        <p:txBody>
          <a:bodyPr/>
          <a:lstStyle>
            <a:lvl1pPr marL="228600" indent="-228600">
              <a:buClr>
                <a:srgbClr val="B01C2E"/>
              </a:buClr>
              <a:buFont typeface="Wingdings 2" pitchFamily="18" charset="2"/>
              <a:buChar char=""/>
              <a:defRPr sz="1200"/>
            </a:lvl1pPr>
            <a:lvl2pPr marL="457200" indent="-228600">
              <a:buClr>
                <a:srgbClr val="B01C2E"/>
              </a:buClr>
              <a:buSzPct val="125000"/>
              <a:buFont typeface="Arial" pitchFamily="34" charset="0"/>
              <a:buChar char="•"/>
              <a:defRPr sz="1200"/>
            </a:lvl2pPr>
            <a:lvl3pPr marL="685800">
              <a:buClr>
                <a:srgbClr val="B01C2E"/>
              </a:buClr>
              <a:buFont typeface="Arial" pitchFamily="34" charset="0"/>
              <a:buChar char="–"/>
              <a:defRPr sz="1200"/>
            </a:lvl3pPr>
            <a:lvl4pPr marL="914400">
              <a:buClr>
                <a:srgbClr val="B01C2E"/>
              </a:buClr>
              <a:buFont typeface="Arial" pitchFamily="34" charset="0"/>
              <a:buChar char="–"/>
              <a:defRPr sz="1200"/>
            </a:lvl4pPr>
            <a:lvl5pPr marL="1143000">
              <a:buClr>
                <a:srgbClr val="B01C2E"/>
              </a:buClr>
              <a:buFont typeface="Arial" pitchFamily="34" charset="0"/>
              <a:buChar cha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609601" y="1419226"/>
            <a:ext cx="3891064" cy="4706938"/>
          </a:xfrm>
          <a:prstGeom prst="rect">
            <a:avLst/>
          </a:prstGeom>
        </p:spPr>
        <p:txBody>
          <a:bodyPr/>
          <a:lstStyle>
            <a:lvl1pPr marL="0" indent="0">
              <a:buNone/>
              <a:defRPr sz="1200" i="1">
                <a:solidFill>
                  <a:srgbClr val="666666"/>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219B113F-1BA8-CA4E-A6B3-92D1D8C0C887}"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65065046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Righ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609601" y="1419225"/>
            <a:ext cx="6815667" cy="4706938"/>
          </a:xfrm>
          <a:prstGeom prst="rect">
            <a:avLst/>
          </a:prstGeom>
        </p:spPr>
        <p:txBody>
          <a:bodyPr/>
          <a:lstStyle>
            <a:lvl1pPr marL="228600" indent="-228600">
              <a:buClr>
                <a:srgbClr val="B01C2E"/>
              </a:buClr>
              <a:buFont typeface="Wingdings 2" pitchFamily="18" charset="2"/>
              <a:buChar char=""/>
              <a:defRPr sz="1200"/>
            </a:lvl1pPr>
            <a:lvl2pPr marL="457200" indent="-228600">
              <a:buClr>
                <a:srgbClr val="B01C2E"/>
              </a:buClr>
              <a:buSzPct val="125000"/>
              <a:buFont typeface="Arial" pitchFamily="34" charset="0"/>
              <a:buChar char="•"/>
              <a:defRPr sz="1200"/>
            </a:lvl2pPr>
            <a:lvl3pPr marL="685800">
              <a:buClr>
                <a:srgbClr val="B01C2E"/>
              </a:buClr>
              <a:buFont typeface="Arial" pitchFamily="34" charset="0"/>
              <a:buChar char="–"/>
              <a:defRPr sz="1200"/>
            </a:lvl3pPr>
            <a:lvl4pPr marL="914400">
              <a:buClr>
                <a:srgbClr val="B01C2E"/>
              </a:buClr>
              <a:buFont typeface="Arial" pitchFamily="34" charset="0"/>
              <a:buChar char="–"/>
              <a:defRPr sz="1200"/>
            </a:lvl4pPr>
            <a:lvl5pPr marL="1143000">
              <a:buClr>
                <a:srgbClr val="B01C2E"/>
              </a:buClr>
              <a:buFont typeface="Arial" pitchFamily="34" charset="0"/>
              <a:buChar cha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7697687" y="1419226"/>
            <a:ext cx="3891064" cy="4706938"/>
          </a:xfrm>
          <a:prstGeom prst="rect">
            <a:avLst/>
          </a:prstGeom>
        </p:spPr>
        <p:txBody>
          <a:bodyPr/>
          <a:lstStyle>
            <a:lvl1pPr marL="0" indent="0">
              <a:buNone/>
              <a:defRPr sz="1200" i="1">
                <a:solidFill>
                  <a:srgbClr val="666666"/>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524011BE-5C53-0E48-93A9-5E9857491FB1}"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89128295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ttorney Bio">
    <p:spTree>
      <p:nvGrpSpPr>
        <p:cNvPr id="1" name=""/>
        <p:cNvGrpSpPr/>
        <p:nvPr/>
      </p:nvGrpSpPr>
      <p:grpSpPr>
        <a:xfrm>
          <a:off x="0" y="0"/>
          <a:ext cx="0" cy="0"/>
          <a:chOff x="0" y="0"/>
          <a:chExt cx="0" cy="0"/>
        </a:xfrm>
      </p:grpSpPr>
      <p:sp>
        <p:nvSpPr>
          <p:cNvPr id="12" name="Line 22"/>
          <p:cNvSpPr>
            <a:spLocks noChangeShapeType="1"/>
          </p:cNvSpPr>
          <p:nvPr/>
        </p:nvSpPr>
        <p:spPr bwMode="auto">
          <a:xfrm>
            <a:off x="2768600" y="2667000"/>
            <a:ext cx="88392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3" name="TextBox 13"/>
          <p:cNvSpPr txBox="1">
            <a:spLocks noChangeArrowheads="1"/>
          </p:cNvSpPr>
          <p:nvPr userDrawn="1"/>
        </p:nvSpPr>
        <p:spPr bwMode="auto">
          <a:xfrm>
            <a:off x="2755900" y="1108076"/>
            <a:ext cx="42672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1000" b="1">
                <a:solidFill>
                  <a:srgbClr val="B01C2E"/>
                </a:solidFill>
                <a:latin typeface="Arial" charset="0"/>
                <a:ea typeface="+mn-ea"/>
              </a:rPr>
              <a:t>Specialization</a:t>
            </a:r>
          </a:p>
        </p:txBody>
      </p:sp>
      <p:sp>
        <p:nvSpPr>
          <p:cNvPr id="14" name="TextBox 14"/>
          <p:cNvSpPr txBox="1">
            <a:spLocks noChangeArrowheads="1"/>
          </p:cNvSpPr>
          <p:nvPr userDrawn="1"/>
        </p:nvSpPr>
        <p:spPr bwMode="auto">
          <a:xfrm>
            <a:off x="7340600" y="1108076"/>
            <a:ext cx="42672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1000" b="1">
                <a:solidFill>
                  <a:srgbClr val="B01C2E"/>
                </a:solidFill>
                <a:latin typeface="Arial" charset="0"/>
                <a:ea typeface="+mn-ea"/>
              </a:rPr>
              <a:t>Education</a:t>
            </a:r>
          </a:p>
        </p:txBody>
      </p:sp>
      <p:sp>
        <p:nvSpPr>
          <p:cNvPr id="17" name="Text Placeholder 16"/>
          <p:cNvSpPr>
            <a:spLocks noGrp="1"/>
          </p:cNvSpPr>
          <p:nvPr>
            <p:ph type="body" sz="quarter" idx="17"/>
          </p:nvPr>
        </p:nvSpPr>
        <p:spPr>
          <a:xfrm>
            <a:off x="2756408" y="2743200"/>
            <a:ext cx="8851392" cy="3429000"/>
          </a:xfrm>
          <a:prstGeom prst="rect">
            <a:avLst/>
          </a:prstGeom>
          <a:ln>
            <a:noFill/>
          </a:ln>
        </p:spPr>
        <p:txBody>
          <a:bodyPr lIns="27432" anchor="t"/>
          <a:lstStyle>
            <a:lvl1pPr marL="0" indent="0" algn="l">
              <a:lnSpc>
                <a:spcPts val="1200"/>
              </a:lnSpc>
              <a:spcBef>
                <a:spcPts val="0"/>
              </a:spcBef>
              <a:spcAft>
                <a:spcPts val="600"/>
              </a:spcAft>
              <a:buFont typeface="Arial" pitchFamily="34" charset="0"/>
              <a:buChar char=" "/>
              <a:defRPr sz="1000" b="0" baseline="0">
                <a:latin typeface="+mn-lt"/>
              </a:defRPr>
            </a:lvl1pPr>
            <a:lvl2pPr marL="0" indent="0">
              <a:lnSpc>
                <a:spcPts val="1200"/>
              </a:lnSpc>
              <a:spcBef>
                <a:spcPts val="0"/>
              </a:spcBef>
              <a:spcAft>
                <a:spcPts val="1200"/>
              </a:spcAft>
              <a:buFont typeface="Arial" pitchFamily="34" charset="0"/>
              <a:buChar char=" "/>
              <a:defRPr sz="1000" b="1" baseline="0">
                <a:solidFill>
                  <a:srgbClr val="666666"/>
                </a:solidFill>
                <a:latin typeface="Arial" pitchFamily="34" charset="0"/>
              </a:defRPr>
            </a:lvl2pPr>
            <a:lvl3pPr marL="228600" indent="-228600">
              <a:buClr>
                <a:srgbClr val="B01C2E"/>
              </a:buClr>
              <a:buFont typeface="Wingdings 2" pitchFamily="18" charset="2"/>
              <a:buChar char="¡"/>
              <a:defRPr sz="1000" baseline="0">
                <a:latin typeface="Arial" pitchFamily="34" charset="0"/>
              </a:defRPr>
            </a:lvl3pPr>
            <a:lvl4pPr marL="457200" indent="-228600">
              <a:buClr>
                <a:srgbClr val="B01C2E"/>
              </a:buClr>
              <a:buFont typeface="Arial" pitchFamily="34" charset="0"/>
              <a:buChar char="–"/>
              <a:defRPr sz="1000" baseline="0">
                <a:latin typeface="Arial" pitchFamily="34" charset="0"/>
              </a:defRPr>
            </a:lvl4pPr>
            <a:lvl5pPr marL="685800" indent="-228600">
              <a:buClr>
                <a:srgbClr val="B01C2E"/>
              </a:buClr>
              <a:buFont typeface="Arial" pitchFamily="34" charset="0"/>
              <a:buChar char="–"/>
              <a:defRPr sz="1000" baseline="0">
                <a:latin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baseline="0"/>
            </a:lvl1pPr>
          </a:lstStyle>
          <a:p>
            <a:pPr lvl="0"/>
            <a:r>
              <a:rPr lang="en-US"/>
              <a:t>Click to edit Master title style</a:t>
            </a:r>
            <a:endParaRPr lang="en-US" dirty="0"/>
          </a:p>
        </p:txBody>
      </p:sp>
      <p:sp>
        <p:nvSpPr>
          <p:cNvPr id="18" name="Picture Placeholder 9"/>
          <p:cNvSpPr>
            <a:spLocks noGrp="1"/>
          </p:cNvSpPr>
          <p:nvPr>
            <p:ph type="pic" sz="quarter" idx="13"/>
          </p:nvPr>
        </p:nvSpPr>
        <p:spPr>
          <a:xfrm>
            <a:off x="607483" y="1108074"/>
            <a:ext cx="1560576" cy="1563624"/>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12"/>
          </p:nvPr>
        </p:nvSpPr>
        <p:spPr>
          <a:xfrm>
            <a:off x="607487" y="2722996"/>
            <a:ext cx="2034116" cy="553604"/>
          </a:xfrm>
          <a:prstGeom prst="rect">
            <a:avLst/>
          </a:prstGeom>
        </p:spPr>
        <p:txBody>
          <a:bodyPr lIns="0"/>
          <a:lstStyle>
            <a:lvl1pPr marL="0" indent="0">
              <a:lnSpc>
                <a:spcPts val="1000"/>
              </a:lnSpc>
              <a:buNone/>
              <a:defRPr sz="1000" b="0" baseline="0"/>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p:txBody>
      </p:sp>
      <p:sp>
        <p:nvSpPr>
          <p:cNvPr id="40" name="Text Placeholder 12"/>
          <p:cNvSpPr>
            <a:spLocks noGrp="1"/>
          </p:cNvSpPr>
          <p:nvPr>
            <p:ph type="body" sz="quarter" idx="37"/>
          </p:nvPr>
        </p:nvSpPr>
        <p:spPr>
          <a:xfrm>
            <a:off x="7340600" y="2144554"/>
            <a:ext cx="4267200" cy="246888"/>
          </a:xfrm>
          <a:prstGeom prst="rect">
            <a:avLst/>
          </a:prstGeom>
          <a:ln w="6350">
            <a:noFill/>
          </a:ln>
        </p:spPr>
        <p:txBody>
          <a:bodyPr lIns="27432" tIns="45720" rIns="45720" bIns="45720" anchor="t" anchorCtr="0"/>
          <a:lstStyle>
            <a:lvl1pPr marL="171450" indent="-171450">
              <a:buClr>
                <a:srgbClr val="B01C2E"/>
              </a:buClr>
              <a:buFont typeface="Wingdings 2" pitchFamily="18" charset="2"/>
              <a:buNone/>
              <a:defRPr sz="1000" b="1" baseline="0">
                <a:solidFill>
                  <a:srgbClr val="B01C2E"/>
                </a:solidFill>
              </a:defRPr>
            </a:lvl1pPr>
            <a:lvl2pPr marL="118872" indent="-118872">
              <a:buClr>
                <a:srgbClr val="B01C2E"/>
              </a:buClr>
              <a:buFont typeface="Wingdings 2" pitchFamily="18" charset="2"/>
              <a:buNone/>
              <a:defRPr sz="1000" b="1" baseline="0">
                <a:solidFill>
                  <a:srgbClr val="B01C2E"/>
                </a:solidFill>
              </a:defRPr>
            </a:lvl2pPr>
            <a:lvl3pPr marL="0" indent="-118872" algn="l" defTabSz="914400" rtl="0" eaLnBrk="1" latinLnBrk="0" hangingPunct="1">
              <a:lnSpc>
                <a:spcPct val="95000"/>
              </a:lnSpc>
              <a:spcBef>
                <a:spcPts val="0"/>
              </a:spcBef>
              <a:spcAft>
                <a:spcPts val="240"/>
              </a:spcAft>
              <a:buClr>
                <a:srgbClr val="B01C2E"/>
              </a:buClr>
              <a:buFont typeface="Wingdings 2" pitchFamily="18" charset="2"/>
              <a:buNone/>
              <a:defRPr lang="en-US" sz="1000" b="1" kern="1200" baseline="0" dirty="0" smtClean="0">
                <a:solidFill>
                  <a:srgbClr val="B01C2E"/>
                </a:solidFill>
                <a:latin typeface="+mn-lt"/>
                <a:ea typeface="+mn-ea"/>
                <a:cs typeface="+mn-cs"/>
              </a:defRPr>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42" name="Text Placeholder 12"/>
          <p:cNvSpPr>
            <a:spLocks noGrp="1"/>
          </p:cNvSpPr>
          <p:nvPr>
            <p:ph type="body" sz="quarter" idx="39"/>
          </p:nvPr>
        </p:nvSpPr>
        <p:spPr>
          <a:xfrm>
            <a:off x="2756408" y="2144554"/>
            <a:ext cx="4267200" cy="246888"/>
          </a:xfrm>
          <a:prstGeom prst="rect">
            <a:avLst/>
          </a:prstGeom>
          <a:ln w="6350">
            <a:noFill/>
          </a:ln>
        </p:spPr>
        <p:txBody>
          <a:bodyPr lIns="27432" tIns="45720" rIns="45720" bIns="45720" anchor="t" anchorCtr="0"/>
          <a:lstStyle>
            <a:lvl1pPr marL="171450" indent="-171450">
              <a:buClr>
                <a:srgbClr val="B01C2E"/>
              </a:buClr>
              <a:buFont typeface="Wingdings 2" pitchFamily="18" charset="2"/>
              <a:buNone/>
              <a:defRPr sz="1000" b="1" baseline="0">
                <a:solidFill>
                  <a:srgbClr val="B01C2E"/>
                </a:solidFill>
              </a:defRPr>
            </a:lvl1pPr>
            <a:lvl2pPr marL="118872" indent="-118872">
              <a:buClr>
                <a:srgbClr val="B01C2E"/>
              </a:buClr>
              <a:buFont typeface="Wingdings 2" pitchFamily="18" charset="2"/>
              <a:buNone/>
              <a:defRPr sz="1000" b="1" baseline="0">
                <a:solidFill>
                  <a:srgbClr val="B01C2E"/>
                </a:solidFill>
              </a:defRPr>
            </a:lvl2pPr>
            <a:lvl3pPr marL="0" indent="-118872" algn="l" defTabSz="914400" rtl="0" eaLnBrk="1" latinLnBrk="0" hangingPunct="1">
              <a:lnSpc>
                <a:spcPct val="95000"/>
              </a:lnSpc>
              <a:spcBef>
                <a:spcPts val="0"/>
              </a:spcBef>
              <a:spcAft>
                <a:spcPts val="240"/>
              </a:spcAft>
              <a:buClr>
                <a:srgbClr val="B01C2E"/>
              </a:buClr>
              <a:buFont typeface="Wingdings 2" pitchFamily="18" charset="2"/>
              <a:buNone/>
              <a:defRPr lang="en-US" sz="1000" b="1" kern="1200" baseline="0" dirty="0" smtClean="0">
                <a:solidFill>
                  <a:srgbClr val="B01C2E"/>
                </a:solidFill>
                <a:latin typeface="+mn-lt"/>
                <a:ea typeface="+mn-ea"/>
                <a:cs typeface="+mn-cs"/>
              </a:defRPr>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44" name="Text Placeholder 16"/>
          <p:cNvSpPr>
            <a:spLocks noGrp="1"/>
          </p:cNvSpPr>
          <p:nvPr>
            <p:ph type="body" sz="quarter" idx="41"/>
          </p:nvPr>
        </p:nvSpPr>
        <p:spPr>
          <a:xfrm>
            <a:off x="2756408" y="2308860"/>
            <a:ext cx="4267200" cy="347472"/>
          </a:xfrm>
          <a:prstGeom prst="rect">
            <a:avLst/>
          </a:prstGeom>
          <a:ln>
            <a:noFill/>
          </a:ln>
        </p:spPr>
        <p:txBody>
          <a:bodyPr lIns="27432" anchor="t"/>
          <a:lstStyle>
            <a:lvl1pPr marL="0" indent="0" algn="l">
              <a:lnSpc>
                <a:spcPct val="95000"/>
              </a:lnSpc>
              <a:spcBef>
                <a:spcPts val="0"/>
              </a:spcBef>
              <a:spcAft>
                <a:spcPts val="240"/>
              </a:spcAft>
              <a:buNone/>
              <a:defRPr sz="1000" b="0"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46" name="Text Placeholder 16"/>
          <p:cNvSpPr>
            <a:spLocks noGrp="1"/>
          </p:cNvSpPr>
          <p:nvPr>
            <p:ph type="body" sz="quarter" idx="42"/>
          </p:nvPr>
        </p:nvSpPr>
        <p:spPr>
          <a:xfrm>
            <a:off x="7340600" y="2308860"/>
            <a:ext cx="4267200" cy="347472"/>
          </a:xfrm>
          <a:prstGeom prst="rect">
            <a:avLst/>
          </a:prstGeom>
          <a:ln>
            <a:noFill/>
          </a:ln>
        </p:spPr>
        <p:txBody>
          <a:bodyPr lIns="27432" anchor="t"/>
          <a:lstStyle>
            <a:lvl1pPr marL="0" indent="0" algn="l">
              <a:lnSpc>
                <a:spcPct val="95000"/>
              </a:lnSpc>
              <a:spcBef>
                <a:spcPts val="0"/>
              </a:spcBef>
              <a:spcAft>
                <a:spcPts val="240"/>
              </a:spcAft>
              <a:buNone/>
              <a:defRPr sz="1000" b="0"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47" name="Text Placeholder 19"/>
          <p:cNvSpPr>
            <a:spLocks noGrp="1"/>
          </p:cNvSpPr>
          <p:nvPr>
            <p:ph type="body" sz="quarter" idx="29"/>
          </p:nvPr>
        </p:nvSpPr>
        <p:spPr>
          <a:xfrm>
            <a:off x="2756408" y="1295400"/>
            <a:ext cx="4267200" cy="822960"/>
          </a:xfrm>
          <a:prstGeom prst="rect">
            <a:avLst/>
          </a:prstGeom>
          <a:solidFill>
            <a:srgbClr val="FFFFFF"/>
          </a:solidFill>
          <a:ln>
            <a:noFill/>
          </a:ln>
        </p:spPr>
        <p:txBody>
          <a:bodyPr wrap="square" lIns="27432" tIns="45720" rIns="45720" bIns="45720" anchor="t">
            <a:noAutofit/>
          </a:bodyPr>
          <a:lstStyle>
            <a:lvl1pPr marL="118872" indent="-118872">
              <a:lnSpc>
                <a:spcPct val="95000"/>
              </a:lnSpc>
              <a:spcBef>
                <a:spcPts val="0"/>
              </a:spcBef>
              <a:spcAft>
                <a:spcPts val="200"/>
              </a:spcAft>
              <a:buClr>
                <a:schemeClr val="accent1"/>
              </a:buClr>
              <a:buFont typeface="Wingdings 2" pitchFamily="18" charset="2"/>
              <a:buChar char=""/>
              <a:defRPr sz="1000" baseline="0">
                <a:solidFill>
                  <a:schemeClr val="tx1"/>
                </a:solidFill>
              </a:defRPr>
            </a:lvl1pPr>
            <a:lvl2pPr marL="118872" indent="-118872">
              <a:lnSpc>
                <a:spcPct val="95000"/>
              </a:lnSpc>
              <a:spcBef>
                <a:spcPts val="0"/>
              </a:spcBef>
              <a:spcAft>
                <a:spcPts val="200"/>
              </a:spcAft>
              <a:buClr>
                <a:srgbClr val="B01C2E"/>
              </a:buClr>
              <a:buFont typeface="NSimSun" pitchFamily="49" charset="-122"/>
              <a:buChar char=" "/>
              <a:defRPr sz="1000" baseline="0"/>
            </a:lvl2pPr>
            <a:lvl3pPr marL="118872" indent="-118872">
              <a:lnSpc>
                <a:spcPct val="95000"/>
              </a:lnSpc>
              <a:spcBef>
                <a:spcPts val="0"/>
              </a:spcBef>
              <a:spcAft>
                <a:spcPts val="200"/>
              </a:spcAft>
              <a:buClr>
                <a:srgbClr val="B01C2E"/>
              </a:buClr>
              <a:buFont typeface="Wingdings 2" pitchFamily="18" charset="2"/>
              <a:buChar char="¡"/>
              <a:defRPr sz="1000"/>
            </a:lvl3pPr>
          </a:lstStyle>
          <a:p>
            <a:pPr lvl="0"/>
            <a:r>
              <a:rPr lang="en-US"/>
              <a:t>Click to edit Master text styles</a:t>
            </a:r>
          </a:p>
        </p:txBody>
      </p:sp>
      <p:sp>
        <p:nvSpPr>
          <p:cNvPr id="48" name="Text Placeholder 19"/>
          <p:cNvSpPr>
            <a:spLocks noGrp="1"/>
          </p:cNvSpPr>
          <p:nvPr>
            <p:ph type="body" sz="quarter" idx="43"/>
          </p:nvPr>
        </p:nvSpPr>
        <p:spPr>
          <a:xfrm>
            <a:off x="7340600" y="1295400"/>
            <a:ext cx="4267200" cy="822960"/>
          </a:xfrm>
          <a:prstGeom prst="rect">
            <a:avLst/>
          </a:prstGeom>
          <a:solidFill>
            <a:srgbClr val="FFFFFF"/>
          </a:solidFill>
          <a:ln>
            <a:noFill/>
          </a:ln>
        </p:spPr>
        <p:txBody>
          <a:bodyPr wrap="square" lIns="27432" tIns="45720" rIns="45720" bIns="45720" anchor="t">
            <a:noAutofit/>
          </a:bodyPr>
          <a:lstStyle>
            <a:lvl1pPr marL="118872" indent="-118872">
              <a:lnSpc>
                <a:spcPct val="95000"/>
              </a:lnSpc>
              <a:spcBef>
                <a:spcPts val="0"/>
              </a:spcBef>
              <a:spcAft>
                <a:spcPts val="200"/>
              </a:spcAft>
              <a:buClr>
                <a:schemeClr val="accent1"/>
              </a:buClr>
              <a:buFont typeface="Wingdings 2" pitchFamily="18" charset="2"/>
              <a:buChar char=""/>
              <a:defRPr sz="1000" baseline="0">
                <a:solidFill>
                  <a:schemeClr val="tx1"/>
                </a:solidFill>
              </a:defRPr>
            </a:lvl1pPr>
            <a:lvl2pPr marL="118872" indent="-118872">
              <a:lnSpc>
                <a:spcPct val="95000"/>
              </a:lnSpc>
              <a:spcBef>
                <a:spcPts val="0"/>
              </a:spcBef>
              <a:spcAft>
                <a:spcPts val="200"/>
              </a:spcAft>
              <a:buClr>
                <a:srgbClr val="B01C2E"/>
              </a:buClr>
              <a:buFont typeface="Arial" pitchFamily="34" charset="0"/>
              <a:buChar char=" "/>
              <a:defRPr sz="1000" baseline="0"/>
            </a:lvl2pPr>
            <a:lvl3pPr marL="118872" indent="-118872">
              <a:lnSpc>
                <a:spcPct val="95000"/>
              </a:lnSpc>
              <a:spcBef>
                <a:spcPts val="0"/>
              </a:spcBef>
              <a:spcAft>
                <a:spcPts val="200"/>
              </a:spcAft>
              <a:buClr>
                <a:srgbClr val="B01C2E"/>
              </a:buClr>
              <a:buFont typeface="Wingdings 2" pitchFamily="18" charset="2"/>
              <a:buChar char="¡"/>
              <a:defRPr sz="1000"/>
            </a:lvl3pPr>
          </a:lstStyle>
          <a:p>
            <a:pPr lvl="0"/>
            <a:r>
              <a:rPr lang="en-US"/>
              <a:t>Click to edit Master text styles</a:t>
            </a:r>
          </a:p>
        </p:txBody>
      </p:sp>
      <p:sp>
        <p:nvSpPr>
          <p:cNvPr id="15" name="Slide Number Placeholder 9"/>
          <p:cNvSpPr>
            <a:spLocks noGrp="1"/>
          </p:cNvSpPr>
          <p:nvPr>
            <p:ph type="sldNum" sz="quarter" idx="44"/>
          </p:nvPr>
        </p:nvSpPr>
        <p:spPr/>
        <p:txBody>
          <a:bodyPr/>
          <a:lstStyle>
            <a:lvl1pPr>
              <a:defRPr/>
            </a:lvl1pPr>
          </a:lstStyle>
          <a:p>
            <a:fld id="{3D17329F-BDC0-3444-A6CB-5CFB4AFF00F8}" type="slidenum">
              <a:rPr lang="en-US" altLang="en-US"/>
              <a:pPr/>
              <a:t>‹#›</a:t>
            </a:fld>
            <a:endParaRPr lang="en-US" altLang="en-US"/>
          </a:p>
        </p:txBody>
      </p:sp>
      <p:sp>
        <p:nvSpPr>
          <p:cNvPr id="16" name="Footer Placeholder 15"/>
          <p:cNvSpPr>
            <a:spLocks noGrp="1"/>
          </p:cNvSpPr>
          <p:nvPr>
            <p:ph type="ftr" sz="quarter" idx="45"/>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211366941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he Team with Pictures">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769315" y="2982769"/>
            <a:ext cx="1904615" cy="934604"/>
          </a:xfrm>
          <a:prstGeom prst="rect">
            <a:avLst/>
          </a:prstGeom>
        </p:spPr>
        <p:txBody>
          <a:bodyPr/>
          <a:lstStyle>
            <a:lvl1pPr marL="0" indent="0">
              <a:lnSpc>
                <a:spcPts val="1000"/>
              </a:lnSpc>
              <a:buNone/>
              <a:defRPr sz="1000" b="1" baseline="0"/>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Picture Placeholder 9"/>
          <p:cNvSpPr>
            <a:spLocks noGrp="1"/>
          </p:cNvSpPr>
          <p:nvPr>
            <p:ph type="pic" sz="quarter" idx="13"/>
          </p:nvPr>
        </p:nvSpPr>
        <p:spPr>
          <a:xfrm>
            <a:off x="769313" y="1589234"/>
            <a:ext cx="1426633" cy="1330325"/>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7" name="Text Placeholder 11"/>
          <p:cNvSpPr>
            <a:spLocks noGrp="1"/>
          </p:cNvSpPr>
          <p:nvPr>
            <p:ph type="body" sz="quarter" idx="14"/>
          </p:nvPr>
        </p:nvSpPr>
        <p:spPr>
          <a:xfrm>
            <a:off x="623842" y="1246188"/>
            <a:ext cx="10917767" cy="228600"/>
          </a:xfrm>
          <a:prstGeom prst="rect">
            <a:avLst/>
          </a:prstGeom>
        </p:spPr>
        <p:txBody>
          <a:bodyPr/>
          <a:lstStyle>
            <a:lvl1pPr>
              <a:buFontTx/>
              <a:buNone/>
              <a:defRPr sz="1200" b="1" cap="all" baseline="0">
                <a:solidFill>
                  <a:srgbClr val="C00000"/>
                </a:solidFill>
              </a:defRPr>
            </a:lvl1pPr>
          </a:lstStyle>
          <a:p>
            <a:pPr lvl="0"/>
            <a:r>
              <a:rPr lang="en-US"/>
              <a:t>Click to edit Master text styles</a:t>
            </a:r>
          </a:p>
        </p:txBody>
      </p:sp>
      <p:sp>
        <p:nvSpPr>
          <p:cNvPr id="8" name="Text Placeholder 7"/>
          <p:cNvSpPr>
            <a:spLocks noGrp="1"/>
          </p:cNvSpPr>
          <p:nvPr>
            <p:ph type="body" sz="quarter" idx="15"/>
          </p:nvPr>
        </p:nvSpPr>
        <p:spPr>
          <a:xfrm>
            <a:off x="2930625"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spcBef>
                <a:spcPts val="0"/>
              </a:spcBef>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Picture Placeholder 9"/>
          <p:cNvSpPr>
            <a:spLocks noGrp="1"/>
          </p:cNvSpPr>
          <p:nvPr>
            <p:ph type="pic" sz="quarter" idx="16"/>
          </p:nvPr>
        </p:nvSpPr>
        <p:spPr>
          <a:xfrm>
            <a:off x="2930622" y="1589234"/>
            <a:ext cx="1426633" cy="1330325"/>
          </a:xfrm>
          <a:prstGeom prst="rect">
            <a:avLst/>
          </a:prstGeom>
        </p:spPr>
        <p:txBody>
          <a:bodyPr/>
          <a:lstStyle>
            <a:lvl1pPr>
              <a:buFont typeface="Wingdings 2" pitchFamily="18" charset="2"/>
              <a:buChar char=""/>
              <a:defRPr lang="en-US" sz="1600" kern="1200" noProof="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0" name="Text Placeholder 7"/>
          <p:cNvSpPr>
            <a:spLocks noGrp="1"/>
          </p:cNvSpPr>
          <p:nvPr>
            <p:ph type="body" sz="quarter" idx="17"/>
          </p:nvPr>
        </p:nvSpPr>
        <p:spPr>
          <a:xfrm>
            <a:off x="5133498"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8"/>
          </p:nvPr>
        </p:nvSpPr>
        <p:spPr>
          <a:xfrm>
            <a:off x="5133498" y="1589234"/>
            <a:ext cx="1426633" cy="1330325"/>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2" name="Text Placeholder 7"/>
          <p:cNvSpPr>
            <a:spLocks noGrp="1"/>
          </p:cNvSpPr>
          <p:nvPr>
            <p:ph type="body" sz="quarter" idx="19"/>
          </p:nvPr>
        </p:nvSpPr>
        <p:spPr>
          <a:xfrm>
            <a:off x="7322517"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9"/>
          <p:cNvSpPr>
            <a:spLocks noGrp="1"/>
          </p:cNvSpPr>
          <p:nvPr>
            <p:ph type="pic" sz="quarter" idx="21"/>
          </p:nvPr>
        </p:nvSpPr>
        <p:spPr>
          <a:xfrm>
            <a:off x="7322514" y="1589234"/>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4" name="Text Placeholder 7"/>
          <p:cNvSpPr>
            <a:spLocks noGrp="1"/>
          </p:cNvSpPr>
          <p:nvPr>
            <p:ph type="body" sz="quarter" idx="22"/>
          </p:nvPr>
        </p:nvSpPr>
        <p:spPr>
          <a:xfrm>
            <a:off x="9525389"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9"/>
          <p:cNvSpPr>
            <a:spLocks noGrp="1"/>
          </p:cNvSpPr>
          <p:nvPr>
            <p:ph type="pic" sz="quarter" idx="23"/>
          </p:nvPr>
        </p:nvSpPr>
        <p:spPr>
          <a:xfrm>
            <a:off x="9525389" y="1589234"/>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6" name="Text Placeholder 7"/>
          <p:cNvSpPr>
            <a:spLocks noGrp="1"/>
          </p:cNvSpPr>
          <p:nvPr>
            <p:ph type="body" sz="quarter" idx="24"/>
          </p:nvPr>
        </p:nvSpPr>
        <p:spPr>
          <a:xfrm>
            <a:off x="769315"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9"/>
          <p:cNvSpPr>
            <a:spLocks noGrp="1"/>
          </p:cNvSpPr>
          <p:nvPr>
            <p:ph type="pic" sz="quarter" idx="25"/>
          </p:nvPr>
        </p:nvSpPr>
        <p:spPr>
          <a:xfrm>
            <a:off x="769313"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8" name="Text Placeholder 7"/>
          <p:cNvSpPr>
            <a:spLocks noGrp="1"/>
          </p:cNvSpPr>
          <p:nvPr>
            <p:ph type="body" sz="quarter" idx="26"/>
          </p:nvPr>
        </p:nvSpPr>
        <p:spPr>
          <a:xfrm>
            <a:off x="2930625"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spcBef>
                <a:spcPts val="0"/>
              </a:spcBef>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9"/>
          <p:cNvSpPr>
            <a:spLocks noGrp="1"/>
          </p:cNvSpPr>
          <p:nvPr>
            <p:ph type="pic" sz="quarter" idx="27"/>
          </p:nvPr>
        </p:nvSpPr>
        <p:spPr>
          <a:xfrm>
            <a:off x="2930622"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0" name="Text Placeholder 7"/>
          <p:cNvSpPr>
            <a:spLocks noGrp="1"/>
          </p:cNvSpPr>
          <p:nvPr>
            <p:ph type="body" sz="quarter" idx="28"/>
          </p:nvPr>
        </p:nvSpPr>
        <p:spPr>
          <a:xfrm>
            <a:off x="5133498"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9"/>
          <p:cNvSpPr>
            <a:spLocks noGrp="1"/>
          </p:cNvSpPr>
          <p:nvPr>
            <p:ph type="pic" sz="quarter" idx="29"/>
          </p:nvPr>
        </p:nvSpPr>
        <p:spPr>
          <a:xfrm>
            <a:off x="5133498"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30"/>
          </p:nvPr>
        </p:nvSpPr>
        <p:spPr>
          <a:xfrm>
            <a:off x="7322517"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9"/>
          <p:cNvSpPr>
            <a:spLocks noGrp="1"/>
          </p:cNvSpPr>
          <p:nvPr>
            <p:ph type="pic" sz="quarter" idx="31"/>
          </p:nvPr>
        </p:nvSpPr>
        <p:spPr>
          <a:xfrm>
            <a:off x="7322514"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4" name="Text Placeholder 7"/>
          <p:cNvSpPr>
            <a:spLocks noGrp="1"/>
          </p:cNvSpPr>
          <p:nvPr>
            <p:ph type="body" sz="quarter" idx="32"/>
          </p:nvPr>
        </p:nvSpPr>
        <p:spPr>
          <a:xfrm>
            <a:off x="9525389"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Picture Placeholder 9"/>
          <p:cNvSpPr>
            <a:spLocks noGrp="1"/>
          </p:cNvSpPr>
          <p:nvPr>
            <p:ph type="pic" sz="quarter" idx="33"/>
          </p:nvPr>
        </p:nvSpPr>
        <p:spPr>
          <a:xfrm>
            <a:off x="9525389" y="3962401"/>
            <a:ext cx="1426633" cy="1330325"/>
          </a:xfrm>
          <a:prstGeom prst="rect">
            <a:avLst/>
          </a:prstGeom>
        </p:spPr>
        <p:txBody>
          <a:bodyPr/>
          <a:lstStyle>
            <a:lvl1pPr>
              <a:defRPr lang="en-US" sz="1600" kern="1200" noProof="0" dirty="0">
                <a:solidFill>
                  <a:schemeClr val="tx1"/>
                </a:solidFill>
                <a:latin typeface="+mn-lt"/>
                <a:ea typeface="+mn-ea"/>
                <a:cs typeface="+mn-cs"/>
              </a:defRPr>
            </a:lvl1pPr>
            <a:lvl2pPr>
              <a:defRPr lang="en-US" sz="1600" kern="1200" noProof="0" dirty="0">
                <a:solidFill>
                  <a:schemeClr val="tx1"/>
                </a:solidFill>
                <a:latin typeface="+mn-lt"/>
                <a:ea typeface="+mn-ea"/>
                <a:cs typeface="+mn-cs"/>
              </a:defRPr>
            </a:lvl2pPr>
          </a:lstStyle>
          <a:p>
            <a:pPr lvl="0"/>
            <a:r>
              <a:rPr lang="en-US" noProof="0"/>
              <a:t>Drag picture to placeholder or click icon to add</a:t>
            </a:r>
            <a:endParaRPr lang="en-US" noProof="0" dirty="0"/>
          </a:p>
        </p:txBody>
      </p:sp>
      <p:sp>
        <p:nvSpPr>
          <p:cNvPr id="2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7" name="Slide Number Placeholder 9"/>
          <p:cNvSpPr>
            <a:spLocks noGrp="1"/>
          </p:cNvSpPr>
          <p:nvPr>
            <p:ph type="sldNum" sz="quarter" idx="34"/>
          </p:nvPr>
        </p:nvSpPr>
        <p:spPr/>
        <p:txBody>
          <a:bodyPr/>
          <a:lstStyle>
            <a:lvl1pPr>
              <a:defRPr/>
            </a:lvl1pPr>
          </a:lstStyle>
          <a:p>
            <a:fld id="{516D5A61-1BB2-3C40-A809-0A00CE29D5F0}" type="slidenum">
              <a:rPr lang="en-US" altLang="en-US"/>
              <a:pPr/>
              <a:t>‹#›</a:t>
            </a:fld>
            <a:endParaRPr lang="en-US" altLang="en-US"/>
          </a:p>
        </p:txBody>
      </p:sp>
      <p:sp>
        <p:nvSpPr>
          <p:cNvPr id="28" name="Footer Placeholder 12"/>
          <p:cNvSpPr>
            <a:spLocks noGrp="1"/>
          </p:cNvSpPr>
          <p:nvPr>
            <p:ph type="ftr" sz="quarter" idx="35"/>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2298893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e Team - Full Page">
    <p:spTree>
      <p:nvGrpSpPr>
        <p:cNvPr id="1" name=""/>
        <p:cNvGrpSpPr/>
        <p:nvPr/>
      </p:nvGrpSpPr>
      <p:grpSpPr>
        <a:xfrm>
          <a:off x="0" y="0"/>
          <a:ext cx="0" cy="0"/>
          <a:chOff x="0" y="0"/>
          <a:chExt cx="0" cy="0"/>
        </a:xfrm>
      </p:grpSpPr>
      <p:sp>
        <p:nvSpPr>
          <p:cNvPr id="10" name="Text Box 12"/>
          <p:cNvSpPr txBox="1">
            <a:spLocks noChangeArrowheads="1"/>
          </p:cNvSpPr>
          <p:nvPr/>
        </p:nvSpPr>
        <p:spPr bwMode="auto">
          <a:xfrm>
            <a:off x="588433" y="14398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1050" b="1" dirty="0">
                <a:solidFill>
                  <a:srgbClr val="C00000"/>
                </a:solidFill>
                <a:latin typeface="Arial" charset="0"/>
                <a:ea typeface="+mn-ea"/>
                <a:cs typeface="+mn-cs"/>
              </a:rPr>
              <a:t>PARTNERS</a:t>
            </a:r>
          </a:p>
        </p:txBody>
      </p:sp>
      <p:sp>
        <p:nvSpPr>
          <p:cNvPr id="11" name="Line 22"/>
          <p:cNvSpPr>
            <a:spLocks noChangeShapeType="1"/>
          </p:cNvSpPr>
          <p:nvPr/>
        </p:nvSpPr>
        <p:spPr bwMode="auto">
          <a:xfrm>
            <a:off x="584201" y="18970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2" name="Text Box 23"/>
          <p:cNvSpPr txBox="1">
            <a:spLocks noChangeArrowheads="1"/>
          </p:cNvSpPr>
          <p:nvPr/>
        </p:nvSpPr>
        <p:spPr bwMode="auto">
          <a:xfrm>
            <a:off x="588433" y="32686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1050" b="1" dirty="0">
                <a:solidFill>
                  <a:srgbClr val="C00000"/>
                </a:solidFill>
                <a:latin typeface="Arial" charset="0"/>
                <a:ea typeface="+mn-ea"/>
                <a:cs typeface="+mn-cs"/>
              </a:rPr>
              <a:t>ASSOCIATES</a:t>
            </a:r>
          </a:p>
        </p:txBody>
      </p:sp>
      <p:sp>
        <p:nvSpPr>
          <p:cNvPr id="13" name="Line 24"/>
          <p:cNvSpPr>
            <a:spLocks noChangeShapeType="1"/>
          </p:cNvSpPr>
          <p:nvPr/>
        </p:nvSpPr>
        <p:spPr bwMode="auto">
          <a:xfrm>
            <a:off x="584201" y="37258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8" name="Text Placeholder 27"/>
          <p:cNvSpPr>
            <a:spLocks noGrp="1"/>
          </p:cNvSpPr>
          <p:nvPr>
            <p:ph type="body" sz="quarter" idx="10"/>
          </p:nvPr>
        </p:nvSpPr>
        <p:spPr>
          <a:xfrm>
            <a:off x="3478108"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32" name="Text Placeholder 31"/>
          <p:cNvSpPr>
            <a:spLocks noGrp="1"/>
          </p:cNvSpPr>
          <p:nvPr>
            <p:ph type="body" sz="quarter" idx="11"/>
          </p:nvPr>
        </p:nvSpPr>
        <p:spPr>
          <a:xfrm>
            <a:off x="6372015"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34" name="Text Placeholder 33"/>
          <p:cNvSpPr>
            <a:spLocks noGrp="1"/>
          </p:cNvSpPr>
          <p:nvPr>
            <p:ph type="body" sz="quarter" idx="12"/>
          </p:nvPr>
        </p:nvSpPr>
        <p:spPr>
          <a:xfrm>
            <a:off x="9265920"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17" name="Text Placeholder 16"/>
          <p:cNvSpPr>
            <a:spLocks noGrp="1"/>
          </p:cNvSpPr>
          <p:nvPr>
            <p:ph type="body" sz="quarter" idx="17"/>
          </p:nvPr>
        </p:nvSpPr>
        <p:spPr>
          <a:xfrm>
            <a:off x="1975104" y="3886200"/>
            <a:ext cx="3962400" cy="73152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15" name="Text Placeholder 14"/>
          <p:cNvSpPr>
            <a:spLocks noGrp="1"/>
          </p:cNvSpPr>
          <p:nvPr>
            <p:ph type="body" sz="quarter" idx="18"/>
          </p:nvPr>
        </p:nvSpPr>
        <p:spPr>
          <a:xfrm>
            <a:off x="6299200" y="3886200"/>
            <a:ext cx="3962400" cy="73152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1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0" name="Text Placeholder 14"/>
          <p:cNvSpPr>
            <a:spLocks noGrp="1"/>
          </p:cNvSpPr>
          <p:nvPr>
            <p:ph type="body" sz="quarter" idx="19"/>
          </p:nvPr>
        </p:nvSpPr>
        <p:spPr>
          <a:xfrm>
            <a:off x="1975104" y="4800600"/>
            <a:ext cx="8290560" cy="54864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21" name="Text Placeholder 27"/>
          <p:cNvSpPr>
            <a:spLocks noGrp="1"/>
          </p:cNvSpPr>
          <p:nvPr>
            <p:ph type="body" sz="quarter" idx="20"/>
          </p:nvPr>
        </p:nvSpPr>
        <p:spPr>
          <a:xfrm>
            <a:off x="584201"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14" name="Slide Number Placeholder 9"/>
          <p:cNvSpPr>
            <a:spLocks noGrp="1"/>
          </p:cNvSpPr>
          <p:nvPr>
            <p:ph type="sldNum" sz="quarter" idx="21"/>
          </p:nvPr>
        </p:nvSpPr>
        <p:spPr/>
        <p:txBody>
          <a:bodyPr/>
          <a:lstStyle>
            <a:lvl1pPr>
              <a:defRPr/>
            </a:lvl1pPr>
          </a:lstStyle>
          <a:p>
            <a:fld id="{B0AC1651-679E-F444-9932-326657929C56}"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Introduction</a:t>
            </a:r>
          </a:p>
        </p:txBody>
      </p:sp>
    </p:spTree>
    <p:extLst>
      <p:ext uri="{BB962C8B-B14F-4D97-AF65-F5344CB8AC3E}">
        <p14:creationId xmlns:p14="http://schemas.microsoft.com/office/powerpoint/2010/main" val="158711758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ombstone - HIGHLIGHTS V1">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0" name="Text Placeholder 36"/>
          <p:cNvSpPr>
            <a:spLocks noGrp="1"/>
          </p:cNvSpPr>
          <p:nvPr>
            <p:ph type="body" sz="quarter" idx="112"/>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36"/>
          <p:cNvSpPr>
            <a:spLocks noGrp="1"/>
          </p:cNvSpPr>
          <p:nvPr>
            <p:ph type="body" sz="quarter" idx="113"/>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2" name="Text Placeholder 36"/>
          <p:cNvSpPr>
            <a:spLocks noGrp="1"/>
          </p:cNvSpPr>
          <p:nvPr>
            <p:ph type="body" sz="quarter" idx="114"/>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6"/>
          <p:cNvSpPr>
            <a:spLocks noGrp="1"/>
          </p:cNvSpPr>
          <p:nvPr>
            <p:ph type="body" sz="quarter" idx="115"/>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4" name="Text Placeholder 36"/>
          <p:cNvSpPr>
            <a:spLocks noGrp="1"/>
          </p:cNvSpPr>
          <p:nvPr>
            <p:ph type="body" sz="quarter" idx="116"/>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6"/>
          <p:cNvSpPr>
            <a:spLocks noGrp="1"/>
          </p:cNvSpPr>
          <p:nvPr>
            <p:ph type="body" sz="quarter" idx="117"/>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6" name="Text Placeholder 36"/>
          <p:cNvSpPr>
            <a:spLocks noGrp="1"/>
          </p:cNvSpPr>
          <p:nvPr>
            <p:ph type="body" sz="quarter" idx="118"/>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6"/>
          <p:cNvSpPr>
            <a:spLocks noGrp="1"/>
          </p:cNvSpPr>
          <p:nvPr>
            <p:ph type="body" sz="quarter" idx="119"/>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8" name="Text Placeholder 36"/>
          <p:cNvSpPr>
            <a:spLocks noGrp="1"/>
          </p:cNvSpPr>
          <p:nvPr>
            <p:ph type="body" sz="quarter" idx="12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6"/>
          <p:cNvSpPr>
            <a:spLocks noGrp="1"/>
          </p:cNvSpPr>
          <p:nvPr>
            <p:ph type="body" sz="quarter" idx="12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0" name="Text Placeholder 36"/>
          <p:cNvSpPr>
            <a:spLocks noGrp="1"/>
          </p:cNvSpPr>
          <p:nvPr>
            <p:ph type="body" sz="quarter" idx="12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6"/>
          <p:cNvSpPr>
            <a:spLocks noGrp="1"/>
          </p:cNvSpPr>
          <p:nvPr>
            <p:ph type="body" sz="quarter" idx="12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2" name="Text Placeholder 36"/>
          <p:cNvSpPr>
            <a:spLocks noGrp="1"/>
          </p:cNvSpPr>
          <p:nvPr>
            <p:ph type="body" sz="quarter" idx="124"/>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36"/>
          <p:cNvSpPr>
            <a:spLocks noGrp="1"/>
          </p:cNvSpPr>
          <p:nvPr>
            <p:ph type="body" sz="quarter" idx="125"/>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4" name="Text Placeholder 36"/>
          <p:cNvSpPr>
            <a:spLocks noGrp="1"/>
          </p:cNvSpPr>
          <p:nvPr>
            <p:ph type="body" sz="quarter" idx="126"/>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5" name="Text Placeholder 36"/>
          <p:cNvSpPr>
            <a:spLocks noGrp="1"/>
          </p:cNvSpPr>
          <p:nvPr>
            <p:ph type="body" sz="quarter" idx="127"/>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6" name="Text Placeholder 36"/>
          <p:cNvSpPr>
            <a:spLocks noGrp="1"/>
          </p:cNvSpPr>
          <p:nvPr>
            <p:ph type="body" sz="quarter" idx="128"/>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7" name="Text Placeholder 36"/>
          <p:cNvSpPr>
            <a:spLocks noGrp="1"/>
          </p:cNvSpPr>
          <p:nvPr>
            <p:ph type="body" sz="quarter" idx="129"/>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8" name="Text Placeholder 36"/>
          <p:cNvSpPr>
            <a:spLocks noGrp="1"/>
          </p:cNvSpPr>
          <p:nvPr>
            <p:ph type="body" sz="quarter" idx="130"/>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Text Placeholder 36"/>
          <p:cNvSpPr>
            <a:spLocks noGrp="1"/>
          </p:cNvSpPr>
          <p:nvPr>
            <p:ph type="body" sz="quarter" idx="131"/>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3" name="Slide Number Placeholder 9"/>
          <p:cNvSpPr>
            <a:spLocks noGrp="1"/>
          </p:cNvSpPr>
          <p:nvPr>
            <p:ph type="sldNum" sz="quarter" idx="132"/>
          </p:nvPr>
        </p:nvSpPr>
        <p:spPr/>
        <p:txBody>
          <a:bodyPr/>
          <a:lstStyle>
            <a:lvl1pPr>
              <a:defRPr/>
            </a:lvl1pPr>
          </a:lstStyle>
          <a:p>
            <a:fld id="{77461BCF-BBA5-5E4A-ABD5-3E5D9382F9DD}" type="slidenum">
              <a:rPr lang="en-US" altLang="en-US"/>
              <a:pPr/>
              <a:t>‹#›</a:t>
            </a:fld>
            <a:endParaRPr lang="en-US" altLang="en-US"/>
          </a:p>
        </p:txBody>
      </p:sp>
      <p:sp>
        <p:nvSpPr>
          <p:cNvPr id="34" name="Footer Placeholder 12"/>
          <p:cNvSpPr>
            <a:spLocks noGrp="1"/>
          </p:cNvSpPr>
          <p:nvPr>
            <p:ph type="ftr" sz="quarter" idx="133"/>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38692242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ombstone - HIGHLIGHTS V2">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6" name="Text Placeholder 36"/>
          <p:cNvSpPr>
            <a:spLocks noGrp="1"/>
          </p:cNvSpPr>
          <p:nvPr>
            <p:ph type="body" sz="quarter" idx="11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6"/>
          <p:cNvSpPr>
            <a:spLocks noGrp="1"/>
          </p:cNvSpPr>
          <p:nvPr>
            <p:ph type="body" sz="quarter" idx="11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8" name="Text Placeholder 36"/>
          <p:cNvSpPr>
            <a:spLocks noGrp="1"/>
          </p:cNvSpPr>
          <p:nvPr>
            <p:ph type="body" sz="quarter" idx="114"/>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6"/>
          <p:cNvSpPr>
            <a:spLocks noGrp="1"/>
          </p:cNvSpPr>
          <p:nvPr>
            <p:ph type="body" sz="quarter" idx="115"/>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0" name="Text Placeholder 36"/>
          <p:cNvSpPr>
            <a:spLocks noGrp="1"/>
          </p:cNvSpPr>
          <p:nvPr>
            <p:ph type="body" sz="quarter" idx="116"/>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6"/>
          <p:cNvSpPr>
            <a:spLocks noGrp="1"/>
          </p:cNvSpPr>
          <p:nvPr>
            <p:ph type="body" sz="quarter" idx="117"/>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2" name="Text Placeholder 36"/>
          <p:cNvSpPr>
            <a:spLocks noGrp="1"/>
          </p:cNvSpPr>
          <p:nvPr>
            <p:ph type="body" sz="quarter" idx="118"/>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6"/>
          <p:cNvSpPr>
            <a:spLocks noGrp="1"/>
          </p:cNvSpPr>
          <p:nvPr>
            <p:ph type="body" sz="quarter" idx="119"/>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4" name="Text Placeholder 36"/>
          <p:cNvSpPr>
            <a:spLocks noGrp="1"/>
          </p:cNvSpPr>
          <p:nvPr>
            <p:ph type="body" sz="quarter" idx="120"/>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6"/>
          <p:cNvSpPr>
            <a:spLocks noGrp="1"/>
          </p:cNvSpPr>
          <p:nvPr>
            <p:ph type="body" sz="quarter" idx="121"/>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6" name="Text Placeholder 36"/>
          <p:cNvSpPr>
            <a:spLocks noGrp="1"/>
          </p:cNvSpPr>
          <p:nvPr>
            <p:ph type="body" sz="quarter" idx="122"/>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36"/>
          <p:cNvSpPr>
            <a:spLocks noGrp="1"/>
          </p:cNvSpPr>
          <p:nvPr>
            <p:ph type="body" sz="quarter" idx="123"/>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8" name="Text Placeholder 36"/>
          <p:cNvSpPr>
            <a:spLocks noGrp="1"/>
          </p:cNvSpPr>
          <p:nvPr>
            <p:ph type="body" sz="quarter" idx="124"/>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6"/>
          <p:cNvSpPr>
            <a:spLocks noGrp="1"/>
          </p:cNvSpPr>
          <p:nvPr>
            <p:ph type="body" sz="quarter" idx="125"/>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0" name="Text Placeholder 36"/>
          <p:cNvSpPr>
            <a:spLocks noGrp="1"/>
          </p:cNvSpPr>
          <p:nvPr>
            <p:ph type="body" sz="quarter" idx="126"/>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6"/>
          <p:cNvSpPr>
            <a:spLocks noGrp="1"/>
          </p:cNvSpPr>
          <p:nvPr>
            <p:ph type="body" sz="quarter" idx="127"/>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2" name="Text Placeholder 36"/>
          <p:cNvSpPr>
            <a:spLocks noGrp="1"/>
          </p:cNvSpPr>
          <p:nvPr>
            <p:ph type="body" sz="quarter" idx="128"/>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6"/>
          <p:cNvSpPr>
            <a:spLocks noGrp="1"/>
          </p:cNvSpPr>
          <p:nvPr>
            <p:ph type="body" sz="quarter" idx="129"/>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4" name="Text Placeholder 36"/>
          <p:cNvSpPr>
            <a:spLocks noGrp="1"/>
          </p:cNvSpPr>
          <p:nvPr>
            <p:ph type="body" sz="quarter" idx="13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6"/>
          <p:cNvSpPr>
            <a:spLocks noGrp="1"/>
          </p:cNvSpPr>
          <p:nvPr>
            <p:ph type="body" sz="quarter" idx="13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2"/>
          </p:nvPr>
        </p:nvSpPr>
        <p:spPr/>
        <p:txBody>
          <a:bodyPr/>
          <a:lstStyle>
            <a:lvl1pPr>
              <a:defRPr/>
            </a:lvl1pPr>
          </a:lstStyle>
          <a:p>
            <a:fld id="{31BEBA66-216E-7243-B012-B44CAA5F986C}" type="slidenum">
              <a:rPr lang="en-US" altLang="en-US"/>
              <a:pPr/>
              <a:t>‹#›</a:t>
            </a:fld>
            <a:endParaRPr lang="en-US" altLang="en-US"/>
          </a:p>
        </p:txBody>
      </p:sp>
      <p:sp>
        <p:nvSpPr>
          <p:cNvPr id="38" name="Footer Placeholder 12"/>
          <p:cNvSpPr>
            <a:spLocks noGrp="1"/>
          </p:cNvSpPr>
          <p:nvPr>
            <p:ph type="ftr" sz="quarter" idx="133"/>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23024348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ombstone - Awards V1">
    <p:spTree>
      <p:nvGrpSpPr>
        <p:cNvPr id="1" name=""/>
        <p:cNvGrpSpPr/>
        <p:nvPr/>
      </p:nvGrpSpPr>
      <p:grpSpPr>
        <a:xfrm>
          <a:off x="0" y="0"/>
          <a:ext cx="0" cy="0"/>
          <a:chOff x="0" y="0"/>
          <a:chExt cx="0" cy="0"/>
        </a:xfrm>
      </p:grpSpPr>
      <p:sp>
        <p:nvSpPr>
          <p:cNvPr id="37" name="Text Placeholder 21"/>
          <p:cNvSpPr>
            <a:spLocks noGrp="1"/>
          </p:cNvSpPr>
          <p:nvPr>
            <p:ph type="body" sz="quarter" idx="106"/>
          </p:nvPr>
        </p:nvSpPr>
        <p:spPr>
          <a:xfrm>
            <a:off x="601133"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1"/>
          <p:cNvSpPr>
            <a:spLocks noGrp="1"/>
          </p:cNvSpPr>
          <p:nvPr>
            <p:ph type="body" sz="quarter" idx="107"/>
          </p:nvPr>
        </p:nvSpPr>
        <p:spPr>
          <a:xfrm>
            <a:off x="601133" y="46228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Text Placeholder 21"/>
          <p:cNvSpPr>
            <a:spLocks noGrp="1"/>
          </p:cNvSpPr>
          <p:nvPr>
            <p:ph type="body" sz="quarter" idx="101"/>
          </p:nvPr>
        </p:nvSpPr>
        <p:spPr>
          <a:xfrm>
            <a:off x="601133"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1"/>
          <p:cNvSpPr>
            <a:spLocks noGrp="1"/>
          </p:cNvSpPr>
          <p:nvPr>
            <p:ph type="body" sz="quarter" idx="102"/>
          </p:nvPr>
        </p:nvSpPr>
        <p:spPr>
          <a:xfrm>
            <a:off x="2818451"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1"/>
          <p:cNvSpPr>
            <a:spLocks noGrp="1"/>
          </p:cNvSpPr>
          <p:nvPr>
            <p:ph type="body" sz="quarter" idx="103"/>
          </p:nvPr>
        </p:nvSpPr>
        <p:spPr>
          <a:xfrm>
            <a:off x="5035768"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21"/>
          <p:cNvSpPr>
            <a:spLocks noGrp="1"/>
          </p:cNvSpPr>
          <p:nvPr>
            <p:ph type="body" sz="quarter" idx="104"/>
          </p:nvPr>
        </p:nvSpPr>
        <p:spPr>
          <a:xfrm>
            <a:off x="7253085"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1"/>
          <p:cNvSpPr>
            <a:spLocks noGrp="1"/>
          </p:cNvSpPr>
          <p:nvPr>
            <p:ph type="body" sz="quarter" idx="105"/>
          </p:nvPr>
        </p:nvSpPr>
        <p:spPr>
          <a:xfrm>
            <a:off x="9470400"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21"/>
          <p:cNvSpPr>
            <a:spLocks noGrp="1"/>
          </p:cNvSpPr>
          <p:nvPr>
            <p:ph type="body" sz="quarter" idx="108"/>
          </p:nvPr>
        </p:nvSpPr>
        <p:spPr>
          <a:xfrm>
            <a:off x="2818451"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21"/>
          <p:cNvSpPr>
            <a:spLocks noGrp="1"/>
          </p:cNvSpPr>
          <p:nvPr>
            <p:ph type="body" sz="quarter" idx="109"/>
          </p:nvPr>
        </p:nvSpPr>
        <p:spPr>
          <a:xfrm>
            <a:off x="2818451"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u="none"/>
            </a:lvl1pPr>
            <a:lvl2pPr marL="0" indent="0">
              <a:lnSpc>
                <a:spcPct val="100000"/>
              </a:lnSpc>
              <a:spcBef>
                <a:spcPts val="0"/>
              </a:spcBef>
              <a:buNone/>
              <a:defRPr sz="700" b="0" i="0" u="none">
                <a:solidFill>
                  <a:srgbClr val="808080"/>
                </a:solidFill>
              </a:defRPr>
            </a:lvl2pPr>
            <a:lvl3pPr marL="0" indent="0">
              <a:lnSpc>
                <a:spcPct val="100000"/>
              </a:lnSpc>
              <a:spcBef>
                <a:spcPts val="100"/>
              </a:spcBef>
              <a:buNone/>
              <a:defRPr sz="700" b="0" i="0" u="none">
                <a:solidFill>
                  <a:srgbClr val="808080"/>
                </a:solidFill>
              </a:defRPr>
            </a:lvl3pPr>
            <a:lvl4pPr marL="0" indent="0">
              <a:lnSpc>
                <a:spcPct val="100000"/>
              </a:lnSpc>
              <a:spcBef>
                <a:spcPts val="100"/>
              </a:spcBef>
              <a:buNone/>
              <a:defRPr sz="700" b="0" i="0" u="none">
                <a:solidFill>
                  <a:srgbClr val="808080"/>
                </a:solidFill>
              </a:defRPr>
            </a:lvl4pPr>
            <a:lvl5pPr marL="0" indent="0">
              <a:lnSpc>
                <a:spcPct val="100000"/>
              </a:lnSpc>
              <a:spcBef>
                <a:spcPts val="100"/>
              </a:spcBef>
              <a:buNone/>
              <a:defRPr sz="700" b="0" i="0" u="none">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1"/>
          <p:cNvSpPr>
            <a:spLocks noGrp="1"/>
          </p:cNvSpPr>
          <p:nvPr>
            <p:ph type="body" sz="quarter" idx="110"/>
          </p:nvPr>
        </p:nvSpPr>
        <p:spPr>
          <a:xfrm>
            <a:off x="5035768"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21"/>
          <p:cNvSpPr>
            <a:spLocks noGrp="1"/>
          </p:cNvSpPr>
          <p:nvPr>
            <p:ph type="body" sz="quarter" idx="111"/>
          </p:nvPr>
        </p:nvSpPr>
        <p:spPr>
          <a:xfrm>
            <a:off x="5035768"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21"/>
          <p:cNvSpPr>
            <a:spLocks noGrp="1"/>
          </p:cNvSpPr>
          <p:nvPr>
            <p:ph type="body" sz="quarter" idx="112"/>
          </p:nvPr>
        </p:nvSpPr>
        <p:spPr>
          <a:xfrm>
            <a:off x="7253085"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21"/>
          <p:cNvSpPr>
            <a:spLocks noGrp="1"/>
          </p:cNvSpPr>
          <p:nvPr>
            <p:ph type="body" sz="quarter" idx="113"/>
          </p:nvPr>
        </p:nvSpPr>
        <p:spPr>
          <a:xfrm>
            <a:off x="7253085"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0" name="Text Placeholder 21"/>
          <p:cNvSpPr>
            <a:spLocks noGrp="1"/>
          </p:cNvSpPr>
          <p:nvPr>
            <p:ph type="body" sz="quarter" idx="114"/>
          </p:nvPr>
        </p:nvSpPr>
        <p:spPr>
          <a:xfrm>
            <a:off x="9470400"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21"/>
          <p:cNvSpPr>
            <a:spLocks noGrp="1"/>
          </p:cNvSpPr>
          <p:nvPr>
            <p:ph type="body" sz="quarter" idx="115"/>
          </p:nvPr>
        </p:nvSpPr>
        <p:spPr>
          <a:xfrm>
            <a:off x="9470400"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8" name="Text Placeholder 21"/>
          <p:cNvSpPr>
            <a:spLocks noGrp="1"/>
          </p:cNvSpPr>
          <p:nvPr>
            <p:ph type="body" sz="quarter" idx="116"/>
          </p:nvPr>
        </p:nvSpPr>
        <p:spPr>
          <a:xfrm>
            <a:off x="601133"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69" name="Text Placeholder 21"/>
          <p:cNvSpPr>
            <a:spLocks noGrp="1"/>
          </p:cNvSpPr>
          <p:nvPr>
            <p:ph type="body" sz="quarter" idx="117"/>
          </p:nvPr>
        </p:nvSpPr>
        <p:spPr>
          <a:xfrm>
            <a:off x="601133" y="6020181"/>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0" name="Text Placeholder 21"/>
          <p:cNvSpPr>
            <a:spLocks noGrp="1"/>
          </p:cNvSpPr>
          <p:nvPr>
            <p:ph type="body" sz="quarter" idx="118"/>
          </p:nvPr>
        </p:nvSpPr>
        <p:spPr>
          <a:xfrm>
            <a:off x="601133"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1"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p:txBody>
      </p:sp>
      <p:sp>
        <p:nvSpPr>
          <p:cNvPr id="71" name="Text Placeholder 21"/>
          <p:cNvSpPr>
            <a:spLocks noGrp="1"/>
          </p:cNvSpPr>
          <p:nvPr>
            <p:ph type="body" sz="quarter" idx="119"/>
          </p:nvPr>
        </p:nvSpPr>
        <p:spPr>
          <a:xfrm>
            <a:off x="2818451"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chemeClr val="tx1"/>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2" name="Text Placeholder 21"/>
          <p:cNvSpPr>
            <a:spLocks noGrp="1"/>
          </p:cNvSpPr>
          <p:nvPr>
            <p:ph type="body" sz="quarter" idx="120"/>
          </p:nvPr>
        </p:nvSpPr>
        <p:spPr>
          <a:xfrm>
            <a:off x="5035768"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3" name="Text Placeholder 21"/>
          <p:cNvSpPr>
            <a:spLocks noGrp="1"/>
          </p:cNvSpPr>
          <p:nvPr>
            <p:ph type="body" sz="quarter" idx="121"/>
          </p:nvPr>
        </p:nvSpPr>
        <p:spPr>
          <a:xfrm>
            <a:off x="7253085"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4" name="Text Placeholder 21"/>
          <p:cNvSpPr>
            <a:spLocks noGrp="1"/>
          </p:cNvSpPr>
          <p:nvPr>
            <p:ph type="body" sz="quarter" idx="122"/>
          </p:nvPr>
        </p:nvSpPr>
        <p:spPr>
          <a:xfrm>
            <a:off x="9470400"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5" name="Text Placeholder 21"/>
          <p:cNvSpPr>
            <a:spLocks noGrp="1"/>
          </p:cNvSpPr>
          <p:nvPr>
            <p:ph type="body" sz="quarter" idx="123"/>
          </p:nvPr>
        </p:nvSpPr>
        <p:spPr>
          <a:xfrm>
            <a:off x="2818451"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6" name="Text Placeholder 21"/>
          <p:cNvSpPr>
            <a:spLocks noGrp="1"/>
          </p:cNvSpPr>
          <p:nvPr>
            <p:ph type="body" sz="quarter" idx="124"/>
          </p:nvPr>
        </p:nvSpPr>
        <p:spPr>
          <a:xfrm>
            <a:off x="2818451"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7" name="Text Placeholder 21"/>
          <p:cNvSpPr>
            <a:spLocks noGrp="1"/>
          </p:cNvSpPr>
          <p:nvPr>
            <p:ph type="body" sz="quarter" idx="125"/>
          </p:nvPr>
        </p:nvSpPr>
        <p:spPr>
          <a:xfrm>
            <a:off x="5035768"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8" name="Text Placeholder 21"/>
          <p:cNvSpPr>
            <a:spLocks noGrp="1"/>
          </p:cNvSpPr>
          <p:nvPr>
            <p:ph type="body" sz="quarter" idx="126"/>
          </p:nvPr>
        </p:nvSpPr>
        <p:spPr>
          <a:xfrm>
            <a:off x="5035768"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9" name="Text Placeholder 21"/>
          <p:cNvSpPr>
            <a:spLocks noGrp="1"/>
          </p:cNvSpPr>
          <p:nvPr>
            <p:ph type="body" sz="quarter" idx="127"/>
          </p:nvPr>
        </p:nvSpPr>
        <p:spPr>
          <a:xfrm>
            <a:off x="7253085"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0" name="Text Placeholder 21"/>
          <p:cNvSpPr>
            <a:spLocks noGrp="1"/>
          </p:cNvSpPr>
          <p:nvPr>
            <p:ph type="body" sz="quarter" idx="128"/>
          </p:nvPr>
        </p:nvSpPr>
        <p:spPr>
          <a:xfrm>
            <a:off x="7253085"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1" name="Text Placeholder 21"/>
          <p:cNvSpPr>
            <a:spLocks noGrp="1"/>
          </p:cNvSpPr>
          <p:nvPr>
            <p:ph type="body" sz="quarter" idx="129"/>
          </p:nvPr>
        </p:nvSpPr>
        <p:spPr>
          <a:xfrm>
            <a:off x="9470400"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2" name="Text Placeholder 21"/>
          <p:cNvSpPr>
            <a:spLocks noGrp="1"/>
          </p:cNvSpPr>
          <p:nvPr>
            <p:ph type="body" sz="quarter" idx="130"/>
          </p:nvPr>
        </p:nvSpPr>
        <p:spPr>
          <a:xfrm>
            <a:off x="9470400"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36"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3" name="Slide Number Placeholder 9"/>
          <p:cNvSpPr>
            <a:spLocks noGrp="1"/>
          </p:cNvSpPr>
          <p:nvPr>
            <p:ph type="sldNum" sz="quarter" idx="131"/>
          </p:nvPr>
        </p:nvSpPr>
        <p:spPr/>
        <p:txBody>
          <a:bodyPr/>
          <a:lstStyle>
            <a:lvl1pPr>
              <a:defRPr/>
            </a:lvl1pPr>
          </a:lstStyle>
          <a:p>
            <a:fld id="{44A3DAED-98CA-ED44-BD8D-010557C4E8AD}" type="slidenum">
              <a:rPr lang="en-US" altLang="en-US"/>
              <a:pPr/>
              <a:t>‹#›</a:t>
            </a:fld>
            <a:endParaRPr lang="en-US" altLang="en-US"/>
          </a:p>
        </p:txBody>
      </p:sp>
      <p:sp>
        <p:nvSpPr>
          <p:cNvPr id="34" name="Footer Placeholder 12"/>
          <p:cNvSpPr>
            <a:spLocks noGrp="1"/>
          </p:cNvSpPr>
          <p:nvPr>
            <p:ph type="ftr" sz="quarter" idx="132"/>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92079638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mbstone - AWARDS V2">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280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5123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465CD288-24B3-4B48-8EA0-67784588A8A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148866573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mbstone - AWARDS V3">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90FE7E78-F63E-6945-90BC-87516667A72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Introduction</a:t>
            </a:r>
          </a:p>
        </p:txBody>
      </p:sp>
    </p:spTree>
    <p:extLst>
      <p:ext uri="{BB962C8B-B14F-4D97-AF65-F5344CB8AC3E}">
        <p14:creationId xmlns:p14="http://schemas.microsoft.com/office/powerpoint/2010/main" val="99006345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10363200" cy="609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914400" y="914400"/>
            <a:ext cx="103632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p:cNvSpPr>
            <a:spLocks noGrp="1" noChangeArrowheads="1"/>
          </p:cNvSpPr>
          <p:nvPr>
            <p:ph type="ftr" sz="quarter" idx="10"/>
          </p:nvPr>
        </p:nvSpPr>
        <p:spPr/>
        <p:txBody>
          <a:bodyPr/>
          <a:lstStyle>
            <a:lvl1pPr>
              <a:defRPr b="0"/>
            </a:lvl1pPr>
          </a:lstStyle>
          <a:p>
            <a:r>
              <a:rPr lang="en-US"/>
              <a:t>Introduction</a:t>
            </a:r>
            <a:endParaRPr lang="en-US" dirty="0"/>
          </a:p>
        </p:txBody>
      </p:sp>
      <p:sp>
        <p:nvSpPr>
          <p:cNvPr id="5" name="Rectangle 4"/>
          <p:cNvSpPr>
            <a:spLocks noGrp="1" noChangeArrowheads="1"/>
          </p:cNvSpPr>
          <p:nvPr>
            <p:ph type="sldNum" sz="quarter" idx="11"/>
          </p:nvPr>
        </p:nvSpPr>
        <p:spPr/>
        <p:txBody>
          <a:bodyPr/>
          <a:lstStyle>
            <a:lvl1pPr>
              <a:defRPr/>
            </a:lvl1pPr>
          </a:lstStyle>
          <a:p>
            <a:endParaRPr lang="en-US" dirty="0">
              <a:latin typeface="Calibri"/>
            </a:endParaRPr>
          </a:p>
          <a:p>
            <a:fld id="{32A47CA8-1D40-3C49-82CF-CF2201A41E4F}" type="slidenum">
              <a:rPr lang="en-US" smtClean="0">
                <a:latin typeface="Calibri"/>
              </a:rPr>
              <a:pPr/>
              <a:t>‹#›</a:t>
            </a:fld>
            <a:endParaRPr lang="en-US" dirty="0">
              <a:latin typeface="Calibri"/>
            </a:endParaRPr>
          </a:p>
        </p:txBody>
      </p:sp>
    </p:spTree>
    <p:extLst>
      <p:ext uri="{BB962C8B-B14F-4D97-AF65-F5344CB8AC3E}">
        <p14:creationId xmlns:p14="http://schemas.microsoft.com/office/powerpoint/2010/main" val="26546976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Introduction</a:t>
            </a:r>
          </a:p>
        </p:txBody>
      </p:sp>
      <p:sp>
        <p:nvSpPr>
          <p:cNvPr id="6" name="Slide Number Placeholder 5"/>
          <p:cNvSpPr>
            <a:spLocks noGrp="1"/>
          </p:cNvSpPr>
          <p:nvPr>
            <p:ph type="sldNum" sz="quarter" idx="12"/>
          </p:nvPr>
        </p:nvSpPr>
        <p:spPr/>
        <p:txBody>
          <a:bodyPr/>
          <a:lstStyle/>
          <a:p>
            <a:fld id="{96D85B43-D788-46F7-A773-91C165729B06}" type="slidenum">
              <a:rPr lang="en-US" smtClean="0"/>
              <a:t>‹#›</a:t>
            </a:fld>
            <a:endParaRPr lang="en-US"/>
          </a:p>
        </p:txBody>
      </p:sp>
    </p:spTree>
    <p:extLst>
      <p:ext uri="{BB962C8B-B14F-4D97-AF65-F5344CB8AC3E}">
        <p14:creationId xmlns:p14="http://schemas.microsoft.com/office/powerpoint/2010/main" val="135112013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8" name="Line 88"/>
          <p:cNvSpPr>
            <a:spLocks noChangeShapeType="1"/>
          </p:cNvSpPr>
          <p:nvPr/>
        </p:nvSpPr>
        <p:spPr bwMode="gray">
          <a:xfrm>
            <a:off x="0" y="6423027"/>
            <a:ext cx="12192000" cy="0"/>
          </a:xfrm>
          <a:prstGeom prst="line">
            <a:avLst/>
          </a:prstGeom>
          <a:noFill/>
          <a:ln w="1587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 name="Slide Number Placeholder 9"/>
          <p:cNvSpPr>
            <a:spLocks noGrp="1"/>
          </p:cNvSpPr>
          <p:nvPr>
            <p:ph type="sldNum" sz="quarter" idx="4"/>
          </p:nvPr>
        </p:nvSpPr>
        <p:spPr>
          <a:xfrm>
            <a:off x="11480800" y="6436634"/>
            <a:ext cx="609600" cy="365125"/>
          </a:xfrm>
          <a:prstGeom prst="rect">
            <a:avLst/>
          </a:prstGeom>
        </p:spPr>
        <p:txBody>
          <a:bodyPr vert="horz" wrap="square" lIns="91440" tIns="45720" rIns="91440" bIns="45720" numCol="1" anchor="ctr" anchorCtr="0" compatLnSpc="1">
            <a:prstTxWarp prst="textNoShape">
              <a:avLst/>
            </a:prstTxWarp>
          </a:bodyPr>
          <a:lstStyle>
            <a:lvl1pPr>
              <a:defRPr sz="900" b="0">
                <a:solidFill>
                  <a:schemeClr val="tx1">
                    <a:lumMod val="50000"/>
                    <a:lumOff val="50000"/>
                  </a:schemeClr>
                </a:solidFill>
                <a:latin typeface="+mn-lt"/>
              </a:defRPr>
            </a:lvl1pPr>
          </a:lstStyle>
          <a:p>
            <a:pPr algn="r"/>
            <a:fld id="{D9D5F7EB-196B-A148-8812-2A4F7A2FBBD6}" type="slidenum">
              <a:rPr lang="en-US" altLang="en-US" smtClean="0"/>
              <a:pPr algn="r"/>
              <a:t>‹#›</a:t>
            </a:fld>
            <a:endParaRPr lang="en-US" altLang="en-US" dirty="0"/>
          </a:p>
        </p:txBody>
      </p:sp>
      <p:sp>
        <p:nvSpPr>
          <p:cNvPr id="13" name="Footer Placeholder 12"/>
          <p:cNvSpPr>
            <a:spLocks noGrp="1"/>
          </p:cNvSpPr>
          <p:nvPr>
            <p:ph type="ftr" sz="quarter" idx="3"/>
          </p:nvPr>
        </p:nvSpPr>
        <p:spPr>
          <a:xfrm>
            <a:off x="4165600" y="6442487"/>
            <a:ext cx="3860800" cy="365125"/>
          </a:xfrm>
          <a:prstGeom prst="rect">
            <a:avLst/>
          </a:prstGeom>
        </p:spPr>
        <p:txBody>
          <a:bodyPr vert="horz" wrap="square" lIns="91440" tIns="45720" rIns="91440" bIns="45720" numCol="1" anchor="ctr" anchorCtr="0" compatLnSpc="1">
            <a:prstTxWarp prst="textNoShape">
              <a:avLst/>
            </a:prstTxWarp>
          </a:bodyPr>
          <a:lstStyle>
            <a:lvl1pPr algn="ctr">
              <a:defRPr sz="1000" b="1" smtClean="0">
                <a:solidFill>
                  <a:srgbClr val="898989"/>
                </a:solidFill>
                <a:latin typeface="+mn-lt"/>
                <a:ea typeface="+mn-ea"/>
              </a:defRPr>
            </a:lvl1pPr>
          </a:lstStyle>
          <a:p>
            <a:pPr>
              <a:defRPr/>
            </a:pPr>
            <a:r>
              <a:rPr lang="en-US" dirty="0"/>
              <a:t>Introduction</a:t>
            </a:r>
          </a:p>
        </p:txBody>
      </p:sp>
      <p:sp>
        <p:nvSpPr>
          <p:cNvPr id="9" name="Footer Placeholder 3"/>
          <p:cNvSpPr txBox="1">
            <a:spLocks/>
          </p:cNvSpPr>
          <p:nvPr userDrawn="1"/>
        </p:nvSpPr>
        <p:spPr>
          <a:xfrm>
            <a:off x="96545" y="6423028"/>
            <a:ext cx="3149600"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ctr" rtl="0" fontAlgn="base">
              <a:spcBef>
                <a:spcPct val="0"/>
              </a:spcBef>
              <a:spcAft>
                <a:spcPct val="0"/>
              </a:spcAft>
              <a:defRPr sz="1200" kern="1200" smtClean="0">
                <a:solidFill>
                  <a:srgbClr val="898989"/>
                </a:solidFill>
                <a:latin typeface="Arial" charset="0"/>
                <a:ea typeface="+mn-ea"/>
                <a:cs typeface="Arial" charset="0"/>
              </a:defRPr>
            </a:lvl1pPr>
            <a:lvl2pPr marL="457200" algn="l" rtl="0" fontAlgn="base">
              <a:spcBef>
                <a:spcPct val="0"/>
              </a:spcBef>
              <a:spcAft>
                <a:spcPct val="0"/>
              </a:spcAft>
              <a:defRPr kern="1200">
                <a:solidFill>
                  <a:schemeClr val="tx1"/>
                </a:solidFill>
                <a:latin typeface="Calibri" charset="0"/>
                <a:ea typeface="Arial" charset="0"/>
                <a:cs typeface="Arial" charset="0"/>
              </a:defRPr>
            </a:lvl2pPr>
            <a:lvl3pPr marL="914400" algn="l" rtl="0" fontAlgn="base">
              <a:spcBef>
                <a:spcPct val="0"/>
              </a:spcBef>
              <a:spcAft>
                <a:spcPct val="0"/>
              </a:spcAft>
              <a:defRPr kern="1200">
                <a:solidFill>
                  <a:schemeClr val="tx1"/>
                </a:solidFill>
                <a:latin typeface="Calibri" charset="0"/>
                <a:ea typeface="Arial" charset="0"/>
                <a:cs typeface="Arial" charset="0"/>
              </a:defRPr>
            </a:lvl3pPr>
            <a:lvl4pPr marL="1371600" algn="l" rtl="0" fontAlgn="base">
              <a:spcBef>
                <a:spcPct val="0"/>
              </a:spcBef>
              <a:spcAft>
                <a:spcPct val="0"/>
              </a:spcAft>
              <a:defRPr kern="1200">
                <a:solidFill>
                  <a:schemeClr val="tx1"/>
                </a:solidFill>
                <a:latin typeface="Calibri" charset="0"/>
                <a:ea typeface="Arial" charset="0"/>
                <a:cs typeface="Arial" charset="0"/>
              </a:defRPr>
            </a:lvl4pPr>
            <a:lvl5pPr marL="1828800" algn="l" rtl="0" fontAlgn="base">
              <a:spcBef>
                <a:spcPct val="0"/>
              </a:spcBef>
              <a:spcAft>
                <a:spcPct val="0"/>
              </a:spcAft>
              <a:defRPr kern="1200">
                <a:solidFill>
                  <a:schemeClr val="tx1"/>
                </a:solidFill>
                <a:latin typeface="Calibri" charset="0"/>
                <a:ea typeface="Arial" charset="0"/>
                <a:cs typeface="Arial" charset="0"/>
              </a:defRPr>
            </a:lvl5pPr>
            <a:lvl6pPr marL="2286000" algn="l" defTabSz="914400" rtl="0" eaLnBrk="1" latinLnBrk="0" hangingPunct="1">
              <a:defRPr kern="1200">
                <a:solidFill>
                  <a:schemeClr val="tx1"/>
                </a:solidFill>
                <a:latin typeface="Calibri" charset="0"/>
                <a:ea typeface="Arial" charset="0"/>
                <a:cs typeface="Arial" charset="0"/>
              </a:defRPr>
            </a:lvl6pPr>
            <a:lvl7pPr marL="2743200" algn="l" defTabSz="914400" rtl="0" eaLnBrk="1" latinLnBrk="0" hangingPunct="1">
              <a:defRPr kern="1200">
                <a:solidFill>
                  <a:schemeClr val="tx1"/>
                </a:solidFill>
                <a:latin typeface="Calibri" charset="0"/>
                <a:ea typeface="Arial" charset="0"/>
                <a:cs typeface="Arial" charset="0"/>
              </a:defRPr>
            </a:lvl7pPr>
            <a:lvl8pPr marL="3200400" algn="l" defTabSz="914400" rtl="0" eaLnBrk="1" latinLnBrk="0" hangingPunct="1">
              <a:defRPr kern="1200">
                <a:solidFill>
                  <a:schemeClr val="tx1"/>
                </a:solidFill>
                <a:latin typeface="Calibri" charset="0"/>
                <a:ea typeface="Arial" charset="0"/>
                <a:cs typeface="Arial" charset="0"/>
              </a:defRPr>
            </a:lvl8pPr>
            <a:lvl9pPr marL="3657600" algn="l" defTabSz="914400" rtl="0" eaLnBrk="1" latinLnBrk="0" hangingPunct="1">
              <a:defRPr kern="1200">
                <a:solidFill>
                  <a:schemeClr val="tx1"/>
                </a:solidFill>
                <a:latin typeface="Calibri" charset="0"/>
                <a:ea typeface="Arial" charset="0"/>
                <a:cs typeface="Arial" charset="0"/>
              </a:defRPr>
            </a:lvl9pPr>
          </a:lstStyle>
          <a:p>
            <a:pPr algn="l">
              <a:defRPr/>
            </a:pPr>
            <a:r>
              <a:rPr lang="en-US" sz="800" dirty="0">
                <a:latin typeface="+mn-lt"/>
              </a:rPr>
              <a:t>CT</a:t>
            </a:r>
            <a:r>
              <a:rPr lang="en-US" sz="800" baseline="0" dirty="0">
                <a:latin typeface="+mn-lt"/>
              </a:rPr>
              <a:t>_Intro_2026S</a:t>
            </a:r>
            <a:endParaRPr lang="en-US" sz="800" dirty="0">
              <a:latin typeface="+mn-lt"/>
            </a:endParaRPr>
          </a:p>
        </p:txBody>
      </p:sp>
    </p:spTree>
    <p:extLst>
      <p:ext uri="{BB962C8B-B14F-4D97-AF65-F5344CB8AC3E}">
        <p14:creationId xmlns:p14="http://schemas.microsoft.com/office/powerpoint/2010/main" val="3717763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Lst>
  <p:hf hd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Arial" charset="0"/>
        </a:defRPr>
      </a:lvl2pPr>
      <a:lvl3pPr algn="ctr" rtl="0" eaLnBrk="1" fontAlgn="base" hangingPunct="1">
        <a:spcBef>
          <a:spcPct val="0"/>
        </a:spcBef>
        <a:spcAft>
          <a:spcPct val="0"/>
        </a:spcAft>
        <a:defRPr sz="4400">
          <a:solidFill>
            <a:schemeClr val="tx1"/>
          </a:solidFill>
          <a:latin typeface="Arial" charset="0"/>
        </a:defRPr>
      </a:lvl3pPr>
      <a:lvl4pPr algn="ctr" rtl="0" eaLnBrk="1" fontAlgn="base" hangingPunct="1">
        <a:spcBef>
          <a:spcPct val="0"/>
        </a:spcBef>
        <a:spcAft>
          <a:spcPct val="0"/>
        </a:spcAft>
        <a:defRPr sz="4400">
          <a:solidFill>
            <a:schemeClr val="tx1"/>
          </a:solidFill>
          <a:latin typeface="Arial" charset="0"/>
        </a:defRPr>
      </a:lvl4pPr>
      <a:lvl5pPr algn="ctr" rtl="0" eaLnBrk="1" fontAlgn="base" hangingPunct="1">
        <a:spcBef>
          <a:spcPct val="0"/>
        </a:spcBef>
        <a:spcAft>
          <a:spcPct val="0"/>
        </a:spcAft>
        <a:defRPr sz="4400">
          <a:solidFill>
            <a:schemeClr val="tx1"/>
          </a:solidFill>
          <a:latin typeface="Arial" charset="0"/>
        </a:defRPr>
      </a:lvl5pPr>
      <a:lvl6pPr marL="457200" algn="ctr" rtl="0" eaLnBrk="1" fontAlgn="base" hangingPunct="1">
        <a:spcBef>
          <a:spcPct val="0"/>
        </a:spcBef>
        <a:spcAft>
          <a:spcPct val="0"/>
        </a:spcAft>
        <a:defRPr sz="4400">
          <a:solidFill>
            <a:schemeClr val="tx1"/>
          </a:solidFill>
          <a:latin typeface="Arial" charset="0"/>
        </a:defRPr>
      </a:lvl6pPr>
      <a:lvl7pPr marL="914400" algn="ctr" rtl="0" eaLnBrk="1" fontAlgn="base" hangingPunct="1">
        <a:spcBef>
          <a:spcPct val="0"/>
        </a:spcBef>
        <a:spcAft>
          <a:spcPct val="0"/>
        </a:spcAft>
        <a:defRPr sz="4400">
          <a:solidFill>
            <a:schemeClr val="tx1"/>
          </a:solidFill>
          <a:latin typeface="Arial" charset="0"/>
        </a:defRPr>
      </a:lvl7pPr>
      <a:lvl8pPr marL="1371600" algn="ctr" rtl="0" eaLnBrk="1" fontAlgn="base" hangingPunct="1">
        <a:spcBef>
          <a:spcPct val="0"/>
        </a:spcBef>
        <a:spcAft>
          <a:spcPct val="0"/>
        </a:spcAft>
        <a:defRPr sz="4400">
          <a:solidFill>
            <a:schemeClr val="tx1"/>
          </a:solidFill>
          <a:latin typeface="Arial" charset="0"/>
        </a:defRPr>
      </a:lvl8pPr>
      <a:lvl9pPr marL="1828800" algn="ctr" rtl="0" eaLnBrk="1" fontAlgn="base" hangingPunct="1">
        <a:spcBef>
          <a:spcPct val="0"/>
        </a:spcBef>
        <a:spcAft>
          <a:spcPct val="0"/>
        </a:spcAft>
        <a:defRPr sz="4400">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xml"/><Relationship Id="rId1" Type="http://schemas.openxmlformats.org/officeDocument/2006/relationships/slideLayout" Target="../slideLayouts/slideLayout55.xml"/></Relationships>
</file>

<file path=ppt/slides/_rels/slide2.xml.rels><?xml version="1.0" encoding="UTF-8" standalone="yes"?>
<Relationships xmlns="http://schemas.openxmlformats.org/package/2006/relationships"><Relationship Id="rId3" Type="http://schemas.openxmlformats.org/officeDocument/2006/relationships/hyperlink" Target="https://taxnotes.com/research" TargetMode="External"/><Relationship Id="rId2" Type="http://schemas.openxmlformats.org/officeDocument/2006/relationships/hyperlink" Target="https://jmc877.github.io/Corporate-Tax/index.htm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customXml" Target="../ink/ink6.xml"/><Relationship Id="rId18" Type="http://schemas.openxmlformats.org/officeDocument/2006/relationships/image" Target="../media/image18.png"/><Relationship Id="rId3" Type="http://schemas.openxmlformats.org/officeDocument/2006/relationships/customXml" Target="../ink/ink1.xml"/><Relationship Id="rId21" Type="http://schemas.openxmlformats.org/officeDocument/2006/relationships/image" Target="../media/image19.png"/><Relationship Id="rId7" Type="http://schemas.openxmlformats.org/officeDocument/2006/relationships/customXml" Target="../ink/ink3.xml"/><Relationship Id="rId12" Type="http://schemas.openxmlformats.org/officeDocument/2006/relationships/image" Target="../media/image15.png"/><Relationship Id="rId17" Type="http://schemas.openxmlformats.org/officeDocument/2006/relationships/customXml" Target="../ink/ink8.xml"/><Relationship Id="rId2" Type="http://schemas.openxmlformats.org/officeDocument/2006/relationships/image" Target="../media/image10.png"/><Relationship Id="rId16" Type="http://schemas.openxmlformats.org/officeDocument/2006/relationships/image" Target="../media/image17.png"/><Relationship Id="rId20" Type="http://schemas.openxmlformats.org/officeDocument/2006/relationships/customXml" Target="../ink/ink10.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customXml" Target="../ink/ink7.xml"/><Relationship Id="rId23" Type="http://schemas.openxmlformats.org/officeDocument/2006/relationships/image" Target="../media/image20.png"/><Relationship Id="rId10" Type="http://schemas.openxmlformats.org/officeDocument/2006/relationships/image" Target="../media/image14.png"/><Relationship Id="rId19" Type="http://schemas.openxmlformats.org/officeDocument/2006/relationships/customXml" Target="../ink/ink9.xml"/><Relationship Id="rId4" Type="http://schemas.openxmlformats.org/officeDocument/2006/relationships/image" Target="../media/image11.png"/><Relationship Id="rId9" Type="http://schemas.openxmlformats.org/officeDocument/2006/relationships/customXml" Target="../ink/ink4.xml"/><Relationship Id="rId14" Type="http://schemas.openxmlformats.org/officeDocument/2006/relationships/image" Target="../media/image16.png"/><Relationship Id="rId22" Type="http://schemas.openxmlformats.org/officeDocument/2006/relationships/customXml" Target="../ink/ink11.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chor="ctr"/>
          <a:lstStyle/>
          <a:p>
            <a:r>
              <a:rPr lang="en-US" dirty="0"/>
              <a:t>Corporate Taxation</a:t>
            </a:r>
          </a:p>
        </p:txBody>
      </p:sp>
      <p:sp>
        <p:nvSpPr>
          <p:cNvPr id="3" name="Subtitle 2"/>
          <p:cNvSpPr>
            <a:spLocks noGrp="1"/>
          </p:cNvSpPr>
          <p:nvPr>
            <p:ph type="subTitle" idx="1"/>
          </p:nvPr>
        </p:nvSpPr>
        <p:spPr>
          <a:xfrm>
            <a:off x="1524000" y="2988641"/>
            <a:ext cx="9144000" cy="1655762"/>
          </a:xfrm>
        </p:spPr>
        <p:txBody>
          <a:bodyPr>
            <a:normAutofit/>
          </a:bodyPr>
          <a:lstStyle/>
          <a:p>
            <a:r>
              <a:rPr lang="en-US" sz="2800" dirty="0"/>
              <a:t>Prof. Colon</a:t>
            </a:r>
          </a:p>
          <a:p>
            <a:r>
              <a:rPr lang="en-US" sz="2800" dirty="0"/>
              <a:t>Spring 2026</a:t>
            </a:r>
          </a:p>
          <a:p>
            <a:r>
              <a:rPr lang="en-US" sz="2800" dirty="0"/>
              <a:t>Introduction</a:t>
            </a:r>
          </a:p>
        </p:txBody>
      </p:sp>
      <p:sp>
        <p:nvSpPr>
          <p:cNvPr id="6" name="Footer Placeholder 5"/>
          <p:cNvSpPr>
            <a:spLocks noGrp="1"/>
          </p:cNvSpPr>
          <p:nvPr>
            <p:ph type="ftr" sz="quarter" idx="11"/>
          </p:nvPr>
        </p:nvSpPr>
        <p:spPr/>
        <p:txBody>
          <a:bodyPr/>
          <a:lstStyle/>
          <a:p>
            <a:r>
              <a:rPr lang="en-US"/>
              <a:t>Introduction</a:t>
            </a:r>
          </a:p>
        </p:txBody>
      </p:sp>
      <p:sp>
        <p:nvSpPr>
          <p:cNvPr id="7" name="Slide Number Placeholder 6"/>
          <p:cNvSpPr>
            <a:spLocks noGrp="1"/>
          </p:cNvSpPr>
          <p:nvPr>
            <p:ph type="sldNum" sz="quarter" idx="12"/>
          </p:nvPr>
        </p:nvSpPr>
        <p:spPr/>
        <p:txBody>
          <a:bodyPr/>
          <a:lstStyle/>
          <a:p>
            <a:fld id="{96D85B43-D788-46F7-A773-91C165729B06}" type="slidenum">
              <a:rPr lang="en-US" smtClean="0"/>
              <a:t>1</a:t>
            </a:fld>
            <a:endParaRPr lang="en-US"/>
          </a:p>
        </p:txBody>
      </p:sp>
      <p:pic>
        <p:nvPicPr>
          <p:cNvPr id="8" name="Picture 7" descr="pic1.tiff">
            <a:extLst>
              <a:ext uri="{FF2B5EF4-FFF2-40B4-BE49-F238E27FC236}">
                <a16:creationId xmlns:a16="http://schemas.microsoft.com/office/drawing/2014/main" id="{875BC4D3-57EF-9946-909E-614DC0E96A2F}"/>
              </a:ext>
            </a:extLst>
          </p:cNvPr>
          <p:cNvPicPr>
            <a:picLocks noChangeAspect="1"/>
          </p:cNvPicPr>
          <p:nvPr/>
        </p:nvPicPr>
        <p:blipFill>
          <a:blip r:embed="rId3"/>
          <a:stretch>
            <a:fillRect/>
          </a:stretch>
        </p:blipFill>
        <p:spPr>
          <a:xfrm>
            <a:off x="4572001" y="4893917"/>
            <a:ext cx="2873661" cy="649527"/>
          </a:xfrm>
          <a:prstGeom prst="rect">
            <a:avLst/>
          </a:prstGeom>
        </p:spPr>
      </p:pic>
    </p:spTree>
    <p:extLst>
      <p:ext uri="{BB962C8B-B14F-4D97-AF65-F5344CB8AC3E}">
        <p14:creationId xmlns:p14="http://schemas.microsoft.com/office/powerpoint/2010/main" val="7840591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sz="2800" dirty="0"/>
              <a:t>Class Web Page: </a:t>
            </a:r>
            <a:r>
              <a:rPr lang="en-US" sz="2800" dirty="0">
                <a:hlinkClick r:id="rId2"/>
              </a:rPr>
              <a:t>https://jmc877.github.io/Corporate-Tax/</a:t>
            </a:r>
            <a:r>
              <a:rPr lang="en-US" sz="2800" dirty="0" err="1">
                <a:hlinkClick r:id="rId2"/>
              </a:rPr>
              <a:t>index.html</a:t>
            </a:r>
            <a:endParaRPr lang="en-US" sz="2800" dirty="0"/>
          </a:p>
          <a:p>
            <a:r>
              <a:rPr lang="en-US" sz="2800" dirty="0"/>
              <a:t>Textbook &amp; Code</a:t>
            </a:r>
          </a:p>
          <a:p>
            <a:pPr lvl="1"/>
            <a:r>
              <a:rPr lang="en-US" sz="2400" dirty="0"/>
              <a:t>Class textbook</a:t>
            </a:r>
          </a:p>
          <a:p>
            <a:pPr lvl="2"/>
            <a:r>
              <a:rPr lang="en-US" sz="2400" dirty="0"/>
              <a:t>Block, Glogower, &amp; Blank, </a:t>
            </a:r>
            <a:r>
              <a:rPr lang="en-US" sz="2400" i="1" dirty="0"/>
              <a:t>Examples &amp; Explanations: Corporate Taxation</a:t>
            </a:r>
            <a:r>
              <a:rPr lang="en-US" sz="2400" dirty="0"/>
              <a:t> (5th ed. 2022).  </a:t>
            </a:r>
            <a:endParaRPr lang="en-US" sz="2800" dirty="0"/>
          </a:p>
          <a:p>
            <a:pPr lvl="1"/>
            <a:r>
              <a:rPr lang="en-US" sz="2400" dirty="0"/>
              <a:t>Supplemental (not required) Materials</a:t>
            </a:r>
          </a:p>
          <a:p>
            <a:pPr lvl="2"/>
            <a:r>
              <a:rPr lang="en-US" sz="2400" dirty="0"/>
              <a:t>Yin &amp; Burke, </a:t>
            </a:r>
            <a:r>
              <a:rPr lang="en-US" sz="2400" i="1" dirty="0"/>
              <a:t>Corporate Taxation </a:t>
            </a:r>
            <a:r>
              <a:rPr lang="en-US" sz="2400" dirty="0"/>
              <a:t>(</a:t>
            </a:r>
            <a:r>
              <a:rPr lang="en-US" sz="2400" b="1" dirty="0"/>
              <a:t>2</a:t>
            </a:r>
            <a:r>
              <a:rPr lang="en-US" sz="2400" b="1" baseline="30000" dirty="0"/>
              <a:t>nd</a:t>
            </a:r>
            <a:r>
              <a:rPr lang="en-US" sz="2400" dirty="0"/>
              <a:t> 2015) and Yin &amp; Burke, </a:t>
            </a:r>
            <a:r>
              <a:rPr lang="en-US" sz="2400" i="1" dirty="0"/>
              <a:t>Supplement </a:t>
            </a:r>
            <a:r>
              <a:rPr lang="en-US" sz="2400" dirty="0"/>
              <a:t>(2018)</a:t>
            </a:r>
          </a:p>
          <a:p>
            <a:pPr lvl="2"/>
            <a:r>
              <a:rPr lang="en-US" sz="2400" dirty="0"/>
              <a:t>Burke, </a:t>
            </a:r>
            <a:r>
              <a:rPr lang="en-US" sz="2400" i="1" dirty="0"/>
              <a:t>Fed. Income Taxation of Corporations and Shareholders in a Nutshell</a:t>
            </a:r>
            <a:r>
              <a:rPr lang="en-US" sz="2400" dirty="0"/>
              <a:t> (9</a:t>
            </a:r>
            <a:r>
              <a:rPr lang="en-US" sz="2400" baseline="30000" dirty="0"/>
              <a:t>th</a:t>
            </a:r>
            <a:r>
              <a:rPr lang="en-US" sz="2400" dirty="0"/>
              <a:t> ed. 2024)</a:t>
            </a:r>
          </a:p>
          <a:p>
            <a:pPr lvl="2"/>
            <a:r>
              <a:rPr lang="en-US" sz="2400" dirty="0"/>
              <a:t>Schwarz &amp; Lathrope, </a:t>
            </a:r>
            <a:r>
              <a:rPr lang="en-US" sz="2400" i="1" dirty="0"/>
              <a:t>Corporate Taxation</a:t>
            </a:r>
            <a:r>
              <a:rPr lang="en-US" sz="2400" dirty="0"/>
              <a:t> (Black Letter), 9</a:t>
            </a:r>
            <a:r>
              <a:rPr lang="en-US" sz="2400" baseline="30000" dirty="0"/>
              <a:t>th</a:t>
            </a:r>
            <a:r>
              <a:rPr lang="en-US" sz="2400" dirty="0"/>
              <a:t> ed.</a:t>
            </a:r>
          </a:p>
          <a:p>
            <a:pPr lvl="1"/>
            <a:r>
              <a:rPr lang="en-US" sz="2400" dirty="0"/>
              <a:t>Code &amp; Regs: Pdf</a:t>
            </a:r>
          </a:p>
          <a:p>
            <a:pPr lvl="2"/>
            <a:r>
              <a:rPr lang="en-US" sz="2400" dirty="0">
                <a:hlinkClick r:id="rId3"/>
              </a:rPr>
              <a:t>Tax Analysts Tax Research Database</a:t>
            </a:r>
            <a:r>
              <a:rPr lang="en-US" sz="2400" dirty="0"/>
              <a:t> (a great free resource)</a:t>
            </a:r>
          </a:p>
          <a:p>
            <a:pPr lvl="1"/>
            <a:r>
              <a:rPr lang="en-US" sz="2800" dirty="0"/>
              <a:t>Exam: Yes; 3 hours, short answer and perhaps a few MC questions.</a:t>
            </a:r>
          </a:p>
          <a:p>
            <a:r>
              <a:rPr lang="en-US" sz="2800" dirty="0"/>
              <a:t>Recording: Yes</a:t>
            </a:r>
          </a:p>
        </p:txBody>
      </p:sp>
      <p:sp>
        <p:nvSpPr>
          <p:cNvPr id="2" name="Title 1"/>
          <p:cNvSpPr>
            <a:spLocks noGrp="1"/>
          </p:cNvSpPr>
          <p:nvPr>
            <p:ph type="title"/>
          </p:nvPr>
        </p:nvSpPr>
        <p:spPr/>
        <p:txBody>
          <a:bodyPr/>
          <a:lstStyle/>
          <a:p>
            <a:r>
              <a:rPr lang="en-US" dirty="0"/>
              <a:t>Administrative Details</a:t>
            </a:r>
          </a:p>
        </p:txBody>
      </p:sp>
      <p:sp>
        <p:nvSpPr>
          <p:cNvPr id="6" name="Footer Placeholder 5"/>
          <p:cNvSpPr>
            <a:spLocks noGrp="1"/>
          </p:cNvSpPr>
          <p:nvPr>
            <p:ph type="ftr" sz="quarter" idx="11"/>
          </p:nvPr>
        </p:nvSpPr>
        <p:spPr/>
        <p:txBody>
          <a:bodyPr/>
          <a:lstStyle/>
          <a:p>
            <a:pPr>
              <a:defRPr/>
            </a:pPr>
            <a:r>
              <a:rPr lang="en-US"/>
              <a:t>Introduction</a:t>
            </a:r>
            <a:endParaRPr lang="en-US" dirty="0"/>
          </a:p>
        </p:txBody>
      </p:sp>
      <p:sp>
        <p:nvSpPr>
          <p:cNvPr id="7" name="Slide Number Placeholder 6"/>
          <p:cNvSpPr>
            <a:spLocks noGrp="1"/>
          </p:cNvSpPr>
          <p:nvPr>
            <p:ph type="sldNum" sz="quarter" idx="10"/>
          </p:nvPr>
        </p:nvSpPr>
        <p:spPr/>
        <p:txBody>
          <a:bodyPr/>
          <a:lstStyle/>
          <a:p>
            <a:fld id="{7B3E355C-57B9-BC4B-95D8-406A1F834537}" type="slidenum">
              <a:rPr lang="en-US" altLang="en-US" smtClean="0"/>
              <a:pPr/>
              <a:t>2</a:t>
            </a:fld>
            <a:endParaRPr lang="en-US" altLang="en-US" dirty="0"/>
          </a:p>
        </p:txBody>
      </p:sp>
    </p:spTree>
    <p:extLst>
      <p:ext uri="{BB962C8B-B14F-4D97-AF65-F5344CB8AC3E}">
        <p14:creationId xmlns:p14="http://schemas.microsoft.com/office/powerpoint/2010/main" val="722997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800" dirty="0"/>
              <a:t>Understand and be able to apply to problems the fundamental provisions of the US tax rules applicable to C and S corporations and their shareholders:</a:t>
            </a:r>
          </a:p>
          <a:p>
            <a:pPr lvl="1"/>
            <a:r>
              <a:rPr lang="en-US" sz="2400" dirty="0"/>
              <a:t>Subchapters C (90%) and S (10%) of the Internal Revenue Code and accompanying Treasury Regulations</a:t>
            </a:r>
          </a:p>
          <a:p>
            <a:pPr lvl="1"/>
            <a:r>
              <a:rPr lang="en-US" sz="2400" dirty="0"/>
              <a:t>IRS administrative guidance (revenue rulings, revenue procedures, notices, and PLRs)</a:t>
            </a:r>
          </a:p>
          <a:p>
            <a:pPr lvl="1"/>
            <a:r>
              <a:rPr lang="en-US" sz="2400" dirty="0"/>
              <a:t>Judicial decisions interpreting the Code and Regs, and especially the application of common law and statutory substance-over-form principles</a:t>
            </a:r>
          </a:p>
          <a:p>
            <a:pPr lvl="1"/>
            <a:r>
              <a:rPr lang="en-US" sz="2400" dirty="0"/>
              <a:t>Be able to do competently undertake basic corporate tax research </a:t>
            </a:r>
            <a:endParaRPr lang="en-US" dirty="0"/>
          </a:p>
        </p:txBody>
      </p:sp>
      <p:sp>
        <p:nvSpPr>
          <p:cNvPr id="2" name="Title 1"/>
          <p:cNvSpPr>
            <a:spLocks noGrp="1"/>
          </p:cNvSpPr>
          <p:nvPr>
            <p:ph type="title"/>
          </p:nvPr>
        </p:nvSpPr>
        <p:spPr/>
        <p:txBody>
          <a:bodyPr/>
          <a:lstStyle/>
          <a:p>
            <a:r>
              <a:rPr lang="en-US" dirty="0"/>
              <a:t>Course Goals</a:t>
            </a:r>
          </a:p>
        </p:txBody>
      </p:sp>
      <p:sp>
        <p:nvSpPr>
          <p:cNvPr id="6" name="Footer Placeholder 5"/>
          <p:cNvSpPr>
            <a:spLocks noGrp="1"/>
          </p:cNvSpPr>
          <p:nvPr>
            <p:ph type="ftr" sz="quarter" idx="11"/>
          </p:nvPr>
        </p:nvSpPr>
        <p:spPr/>
        <p:txBody>
          <a:bodyPr/>
          <a:lstStyle/>
          <a:p>
            <a:pPr>
              <a:defRPr/>
            </a:pPr>
            <a:r>
              <a:rPr lang="en-US"/>
              <a:t>Introduction</a:t>
            </a:r>
            <a:endParaRPr lang="en-US" dirty="0"/>
          </a:p>
        </p:txBody>
      </p:sp>
      <p:sp>
        <p:nvSpPr>
          <p:cNvPr id="7" name="Slide Number Placeholder 6"/>
          <p:cNvSpPr>
            <a:spLocks noGrp="1"/>
          </p:cNvSpPr>
          <p:nvPr>
            <p:ph type="sldNum" sz="quarter" idx="10"/>
          </p:nvPr>
        </p:nvSpPr>
        <p:spPr/>
        <p:txBody>
          <a:bodyPr/>
          <a:lstStyle/>
          <a:p>
            <a:fld id="{7B3E355C-57B9-BC4B-95D8-406A1F834537}" type="slidenum">
              <a:rPr lang="en-US" altLang="en-US" smtClean="0"/>
              <a:pPr/>
              <a:t>3</a:t>
            </a:fld>
            <a:endParaRPr lang="en-US" altLang="en-US" dirty="0"/>
          </a:p>
        </p:txBody>
      </p:sp>
    </p:spTree>
    <p:extLst>
      <p:ext uri="{BB962C8B-B14F-4D97-AF65-F5344CB8AC3E}">
        <p14:creationId xmlns:p14="http://schemas.microsoft.com/office/powerpoint/2010/main" val="949364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3"/>
          <p:cNvSpPr>
            <a:spLocks noGrp="1" noChangeArrowheads="1"/>
          </p:cNvSpPr>
          <p:nvPr>
            <p:ph idx="1"/>
          </p:nvPr>
        </p:nvSpPr>
        <p:spPr/>
        <p:txBody>
          <a:bodyPr/>
          <a:lstStyle/>
          <a:p>
            <a:pPr eaLnBrk="1" hangingPunct="1"/>
            <a:endParaRPr lang="en-US" altLang="en-US"/>
          </a:p>
          <a:p>
            <a:pPr eaLnBrk="1" hangingPunct="1"/>
            <a:endParaRPr lang="en-US" altLang="en-US"/>
          </a:p>
          <a:p>
            <a:pPr eaLnBrk="1" hangingPunct="1"/>
            <a:endParaRPr lang="en-US" altLang="en-US"/>
          </a:p>
        </p:txBody>
      </p:sp>
      <p:sp>
        <p:nvSpPr>
          <p:cNvPr id="18435" name="Rectangle 2"/>
          <p:cNvSpPr>
            <a:spLocks noGrp="1" noChangeArrowheads="1"/>
          </p:cNvSpPr>
          <p:nvPr>
            <p:ph type="title"/>
          </p:nvPr>
        </p:nvSpPr>
        <p:spPr/>
        <p:txBody>
          <a:bodyPr/>
          <a:lstStyle/>
          <a:p>
            <a:br>
              <a:rPr lang="en-US" altLang="en-US" sz="2400" b="1" dirty="0">
                <a:solidFill>
                  <a:srgbClr val="000000"/>
                </a:solidFill>
              </a:rPr>
            </a:br>
            <a:r>
              <a:rPr lang="en-US" altLang="en-US" dirty="0">
                <a:solidFill>
                  <a:srgbClr val="000000"/>
                </a:solidFill>
              </a:rPr>
              <a:t> Promulgating, Interpreting, and Administering U.S. Tax Law </a:t>
            </a:r>
            <a:endParaRPr lang="en-US" altLang="en-US" b="1" dirty="0">
              <a:solidFill>
                <a:srgbClr val="000000"/>
              </a:solidFill>
            </a:endParaRPr>
          </a:p>
        </p:txBody>
      </p:sp>
      <p:sp>
        <p:nvSpPr>
          <p:cNvPr id="5125" name="Rectangle 5"/>
          <p:cNvSpPr>
            <a:spLocks noChangeArrowheads="1"/>
          </p:cNvSpPr>
          <p:nvPr/>
        </p:nvSpPr>
        <p:spPr bwMode="auto">
          <a:xfrm>
            <a:off x="2793763" y="1882921"/>
            <a:ext cx="2239963" cy="831850"/>
          </a:xfrm>
          <a:prstGeom prst="rect">
            <a:avLst/>
          </a:prstGeom>
          <a:solidFill>
            <a:srgbClr val="0CE0FB"/>
          </a:solidFill>
          <a:ln w="9525">
            <a:solidFill>
              <a:schemeClr val="tx1"/>
            </a:solidFill>
            <a:miter lim="800000"/>
            <a:headEnd/>
            <a:tailEnd/>
          </a:ln>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a:r>
              <a:rPr lang="en-US" altLang="en-US" sz="2000" dirty="0"/>
              <a:t>Executive Branch</a:t>
            </a:r>
          </a:p>
        </p:txBody>
      </p:sp>
      <p:sp>
        <p:nvSpPr>
          <p:cNvPr id="5126" name="Rectangle 6"/>
          <p:cNvSpPr>
            <a:spLocks noChangeArrowheads="1"/>
          </p:cNvSpPr>
          <p:nvPr/>
        </p:nvSpPr>
        <p:spPr bwMode="auto">
          <a:xfrm>
            <a:off x="6908563" y="1882921"/>
            <a:ext cx="2239963" cy="831850"/>
          </a:xfrm>
          <a:prstGeom prst="rect">
            <a:avLst/>
          </a:prstGeom>
          <a:solidFill>
            <a:srgbClr val="0CE0FB"/>
          </a:solidFill>
          <a:ln w="9525">
            <a:solidFill>
              <a:schemeClr val="tx1"/>
            </a:solidFill>
            <a:miter lim="800000"/>
            <a:headEnd/>
            <a:tailEnd/>
          </a:ln>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a:r>
              <a:rPr lang="en-US" altLang="en-US" sz="2000"/>
              <a:t>Judicial Branch</a:t>
            </a:r>
          </a:p>
        </p:txBody>
      </p:sp>
      <p:sp>
        <p:nvSpPr>
          <p:cNvPr id="5127" name="Rectangle 7"/>
          <p:cNvSpPr>
            <a:spLocks noChangeArrowheads="1"/>
          </p:cNvSpPr>
          <p:nvPr/>
        </p:nvSpPr>
        <p:spPr bwMode="auto">
          <a:xfrm>
            <a:off x="4965463" y="3635521"/>
            <a:ext cx="2239963" cy="831850"/>
          </a:xfrm>
          <a:prstGeom prst="rect">
            <a:avLst/>
          </a:prstGeom>
          <a:solidFill>
            <a:srgbClr val="0CE0FB"/>
          </a:solidFill>
          <a:ln w="9525">
            <a:solidFill>
              <a:schemeClr val="tx1"/>
            </a:solidFill>
            <a:miter lim="800000"/>
            <a:headEnd/>
            <a:tailEnd/>
          </a:ln>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a:r>
              <a:rPr lang="en-US" altLang="en-US" sz="2000"/>
              <a:t>Legislative Branch</a:t>
            </a:r>
          </a:p>
        </p:txBody>
      </p:sp>
      <p:cxnSp>
        <p:nvCxnSpPr>
          <p:cNvPr id="5129" name="AutoShape 9"/>
          <p:cNvCxnSpPr>
            <a:cxnSpLocks noChangeShapeType="1"/>
            <a:stCxn id="5125" idx="2"/>
            <a:endCxn id="5127" idx="0"/>
          </p:cNvCxnSpPr>
          <p:nvPr/>
        </p:nvCxnSpPr>
        <p:spPr bwMode="auto">
          <a:xfrm>
            <a:off x="3914537" y="2714771"/>
            <a:ext cx="2171700" cy="920750"/>
          </a:xfrm>
          <a:prstGeom prst="straightConnector1">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5130" name="AutoShape 10"/>
          <p:cNvCxnSpPr>
            <a:cxnSpLocks noChangeShapeType="1"/>
            <a:stCxn id="5126" idx="2"/>
            <a:endCxn id="5127" idx="0"/>
          </p:cNvCxnSpPr>
          <p:nvPr/>
        </p:nvCxnSpPr>
        <p:spPr bwMode="auto">
          <a:xfrm flipH="1">
            <a:off x="6086237" y="2714771"/>
            <a:ext cx="1943100" cy="920750"/>
          </a:xfrm>
          <a:prstGeom prst="straightConnector1">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5131" name="AutoShape 11"/>
          <p:cNvCxnSpPr>
            <a:cxnSpLocks noChangeShapeType="1"/>
            <a:stCxn id="5125" idx="3"/>
            <a:endCxn id="5126" idx="1"/>
          </p:cNvCxnSpPr>
          <p:nvPr/>
        </p:nvCxnSpPr>
        <p:spPr bwMode="auto">
          <a:xfrm>
            <a:off x="5033726" y="2298846"/>
            <a:ext cx="1874837" cy="0"/>
          </a:xfrm>
          <a:prstGeom prst="straightConnector1">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sp>
        <p:nvSpPr>
          <p:cNvPr id="2" name="Footer Placeholder 1"/>
          <p:cNvSpPr>
            <a:spLocks noGrp="1"/>
          </p:cNvSpPr>
          <p:nvPr>
            <p:ph type="ftr" sz="quarter" idx="11"/>
          </p:nvPr>
        </p:nvSpPr>
        <p:spPr/>
        <p:txBody>
          <a:bodyPr/>
          <a:lstStyle/>
          <a:p>
            <a:pPr>
              <a:defRPr/>
            </a:pPr>
            <a:r>
              <a:rPr lang="en-US"/>
              <a:t>Introduction</a:t>
            </a:r>
            <a:endParaRPr lang="en-US" dirty="0"/>
          </a:p>
        </p:txBody>
      </p:sp>
      <p:sp>
        <p:nvSpPr>
          <p:cNvPr id="3" name="Slide Number Placeholder 2"/>
          <p:cNvSpPr>
            <a:spLocks noGrp="1"/>
          </p:cNvSpPr>
          <p:nvPr>
            <p:ph type="sldNum" sz="quarter" idx="10"/>
          </p:nvPr>
        </p:nvSpPr>
        <p:spPr/>
        <p:txBody>
          <a:bodyPr/>
          <a:lstStyle/>
          <a:p>
            <a:fld id="{7B3E355C-57B9-BC4B-95D8-406A1F834537}" type="slidenum">
              <a:rPr lang="en-US" altLang="en-US" smtClean="0"/>
              <a:pPr/>
              <a:t>4</a:t>
            </a:fld>
            <a:endParaRPr lang="en-US" altLang="en-US" dirty="0"/>
          </a:p>
        </p:txBody>
      </p:sp>
    </p:spTree>
    <p:extLst>
      <p:ext uri="{BB962C8B-B14F-4D97-AF65-F5344CB8AC3E}">
        <p14:creationId xmlns:p14="http://schemas.microsoft.com/office/powerpoint/2010/main" val="14334634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12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2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13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12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51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5" grpId="0" animBg="1"/>
      <p:bldP spid="5126" grpId="0" animBg="1"/>
      <p:bldP spid="512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pPr eaLnBrk="1" hangingPunct="1"/>
            <a:r>
              <a:rPr lang="en-US" altLang="en-US" sz="2400" b="1" dirty="0">
                <a:solidFill>
                  <a:srgbClr val="000000"/>
                </a:solidFill>
              </a:rPr>
              <a:t>Legislative Branch</a:t>
            </a:r>
            <a:endParaRPr lang="en-US" altLang="en-US" dirty="0">
              <a:solidFill>
                <a:srgbClr val="000000"/>
              </a:solidFill>
            </a:endParaRPr>
          </a:p>
        </p:txBody>
      </p:sp>
      <p:sp>
        <p:nvSpPr>
          <p:cNvPr id="3076" name="Rectangle 4"/>
          <p:cNvSpPr>
            <a:spLocks noChangeArrowheads="1"/>
          </p:cNvSpPr>
          <p:nvPr/>
        </p:nvSpPr>
        <p:spPr bwMode="auto">
          <a:xfrm>
            <a:off x="4038601" y="4940300"/>
            <a:ext cx="3770313" cy="3762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r>
              <a:rPr lang="en-US" altLang="en-US" sz="1800"/>
              <a:t>Reconciliation Conference</a:t>
            </a:r>
          </a:p>
        </p:txBody>
      </p:sp>
      <p:sp>
        <p:nvSpPr>
          <p:cNvPr id="3078" name="Rectangle 6"/>
          <p:cNvSpPr>
            <a:spLocks noChangeArrowheads="1"/>
          </p:cNvSpPr>
          <p:nvPr/>
        </p:nvSpPr>
        <p:spPr bwMode="auto">
          <a:xfrm>
            <a:off x="4038601" y="3111501"/>
            <a:ext cx="3770313" cy="6508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r>
              <a:rPr lang="en-US" altLang="en-US" sz="1800"/>
              <a:t>Executive Sessions of Ways and Means and Senate Finance</a:t>
            </a:r>
          </a:p>
        </p:txBody>
      </p:sp>
      <p:sp>
        <p:nvSpPr>
          <p:cNvPr id="3079" name="Rectangle 7"/>
          <p:cNvSpPr>
            <a:spLocks noChangeArrowheads="1"/>
          </p:cNvSpPr>
          <p:nvPr/>
        </p:nvSpPr>
        <p:spPr bwMode="auto">
          <a:xfrm>
            <a:off x="4114801" y="5626101"/>
            <a:ext cx="3770313" cy="6508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r>
              <a:rPr lang="en-US" altLang="en-US" sz="1800"/>
              <a:t>Bill Returned to Full House and Senate</a:t>
            </a:r>
          </a:p>
        </p:txBody>
      </p:sp>
      <p:sp>
        <p:nvSpPr>
          <p:cNvPr id="3080" name="Rectangle 8"/>
          <p:cNvSpPr>
            <a:spLocks noChangeArrowheads="1"/>
          </p:cNvSpPr>
          <p:nvPr/>
        </p:nvSpPr>
        <p:spPr bwMode="auto">
          <a:xfrm>
            <a:off x="4038601" y="4102101"/>
            <a:ext cx="3770313" cy="6508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r>
              <a:rPr lang="en-US" altLang="en-US" sz="1800"/>
              <a:t>Bill Referred to House and Senate Floors</a:t>
            </a:r>
          </a:p>
        </p:txBody>
      </p:sp>
      <p:sp>
        <p:nvSpPr>
          <p:cNvPr id="20489" name="Rectangle 11"/>
          <p:cNvSpPr>
            <a:spLocks noChangeArrowheads="1"/>
          </p:cNvSpPr>
          <p:nvPr/>
        </p:nvSpPr>
        <p:spPr bwMode="auto">
          <a:xfrm>
            <a:off x="7239000" y="127317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l"/>
            <a:endParaRPr lang="en-US" altLang="en-US" sz="2400"/>
          </a:p>
        </p:txBody>
      </p:sp>
      <p:sp>
        <p:nvSpPr>
          <p:cNvPr id="20490" name="Rectangle 12"/>
          <p:cNvSpPr>
            <a:spLocks noChangeArrowheads="1"/>
          </p:cNvSpPr>
          <p:nvPr/>
        </p:nvSpPr>
        <p:spPr bwMode="auto">
          <a:xfrm>
            <a:off x="7162800" y="272097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l"/>
            <a:endParaRPr lang="en-US" altLang="en-US" sz="2400"/>
          </a:p>
        </p:txBody>
      </p:sp>
      <p:sp>
        <p:nvSpPr>
          <p:cNvPr id="3085" name="Rectangle 13"/>
          <p:cNvSpPr>
            <a:spLocks noChangeArrowheads="1"/>
          </p:cNvSpPr>
          <p:nvPr/>
        </p:nvSpPr>
        <p:spPr bwMode="auto">
          <a:xfrm>
            <a:off x="4038601" y="673100"/>
            <a:ext cx="3770313" cy="685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r>
              <a:rPr lang="en-US" altLang="en-US" sz="1800"/>
              <a:t>Bill Introduced in the House of Representatives and Senate</a:t>
            </a:r>
          </a:p>
        </p:txBody>
      </p:sp>
      <p:sp>
        <p:nvSpPr>
          <p:cNvPr id="3088" name="Rectangle 16"/>
          <p:cNvSpPr>
            <a:spLocks noChangeArrowheads="1"/>
          </p:cNvSpPr>
          <p:nvPr/>
        </p:nvSpPr>
        <p:spPr bwMode="auto">
          <a:xfrm>
            <a:off x="4038601" y="1663700"/>
            <a:ext cx="3770313" cy="12001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r>
              <a:rPr lang="en-US" altLang="en-US" sz="1800"/>
              <a:t>Bill Referred to and Public Hearings by House Committee on Ways and Means and Senate Committee on Finance</a:t>
            </a:r>
          </a:p>
        </p:txBody>
      </p:sp>
      <p:cxnSp>
        <p:nvCxnSpPr>
          <p:cNvPr id="3090" name="AutoShape 18"/>
          <p:cNvCxnSpPr>
            <a:cxnSpLocks noChangeShapeType="1"/>
            <a:stCxn id="3085" idx="2"/>
            <a:endCxn id="3088" idx="0"/>
          </p:cNvCxnSpPr>
          <p:nvPr/>
        </p:nvCxnSpPr>
        <p:spPr bwMode="auto">
          <a:xfrm>
            <a:off x="5924550" y="1358900"/>
            <a:ext cx="0" cy="3048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091" name="AutoShape 19"/>
          <p:cNvCxnSpPr>
            <a:cxnSpLocks noChangeShapeType="1"/>
            <a:stCxn id="3088" idx="2"/>
            <a:endCxn id="3078" idx="0"/>
          </p:cNvCxnSpPr>
          <p:nvPr/>
        </p:nvCxnSpPr>
        <p:spPr bwMode="auto">
          <a:xfrm>
            <a:off x="5924550" y="2863850"/>
            <a:ext cx="0" cy="2476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092" name="AutoShape 20"/>
          <p:cNvCxnSpPr>
            <a:cxnSpLocks noChangeShapeType="1"/>
            <a:stCxn id="3078" idx="2"/>
          </p:cNvCxnSpPr>
          <p:nvPr/>
        </p:nvCxnSpPr>
        <p:spPr bwMode="auto">
          <a:xfrm>
            <a:off x="5924550" y="3762376"/>
            <a:ext cx="1588" cy="3587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093" name="AutoShape 21"/>
          <p:cNvCxnSpPr>
            <a:cxnSpLocks noChangeShapeType="1"/>
            <a:stCxn id="3080" idx="2"/>
          </p:cNvCxnSpPr>
          <p:nvPr/>
        </p:nvCxnSpPr>
        <p:spPr bwMode="auto">
          <a:xfrm>
            <a:off x="5924550" y="4752976"/>
            <a:ext cx="1588" cy="2063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097" name="Rectangle 25"/>
          <p:cNvSpPr>
            <a:spLocks noChangeArrowheads="1"/>
          </p:cNvSpPr>
          <p:nvPr/>
        </p:nvSpPr>
        <p:spPr bwMode="auto">
          <a:xfrm>
            <a:off x="8991600" y="2806700"/>
            <a:ext cx="1371600" cy="685800"/>
          </a:xfrm>
          <a:prstGeom prst="rect">
            <a:avLst/>
          </a:prstGeom>
          <a:solidFill>
            <a:srgbClr val="0CE0FB"/>
          </a:solidFill>
          <a:ln w="9525">
            <a:solidFill>
              <a:schemeClr val="tx1"/>
            </a:solidFill>
            <a:miter lim="800000"/>
            <a:headEnd/>
            <a:tailEnd/>
          </a:ln>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r>
              <a:rPr lang="en-US" altLang="en-US" sz="1800"/>
              <a:t>Executive Branch</a:t>
            </a:r>
          </a:p>
        </p:txBody>
      </p:sp>
      <p:cxnSp>
        <p:nvCxnSpPr>
          <p:cNvPr id="3099" name="AutoShape 27"/>
          <p:cNvCxnSpPr>
            <a:cxnSpLocks noChangeShapeType="1"/>
            <a:stCxn id="3079" idx="3"/>
            <a:endCxn id="3097" idx="2"/>
          </p:cNvCxnSpPr>
          <p:nvPr/>
        </p:nvCxnSpPr>
        <p:spPr bwMode="auto">
          <a:xfrm flipV="1">
            <a:off x="7885114" y="3492500"/>
            <a:ext cx="1792287" cy="245903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100" name="AutoShape 28"/>
          <p:cNvCxnSpPr>
            <a:cxnSpLocks noChangeShapeType="1"/>
            <a:stCxn id="3097" idx="0"/>
            <a:endCxn id="3085" idx="3"/>
          </p:cNvCxnSpPr>
          <p:nvPr/>
        </p:nvCxnSpPr>
        <p:spPr bwMode="auto">
          <a:xfrm flipH="1" flipV="1">
            <a:off x="7808914" y="1016000"/>
            <a:ext cx="1868487" cy="17907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105" name="Line 33"/>
          <p:cNvSpPr>
            <a:spLocks noChangeShapeType="1"/>
          </p:cNvSpPr>
          <p:nvPr/>
        </p:nvSpPr>
        <p:spPr bwMode="auto">
          <a:xfrm>
            <a:off x="5943600" y="5321300"/>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3" name="Footer Placeholder 2"/>
          <p:cNvSpPr>
            <a:spLocks noGrp="1"/>
          </p:cNvSpPr>
          <p:nvPr>
            <p:ph type="ftr" sz="quarter" idx="11"/>
          </p:nvPr>
        </p:nvSpPr>
        <p:spPr/>
        <p:txBody>
          <a:bodyPr/>
          <a:lstStyle/>
          <a:p>
            <a:pPr>
              <a:defRPr/>
            </a:pPr>
            <a:r>
              <a:rPr lang="en-US"/>
              <a:t>Introduction</a:t>
            </a:r>
            <a:endParaRPr lang="en-US" dirty="0"/>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5</a:t>
            </a:fld>
            <a:endParaRPr lang="en-US" altLang="en-US" dirty="0"/>
          </a:p>
        </p:txBody>
      </p:sp>
    </p:spTree>
    <p:extLst>
      <p:ext uri="{BB962C8B-B14F-4D97-AF65-F5344CB8AC3E}">
        <p14:creationId xmlns:p14="http://schemas.microsoft.com/office/powerpoint/2010/main" val="15613192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09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10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08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309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08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3091"/>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3078"/>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3092"/>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3080"/>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499"/>
                                          </p:stCondLst>
                                        </p:cTn>
                                        <p:tgtEl>
                                          <p:spTgt spid="3093"/>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3076"/>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105"/>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3079"/>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0"/>
                                          </p:stCondLst>
                                        </p:cTn>
                                        <p:tgtEl>
                                          <p:spTgt spid="30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6" grpId="0" animBg="1" autoUpdateAnimBg="0"/>
      <p:bldP spid="3078" grpId="0" animBg="1" autoUpdateAnimBg="0"/>
      <p:bldP spid="3079" grpId="0" animBg="1" autoUpdateAnimBg="0"/>
      <p:bldP spid="3080" grpId="0" animBg="1" autoUpdateAnimBg="0"/>
      <p:bldP spid="3085" grpId="0" animBg="1" autoUpdateAnimBg="0"/>
      <p:bldP spid="3088" grpId="0" animBg="1" autoUpdateAnimBg="0"/>
      <p:bldP spid="3097" grpId="0" animBg="1" autoUpdateAnimBg="0"/>
      <p:bldP spid="310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2"/>
          <p:cNvSpPr>
            <a:spLocks noGrp="1"/>
          </p:cNvSpPr>
          <p:nvPr>
            <p:ph idx="1"/>
          </p:nvPr>
        </p:nvSpPr>
        <p:spPr/>
        <p:txBody>
          <a:bodyPr>
            <a:normAutofit fontScale="92500" lnSpcReduction="10000"/>
          </a:bodyPr>
          <a:lstStyle/>
          <a:p>
            <a:pPr algn="ctr">
              <a:lnSpc>
                <a:spcPct val="90000"/>
              </a:lnSpc>
              <a:buFontTx/>
              <a:buNone/>
            </a:pPr>
            <a:r>
              <a:rPr lang="en-US" altLang="en-US" sz="1600" b="1" dirty="0"/>
              <a:t>Conference Committee Report (H.R. CONF. REP. NO. 115-466)</a:t>
            </a:r>
            <a:endParaRPr lang="en-US" altLang="en-US" sz="1600" dirty="0"/>
          </a:p>
          <a:p>
            <a:pPr algn="ctr">
              <a:lnSpc>
                <a:spcPct val="90000"/>
              </a:lnSpc>
              <a:buFontTx/>
              <a:buNone/>
            </a:pPr>
            <a:r>
              <a:rPr lang="en-US" altLang="en-US" sz="1800" b="1" i="1" dirty="0"/>
              <a:t>House Bill</a:t>
            </a:r>
          </a:p>
          <a:p>
            <a:pPr>
              <a:lnSpc>
                <a:spcPct val="90000"/>
              </a:lnSpc>
              <a:buFontTx/>
              <a:buNone/>
            </a:pPr>
            <a:r>
              <a:rPr lang="en-US" sz="1800" dirty="0"/>
              <a:t>The </a:t>
            </a:r>
            <a:r>
              <a:rPr lang="en-US" sz="1800" b="1" dirty="0"/>
              <a:t>deduction for business interest is limited to the sum of (1) business interest income; (2) 30% of the </a:t>
            </a:r>
            <a:r>
              <a:rPr lang="en-US" sz="1800" b="1" u="sng" dirty="0"/>
              <a:t>adjusted taxable income </a:t>
            </a:r>
            <a:r>
              <a:rPr lang="en-US" sz="1800" b="1" dirty="0"/>
              <a:t>of the taxpayer for the taxable year</a:t>
            </a:r>
            <a:r>
              <a:rPr lang="en-US" sz="1800" dirty="0"/>
              <a:t>; </a:t>
            </a:r>
            <a:r>
              <a:rPr lang="mr-IN" sz="1800" dirty="0"/>
              <a:t>…</a:t>
            </a:r>
            <a:r>
              <a:rPr lang="en-US" sz="1800" dirty="0"/>
              <a:t> The amount of any business interest not allowed as a deduction for any taxable year may be carried forward for up to five years beyond the year in which the business interest was paid or accrued, treating business interest as allowed as a deduction on a first-in, first-out basis</a:t>
            </a:r>
            <a:r>
              <a:rPr lang="mr-IN" sz="1800" dirty="0"/>
              <a:t>…</a:t>
            </a:r>
            <a:endParaRPr lang="en-US" sz="1800" dirty="0"/>
          </a:p>
          <a:p>
            <a:pPr>
              <a:lnSpc>
                <a:spcPct val="90000"/>
              </a:lnSpc>
              <a:buFontTx/>
              <a:buNone/>
            </a:pPr>
            <a:r>
              <a:rPr lang="en-US" sz="1800" dirty="0"/>
              <a:t> </a:t>
            </a:r>
          </a:p>
          <a:p>
            <a:pPr>
              <a:lnSpc>
                <a:spcPct val="90000"/>
              </a:lnSpc>
              <a:buFontTx/>
              <a:buNone/>
            </a:pPr>
            <a:r>
              <a:rPr lang="en-US" sz="1800" b="1" u="sng" dirty="0"/>
              <a:t>Adjusted taxable income</a:t>
            </a:r>
            <a:r>
              <a:rPr lang="en-US" sz="1800" dirty="0"/>
              <a:t> means the taxable income of the taxpayer computed </a:t>
            </a:r>
            <a:r>
              <a:rPr lang="en-US" sz="1800" b="1" dirty="0"/>
              <a:t>without regard to: […..] </a:t>
            </a:r>
            <a:r>
              <a:rPr lang="en-US" sz="1800" dirty="0"/>
              <a:t>(4) </a:t>
            </a:r>
            <a:r>
              <a:rPr lang="en-US" sz="1800" b="1" u="sng" dirty="0"/>
              <a:t>any deduction allowable for depreciation, amortization, or depletion</a:t>
            </a:r>
            <a:r>
              <a:rPr lang="mr-IN" sz="1800" b="1" u="sng" dirty="0"/>
              <a:t>…</a:t>
            </a:r>
            <a:r>
              <a:rPr lang="en-US" sz="1800" b="1" u="sng" dirty="0"/>
              <a:t>.</a:t>
            </a:r>
            <a:endParaRPr lang="en-US" altLang="en-US" sz="1800" b="1" u="sng" dirty="0"/>
          </a:p>
          <a:p>
            <a:pPr algn="ctr">
              <a:lnSpc>
                <a:spcPct val="90000"/>
              </a:lnSpc>
              <a:buFontTx/>
              <a:buNone/>
            </a:pPr>
            <a:endParaRPr lang="en-US" altLang="en-US" sz="1800" b="1" i="1" dirty="0"/>
          </a:p>
          <a:p>
            <a:pPr algn="ctr">
              <a:lnSpc>
                <a:spcPct val="90000"/>
              </a:lnSpc>
              <a:buFontTx/>
              <a:buNone/>
            </a:pPr>
            <a:r>
              <a:rPr lang="en-US" altLang="en-US" sz="1800" b="1" i="1" dirty="0"/>
              <a:t>Senate Amendment</a:t>
            </a:r>
          </a:p>
          <a:p>
            <a:pPr>
              <a:lnSpc>
                <a:spcPct val="90000"/>
              </a:lnSpc>
              <a:buFontTx/>
              <a:buNone/>
            </a:pPr>
            <a:r>
              <a:rPr lang="en-US" sz="1800" dirty="0"/>
              <a:t>The Senate amendment makes several changes to the definition of adjusted taxable income. Specifically</a:t>
            </a:r>
            <a:r>
              <a:rPr lang="en-US" sz="1800" b="1" u="sng" dirty="0"/>
              <a:t>, the Senate amendment does not add back deductions allowable for depreciation, amortization, or depletion</a:t>
            </a:r>
            <a:r>
              <a:rPr lang="en-US" sz="1800" dirty="0"/>
              <a:t>, […]The Senate amendment permits interest deductions to be carried forward indefinitely, subject to certain restrictions applicable to partnership</a:t>
            </a:r>
            <a:r>
              <a:rPr lang="mr-IN" sz="1800" dirty="0"/>
              <a:t>…</a:t>
            </a:r>
            <a:r>
              <a:rPr lang="en-US" sz="1800" dirty="0"/>
              <a:t>.</a:t>
            </a:r>
          </a:p>
          <a:p>
            <a:pPr algn="ctr">
              <a:lnSpc>
                <a:spcPct val="90000"/>
              </a:lnSpc>
              <a:buNone/>
            </a:pPr>
            <a:r>
              <a:rPr lang="en-US" altLang="en-US" sz="1800" b="1" i="1" dirty="0"/>
              <a:t>Conference Agreement</a:t>
            </a:r>
          </a:p>
          <a:p>
            <a:pPr>
              <a:lnSpc>
                <a:spcPct val="90000"/>
              </a:lnSpc>
              <a:buFontTx/>
              <a:buNone/>
            </a:pPr>
            <a:r>
              <a:rPr lang="en-US" sz="1800" dirty="0"/>
              <a:t>The conference agreement generally follows the Senate amendment, with the following modifications. Under the conference agreement, for taxable years beginning after December 31, </a:t>
            </a:r>
            <a:r>
              <a:rPr lang="en-US" sz="1800" dirty="0">
                <a:highlight>
                  <a:srgbClr val="FFFF00"/>
                </a:highlight>
              </a:rPr>
              <a:t>2017 and before January 1, 2022</a:t>
            </a:r>
            <a:r>
              <a:rPr lang="en-US" sz="1800" dirty="0"/>
              <a:t>, </a:t>
            </a:r>
            <a:r>
              <a:rPr lang="en-US" sz="1800" b="1" u="sng" dirty="0"/>
              <a:t>adjusted taxable income is computed without regard to deductions allowable for depreciation, amortization, or depletion</a:t>
            </a:r>
            <a:r>
              <a:rPr lang="mr-IN" sz="1800" dirty="0"/>
              <a:t>…</a:t>
            </a:r>
            <a:r>
              <a:rPr lang="en-US" sz="1800" dirty="0"/>
              <a:t>.</a:t>
            </a:r>
          </a:p>
          <a:p>
            <a:pPr>
              <a:lnSpc>
                <a:spcPct val="90000"/>
              </a:lnSpc>
              <a:buFontTx/>
              <a:buNone/>
            </a:pPr>
            <a:endParaRPr lang="en-US" altLang="en-US" sz="1800" dirty="0"/>
          </a:p>
          <a:p>
            <a:pPr algn="ctr">
              <a:lnSpc>
                <a:spcPct val="90000"/>
              </a:lnSpc>
              <a:buFontTx/>
              <a:buNone/>
            </a:pPr>
            <a:r>
              <a:rPr lang="en-US" sz="1800" b="1" i="1" dirty="0"/>
              <a:t>OBBBA </a:t>
            </a:r>
            <a:r>
              <a:rPr lang="en-US" sz="1800" b="1" dirty="0"/>
              <a:t>(P.L. 119-21, </a:t>
            </a:r>
            <a:r>
              <a:rPr lang="en-US" altLang="en-US" sz="1800" b="1" dirty="0"/>
              <a:t>§70303)</a:t>
            </a:r>
            <a:r>
              <a:rPr lang="en-US" sz="1800" b="1" dirty="0"/>
              <a:t> </a:t>
            </a:r>
            <a:endParaRPr lang="en-US" sz="1800" b="1" i="1" dirty="0"/>
          </a:p>
          <a:p>
            <a:pPr>
              <a:lnSpc>
                <a:spcPct val="90000"/>
              </a:lnSpc>
              <a:buFontTx/>
              <a:buNone/>
            </a:pPr>
            <a:r>
              <a:rPr lang="en-US" sz="1800" dirty="0"/>
              <a:t>For tax years </a:t>
            </a:r>
            <a:r>
              <a:rPr lang="en-US" sz="1800" dirty="0">
                <a:highlight>
                  <a:srgbClr val="FFFF00"/>
                </a:highlight>
              </a:rPr>
              <a:t>beginning after 2024</a:t>
            </a:r>
            <a:r>
              <a:rPr lang="en-US" sz="1800" dirty="0"/>
              <a:t>, adjusted taxable income (ATI) for purposes of </a:t>
            </a:r>
            <a:r>
              <a:rPr lang="en-US" altLang="en-US" sz="1800" dirty="0"/>
              <a:t>§</a:t>
            </a:r>
            <a:r>
              <a:rPr lang="en-US" sz="1800" dirty="0"/>
              <a:t> 163(j) business interest limitation corresponds to </a:t>
            </a:r>
            <a:r>
              <a:rPr lang="en-US" sz="1800" b="1" dirty="0"/>
              <a:t>earnings before interest, taxes, depreciation, and amortization (EBITDA), rather than earnings before interest and taxes (EBIT).</a:t>
            </a:r>
            <a:endParaRPr lang="en-US" altLang="en-US" sz="1800" b="1" dirty="0"/>
          </a:p>
        </p:txBody>
      </p:sp>
      <p:sp>
        <p:nvSpPr>
          <p:cNvPr id="22529" name="Title 1"/>
          <p:cNvSpPr>
            <a:spLocks noGrp="1"/>
          </p:cNvSpPr>
          <p:nvPr>
            <p:ph type="title"/>
          </p:nvPr>
        </p:nvSpPr>
        <p:spPr/>
        <p:txBody>
          <a:bodyPr/>
          <a:lstStyle/>
          <a:p>
            <a:r>
              <a:rPr lang="en-US" altLang="en-US" dirty="0"/>
              <a:t>Legislative History Example (TCJA 2017 and OBBBA): Section 163(j)</a:t>
            </a:r>
          </a:p>
        </p:txBody>
      </p:sp>
      <p:sp>
        <p:nvSpPr>
          <p:cNvPr id="2" name="Footer Placeholder 1"/>
          <p:cNvSpPr>
            <a:spLocks noGrp="1"/>
          </p:cNvSpPr>
          <p:nvPr>
            <p:ph type="ftr" sz="quarter" idx="11"/>
          </p:nvPr>
        </p:nvSpPr>
        <p:spPr/>
        <p:txBody>
          <a:bodyPr/>
          <a:lstStyle/>
          <a:p>
            <a:pPr>
              <a:defRPr/>
            </a:pPr>
            <a:r>
              <a:rPr lang="en-US"/>
              <a:t>Introduction</a:t>
            </a:r>
            <a:endParaRPr lang="en-US" dirty="0"/>
          </a:p>
        </p:txBody>
      </p:sp>
      <p:sp>
        <p:nvSpPr>
          <p:cNvPr id="3" name="Slide Number Placeholder 2"/>
          <p:cNvSpPr>
            <a:spLocks noGrp="1"/>
          </p:cNvSpPr>
          <p:nvPr>
            <p:ph type="sldNum" sz="quarter" idx="10"/>
          </p:nvPr>
        </p:nvSpPr>
        <p:spPr/>
        <p:txBody>
          <a:bodyPr/>
          <a:lstStyle/>
          <a:p>
            <a:fld id="{7B3E355C-57B9-BC4B-95D8-406A1F834537}" type="slidenum">
              <a:rPr lang="en-US" altLang="en-US" smtClean="0"/>
              <a:pPr/>
              <a:t>6</a:t>
            </a:fld>
            <a:endParaRPr lang="en-US" altLang="en-US" dirty="0"/>
          </a:p>
        </p:txBody>
      </p:sp>
      <p:cxnSp>
        <p:nvCxnSpPr>
          <p:cNvPr id="5" name="Straight Arrow Connector 4">
            <a:extLst>
              <a:ext uri="{FF2B5EF4-FFF2-40B4-BE49-F238E27FC236}">
                <a16:creationId xmlns:a16="http://schemas.microsoft.com/office/drawing/2014/main" id="{F8651682-8080-034A-9BA3-38D1A1F8F20F}"/>
              </a:ext>
            </a:extLst>
          </p:cNvPr>
          <p:cNvCxnSpPr>
            <a:cxnSpLocks/>
          </p:cNvCxnSpPr>
          <p:nvPr/>
        </p:nvCxnSpPr>
        <p:spPr>
          <a:xfrm>
            <a:off x="6953542" y="3439432"/>
            <a:ext cx="2453348" cy="102736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B18BF90-2E42-CB40-83E5-78D1141A0A25}"/>
              </a:ext>
            </a:extLst>
          </p:cNvPr>
          <p:cNvCxnSpPr>
            <a:cxnSpLocks/>
          </p:cNvCxnSpPr>
          <p:nvPr/>
        </p:nvCxnSpPr>
        <p:spPr>
          <a:xfrm flipH="1">
            <a:off x="4411980" y="4828147"/>
            <a:ext cx="5177258" cy="92114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F987F278-EE4C-D345-A5A9-88D2BC213E4B}"/>
              </a:ext>
            </a:extLst>
          </p:cNvPr>
          <p:cNvCxnSpPr>
            <a:cxnSpLocks/>
          </p:cNvCxnSpPr>
          <p:nvPr/>
        </p:nvCxnSpPr>
        <p:spPr>
          <a:xfrm>
            <a:off x="6007849" y="2536131"/>
            <a:ext cx="4644911" cy="61479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5D69D997-460F-044F-8A97-9E6F9B2F805F}"/>
              </a:ext>
            </a:extLst>
          </p:cNvPr>
          <p:cNvCxnSpPr>
            <a:cxnSpLocks/>
          </p:cNvCxnSpPr>
          <p:nvPr/>
        </p:nvCxnSpPr>
        <p:spPr>
          <a:xfrm>
            <a:off x="1386840" y="1451610"/>
            <a:ext cx="510540" cy="77724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4341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3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53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530">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530">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2530">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2530">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2530">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2530">
                                            <p:txEl>
                                              <p:pRg st="11" end="11"/>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2530">
                                            <p:txEl>
                                              <p:pRg st="12" end="12"/>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ltLang="en-US" sz="2400" b="1" dirty="0">
                <a:solidFill>
                  <a:srgbClr val="000000"/>
                </a:solidFill>
              </a:rPr>
              <a:t>Executive Branch</a:t>
            </a:r>
            <a:endParaRPr lang="en-US" altLang="en-US" dirty="0">
              <a:solidFill>
                <a:srgbClr val="000000"/>
              </a:solidFill>
            </a:endParaRPr>
          </a:p>
        </p:txBody>
      </p:sp>
      <p:sp>
        <p:nvSpPr>
          <p:cNvPr id="6148" name="Rectangle 4"/>
          <p:cNvSpPr>
            <a:spLocks noChangeArrowheads="1"/>
          </p:cNvSpPr>
          <p:nvPr/>
        </p:nvSpPr>
        <p:spPr bwMode="auto">
          <a:xfrm>
            <a:off x="5334000" y="3949700"/>
            <a:ext cx="2209800" cy="1371600"/>
          </a:xfrm>
          <a:prstGeom prst="rect">
            <a:avLst/>
          </a:prstGeom>
          <a:noFill/>
          <a:ln w="9525">
            <a:solidFill>
              <a:schemeClr val="tx1"/>
            </a:solidFill>
            <a:miter lim="800000"/>
            <a:headEnd/>
            <a:tailEnd/>
          </a:ln>
        </p:spPr>
        <p:txBody>
          <a:bodyPr anchor="ctr"/>
          <a:lstStyle/>
          <a:p>
            <a:pPr algn="l">
              <a:buFont typeface="Arial" pitchFamily="34" charset="0"/>
              <a:buChar char="•"/>
              <a:defRPr/>
            </a:pPr>
            <a:r>
              <a:rPr lang="en-US" sz="1600" dirty="0">
                <a:latin typeface="Verdana" pitchFamily="34" charset="0"/>
              </a:rPr>
              <a:t>Revenue Rulings</a:t>
            </a:r>
          </a:p>
          <a:p>
            <a:pPr algn="l">
              <a:buFont typeface="Arial" pitchFamily="34" charset="0"/>
              <a:buChar char="•"/>
              <a:defRPr/>
            </a:pPr>
            <a:r>
              <a:rPr lang="en-US" sz="1600" dirty="0">
                <a:latin typeface="Verdana" pitchFamily="34" charset="0"/>
              </a:rPr>
              <a:t>Priv. Letter Rul.</a:t>
            </a:r>
          </a:p>
          <a:p>
            <a:pPr algn="l">
              <a:buFont typeface="Arial" pitchFamily="34" charset="0"/>
              <a:buChar char="•"/>
              <a:defRPr/>
            </a:pPr>
            <a:r>
              <a:rPr lang="en-US" sz="1600" dirty="0">
                <a:latin typeface="Verdana" pitchFamily="34" charset="0"/>
              </a:rPr>
              <a:t>Tech. Adv. </a:t>
            </a:r>
            <a:r>
              <a:rPr lang="en-US" sz="1600" dirty="0" err="1">
                <a:latin typeface="Verdana" pitchFamily="34" charset="0"/>
              </a:rPr>
              <a:t>Mem</a:t>
            </a:r>
            <a:r>
              <a:rPr lang="en-US" sz="1600" dirty="0">
                <a:latin typeface="Verdana" pitchFamily="34" charset="0"/>
              </a:rPr>
              <a:t>.</a:t>
            </a:r>
          </a:p>
          <a:p>
            <a:pPr marL="114300" indent="-114300">
              <a:buFont typeface="Arial" pitchFamily="34" charset="0"/>
              <a:buChar char="•"/>
              <a:defRPr/>
            </a:pPr>
            <a:r>
              <a:rPr lang="en-US" sz="1600" dirty="0">
                <a:latin typeface="Verdana" pitchFamily="34" charset="0"/>
              </a:rPr>
              <a:t>Gen Legal Advice           </a:t>
            </a:r>
            <a:r>
              <a:rPr lang="en-US" sz="1600" dirty="0" err="1">
                <a:latin typeface="Verdana" pitchFamily="34" charset="0"/>
              </a:rPr>
              <a:t>Mem</a:t>
            </a:r>
            <a:r>
              <a:rPr lang="en-US" sz="1600" dirty="0">
                <a:latin typeface="Verdana" pitchFamily="34" charset="0"/>
              </a:rPr>
              <a:t>.</a:t>
            </a:r>
          </a:p>
        </p:txBody>
      </p:sp>
      <p:sp>
        <p:nvSpPr>
          <p:cNvPr id="6149" name="Rectangle 5"/>
          <p:cNvSpPr>
            <a:spLocks noChangeArrowheads="1"/>
          </p:cNvSpPr>
          <p:nvPr/>
        </p:nvSpPr>
        <p:spPr bwMode="auto">
          <a:xfrm>
            <a:off x="2590800" y="2613026"/>
            <a:ext cx="2667000" cy="6508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a:r>
              <a:rPr lang="en-US" altLang="en-US" sz="1800" dirty="0"/>
              <a:t>Assistant  Secretary for Tax Policy</a:t>
            </a:r>
          </a:p>
        </p:txBody>
      </p:sp>
      <p:sp>
        <p:nvSpPr>
          <p:cNvPr id="6150" name="Rectangle 6"/>
          <p:cNvSpPr>
            <a:spLocks noChangeArrowheads="1"/>
          </p:cNvSpPr>
          <p:nvPr/>
        </p:nvSpPr>
        <p:spPr bwMode="auto">
          <a:xfrm>
            <a:off x="2819401" y="3797300"/>
            <a:ext cx="2193925" cy="3762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a:r>
              <a:rPr lang="en-US" altLang="en-US" sz="1800" dirty="0"/>
              <a:t>Regulations</a:t>
            </a:r>
          </a:p>
        </p:txBody>
      </p:sp>
      <p:sp>
        <p:nvSpPr>
          <p:cNvPr id="6151" name="Rectangle 7"/>
          <p:cNvSpPr>
            <a:spLocks noChangeArrowheads="1"/>
          </p:cNvSpPr>
          <p:nvPr/>
        </p:nvSpPr>
        <p:spPr bwMode="auto">
          <a:xfrm>
            <a:off x="6324601" y="2655889"/>
            <a:ext cx="2193925" cy="376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a:r>
              <a:rPr lang="en-US" altLang="en-US" sz="1800" dirty="0"/>
              <a:t>IRS</a:t>
            </a:r>
          </a:p>
        </p:txBody>
      </p:sp>
      <p:sp>
        <p:nvSpPr>
          <p:cNvPr id="23561" name="Rectangle 8"/>
          <p:cNvSpPr>
            <a:spLocks noChangeArrowheads="1"/>
          </p:cNvSpPr>
          <p:nvPr/>
        </p:nvSpPr>
        <p:spPr bwMode="auto">
          <a:xfrm>
            <a:off x="6705600" y="142557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l"/>
            <a:endParaRPr lang="en-US" altLang="en-US" sz="2400"/>
          </a:p>
        </p:txBody>
      </p:sp>
      <p:sp>
        <p:nvSpPr>
          <p:cNvPr id="23562" name="Rectangle 9"/>
          <p:cNvSpPr>
            <a:spLocks noChangeArrowheads="1"/>
          </p:cNvSpPr>
          <p:nvPr/>
        </p:nvSpPr>
        <p:spPr bwMode="auto">
          <a:xfrm>
            <a:off x="6629400" y="287337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l"/>
            <a:endParaRPr lang="en-US" altLang="en-US" sz="2400"/>
          </a:p>
        </p:txBody>
      </p:sp>
      <p:sp>
        <p:nvSpPr>
          <p:cNvPr id="6154" name="Rectangle 10"/>
          <p:cNvSpPr>
            <a:spLocks noChangeArrowheads="1"/>
          </p:cNvSpPr>
          <p:nvPr/>
        </p:nvSpPr>
        <p:spPr bwMode="auto">
          <a:xfrm>
            <a:off x="4465639" y="977900"/>
            <a:ext cx="2193925" cy="3762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a:r>
              <a:rPr lang="en-US" altLang="en-US" sz="1800" dirty="0"/>
              <a:t>President</a:t>
            </a:r>
          </a:p>
        </p:txBody>
      </p:sp>
      <p:sp>
        <p:nvSpPr>
          <p:cNvPr id="6155" name="Rectangle 11"/>
          <p:cNvSpPr>
            <a:spLocks noChangeArrowheads="1"/>
          </p:cNvSpPr>
          <p:nvPr/>
        </p:nvSpPr>
        <p:spPr bwMode="auto">
          <a:xfrm>
            <a:off x="4465639" y="1816100"/>
            <a:ext cx="2193925" cy="3762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a:r>
              <a:rPr lang="en-US" altLang="en-US" sz="1800" dirty="0"/>
              <a:t>Treasury</a:t>
            </a:r>
          </a:p>
        </p:txBody>
      </p:sp>
      <p:cxnSp>
        <p:nvCxnSpPr>
          <p:cNvPr id="6156" name="AutoShape 12"/>
          <p:cNvCxnSpPr>
            <a:cxnSpLocks noChangeShapeType="1"/>
            <a:stCxn id="6154" idx="2"/>
            <a:endCxn id="6155" idx="0"/>
          </p:cNvCxnSpPr>
          <p:nvPr/>
        </p:nvCxnSpPr>
        <p:spPr bwMode="auto">
          <a:xfrm>
            <a:off x="5562600" y="1354138"/>
            <a:ext cx="0" cy="46196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165" name="Rectangle 21"/>
          <p:cNvSpPr>
            <a:spLocks noChangeArrowheads="1"/>
          </p:cNvSpPr>
          <p:nvPr/>
        </p:nvSpPr>
        <p:spPr bwMode="auto">
          <a:xfrm>
            <a:off x="7772400" y="4406900"/>
            <a:ext cx="1981200" cy="3762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r>
              <a:rPr lang="en-US" altLang="en-US" sz="1800" dirty="0"/>
              <a:t>30-Day Letter</a:t>
            </a:r>
          </a:p>
        </p:txBody>
      </p:sp>
      <p:sp>
        <p:nvSpPr>
          <p:cNvPr id="6166" name="Rectangle 22"/>
          <p:cNvSpPr>
            <a:spLocks noChangeArrowheads="1"/>
          </p:cNvSpPr>
          <p:nvPr/>
        </p:nvSpPr>
        <p:spPr bwMode="auto">
          <a:xfrm>
            <a:off x="7772400" y="4940300"/>
            <a:ext cx="1981200" cy="3762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r>
              <a:rPr lang="en-US" altLang="en-US" sz="1800"/>
              <a:t>90-Day Letter</a:t>
            </a:r>
          </a:p>
        </p:txBody>
      </p:sp>
      <p:cxnSp>
        <p:nvCxnSpPr>
          <p:cNvPr id="6167" name="AutoShape 23"/>
          <p:cNvCxnSpPr>
            <a:cxnSpLocks noChangeShapeType="1"/>
            <a:stCxn id="6155" idx="2"/>
            <a:endCxn id="6149" idx="0"/>
          </p:cNvCxnSpPr>
          <p:nvPr/>
        </p:nvCxnSpPr>
        <p:spPr bwMode="auto">
          <a:xfrm rot="5400000">
            <a:off x="4533107" y="1583532"/>
            <a:ext cx="420687" cy="1638300"/>
          </a:xfrm>
          <a:prstGeom prst="bentConnector3">
            <a:avLst>
              <a:gd name="adj1" fmla="val 4981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168" name="AutoShape 24"/>
          <p:cNvCxnSpPr>
            <a:cxnSpLocks noChangeShapeType="1"/>
          </p:cNvCxnSpPr>
          <p:nvPr/>
        </p:nvCxnSpPr>
        <p:spPr bwMode="auto">
          <a:xfrm rot="16200000" flipH="1">
            <a:off x="6278563" y="1465263"/>
            <a:ext cx="411162" cy="1858962"/>
          </a:xfrm>
          <a:prstGeom prst="bentConnector3">
            <a:avLst>
              <a:gd name="adj1" fmla="val 49829"/>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170" name="AutoShape 26"/>
          <p:cNvCxnSpPr>
            <a:cxnSpLocks noChangeShapeType="1"/>
            <a:stCxn id="6165" idx="2"/>
            <a:endCxn id="6166" idx="0"/>
          </p:cNvCxnSpPr>
          <p:nvPr/>
        </p:nvCxnSpPr>
        <p:spPr bwMode="auto">
          <a:xfrm>
            <a:off x="8763000" y="4783138"/>
            <a:ext cx="0" cy="15716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175" name="Line 31"/>
          <p:cNvSpPr>
            <a:spLocks noChangeShapeType="1"/>
          </p:cNvSpPr>
          <p:nvPr/>
        </p:nvSpPr>
        <p:spPr bwMode="auto">
          <a:xfrm>
            <a:off x="8686800" y="5854700"/>
            <a:ext cx="1066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cxnSp>
        <p:nvCxnSpPr>
          <p:cNvPr id="6177" name="AutoShape 33"/>
          <p:cNvCxnSpPr>
            <a:cxnSpLocks noChangeShapeType="1"/>
            <a:stCxn id="6149" idx="2"/>
            <a:endCxn id="6150" idx="0"/>
          </p:cNvCxnSpPr>
          <p:nvPr/>
        </p:nvCxnSpPr>
        <p:spPr bwMode="auto">
          <a:xfrm flipH="1">
            <a:off x="3916364" y="3263900"/>
            <a:ext cx="7937" cy="53340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179" name="Rectangle 35"/>
          <p:cNvSpPr>
            <a:spLocks noChangeArrowheads="1"/>
          </p:cNvSpPr>
          <p:nvPr/>
        </p:nvSpPr>
        <p:spPr bwMode="auto">
          <a:xfrm>
            <a:off x="7772400" y="3873500"/>
            <a:ext cx="1981200" cy="3762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a:r>
              <a:rPr lang="en-US" altLang="en-US" sz="1800" dirty="0"/>
              <a:t>Audit</a:t>
            </a:r>
          </a:p>
        </p:txBody>
      </p:sp>
      <p:sp>
        <p:nvSpPr>
          <p:cNvPr id="6180" name="Line 36"/>
          <p:cNvSpPr>
            <a:spLocks noChangeShapeType="1"/>
          </p:cNvSpPr>
          <p:nvPr/>
        </p:nvSpPr>
        <p:spPr bwMode="auto">
          <a:xfrm>
            <a:off x="8686800" y="53213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cxnSp>
        <p:nvCxnSpPr>
          <p:cNvPr id="6182" name="AutoShape 38"/>
          <p:cNvCxnSpPr>
            <a:cxnSpLocks noChangeShapeType="1"/>
            <a:stCxn id="6179" idx="2"/>
            <a:endCxn id="6165" idx="0"/>
          </p:cNvCxnSpPr>
          <p:nvPr/>
        </p:nvCxnSpPr>
        <p:spPr bwMode="auto">
          <a:xfrm>
            <a:off x="8763000" y="4249738"/>
            <a:ext cx="0" cy="15716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183" name="AutoShape 39"/>
          <p:cNvCxnSpPr>
            <a:cxnSpLocks noChangeShapeType="1"/>
            <a:stCxn id="6149" idx="1"/>
          </p:cNvCxnSpPr>
          <p:nvPr/>
        </p:nvCxnSpPr>
        <p:spPr bwMode="auto">
          <a:xfrm flipH="1">
            <a:off x="1219200" y="2938463"/>
            <a:ext cx="137160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184" name="Rectangle 40"/>
          <p:cNvSpPr>
            <a:spLocks noChangeArrowheads="1"/>
          </p:cNvSpPr>
          <p:nvPr/>
        </p:nvSpPr>
        <p:spPr bwMode="auto">
          <a:xfrm>
            <a:off x="1219200" y="2197100"/>
            <a:ext cx="1295400" cy="609600"/>
          </a:xfrm>
          <a:prstGeom prst="rect">
            <a:avLst/>
          </a:prstGeom>
          <a:solidFill>
            <a:srgbClr val="0CE0FB"/>
          </a:solidFill>
          <a:ln w="9525">
            <a:solidFill>
              <a:schemeClr val="tx1"/>
            </a:solidFill>
            <a:miter lim="800000"/>
            <a:headEnd/>
            <a:tailEnd/>
          </a:ln>
        </p:spPr>
        <p:txBody>
          <a:bodyPr wrap="none"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r>
              <a:rPr lang="en-US" altLang="en-US" sz="1800"/>
              <a:t>Legislative</a:t>
            </a:r>
          </a:p>
          <a:p>
            <a:r>
              <a:rPr lang="en-US" altLang="en-US" sz="1800"/>
              <a:t>Proposals</a:t>
            </a:r>
          </a:p>
        </p:txBody>
      </p:sp>
      <p:sp>
        <p:nvSpPr>
          <p:cNvPr id="6185" name="Rectangle 41"/>
          <p:cNvSpPr>
            <a:spLocks noChangeArrowheads="1"/>
          </p:cNvSpPr>
          <p:nvPr/>
        </p:nvSpPr>
        <p:spPr bwMode="auto">
          <a:xfrm>
            <a:off x="8534400" y="5930900"/>
            <a:ext cx="1219200" cy="381000"/>
          </a:xfrm>
          <a:prstGeom prst="rect">
            <a:avLst/>
          </a:prstGeom>
          <a:solidFill>
            <a:srgbClr val="0CE0FB"/>
          </a:solidFill>
          <a:ln w="9525">
            <a:solidFill>
              <a:schemeClr val="tx1"/>
            </a:solidFill>
            <a:miter lim="800000"/>
            <a:headEnd/>
            <a:tailEnd/>
          </a:ln>
        </p:spPr>
        <p:txBody>
          <a:bodyPr wrap="none"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r>
              <a:rPr lang="en-US" altLang="en-US" sz="1800"/>
              <a:t>Tax Court</a:t>
            </a:r>
          </a:p>
        </p:txBody>
      </p:sp>
      <p:cxnSp>
        <p:nvCxnSpPr>
          <p:cNvPr id="6186" name="AutoShape 42"/>
          <p:cNvCxnSpPr>
            <a:cxnSpLocks noChangeShapeType="1"/>
            <a:stCxn id="6151" idx="2"/>
            <a:endCxn id="6148" idx="0"/>
          </p:cNvCxnSpPr>
          <p:nvPr/>
        </p:nvCxnSpPr>
        <p:spPr bwMode="auto">
          <a:xfrm rot="5400000">
            <a:off x="6471445" y="2999582"/>
            <a:ext cx="917575" cy="982663"/>
          </a:xfrm>
          <a:prstGeom prst="bentConnector3">
            <a:avLst>
              <a:gd name="adj1" fmla="val 51556"/>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188" name="AutoShape 44"/>
          <p:cNvCxnSpPr>
            <a:cxnSpLocks noChangeShapeType="1"/>
            <a:stCxn id="6151" idx="2"/>
            <a:endCxn id="6179" idx="0"/>
          </p:cNvCxnSpPr>
          <p:nvPr/>
        </p:nvCxnSpPr>
        <p:spPr bwMode="auto">
          <a:xfrm rot="16200000" flipH="1">
            <a:off x="7671595" y="2782095"/>
            <a:ext cx="841375" cy="1341437"/>
          </a:xfrm>
          <a:prstGeom prst="bentConnector3">
            <a:avLst>
              <a:gd name="adj1" fmla="val 55847"/>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6190" name="AutoShape 46"/>
          <p:cNvCxnSpPr>
            <a:cxnSpLocks noChangeShapeType="1"/>
            <a:stCxn id="6151" idx="2"/>
            <a:endCxn id="6150" idx="0"/>
          </p:cNvCxnSpPr>
          <p:nvPr/>
        </p:nvCxnSpPr>
        <p:spPr bwMode="auto">
          <a:xfrm rot="5400000">
            <a:off x="5286376" y="1662113"/>
            <a:ext cx="765175" cy="3505200"/>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3" name="Footer Placeholder 2"/>
          <p:cNvSpPr>
            <a:spLocks noGrp="1"/>
          </p:cNvSpPr>
          <p:nvPr>
            <p:ph type="ftr" sz="quarter" idx="11"/>
          </p:nvPr>
        </p:nvSpPr>
        <p:spPr/>
        <p:txBody>
          <a:bodyPr/>
          <a:lstStyle/>
          <a:p>
            <a:pPr>
              <a:defRPr/>
            </a:pPr>
            <a:r>
              <a:rPr lang="en-US" dirty="0"/>
              <a:t>Introduction</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7</a:t>
            </a:fld>
            <a:endParaRPr lang="en-US" altLang="en-US" dirty="0"/>
          </a:p>
        </p:txBody>
      </p:sp>
    </p:spTree>
    <p:extLst>
      <p:ext uri="{BB962C8B-B14F-4D97-AF65-F5344CB8AC3E}">
        <p14:creationId xmlns:p14="http://schemas.microsoft.com/office/powerpoint/2010/main" val="20739096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14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15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615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15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616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6149"/>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6183"/>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6184"/>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6168"/>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6151"/>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499"/>
                                          </p:stCondLst>
                                        </p:cTn>
                                        <p:tgtEl>
                                          <p:spTgt spid="6177"/>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499"/>
                                          </p:stCondLst>
                                        </p:cTn>
                                        <p:tgtEl>
                                          <p:spTgt spid="6190"/>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6150"/>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499"/>
                                          </p:stCondLst>
                                        </p:cTn>
                                        <p:tgtEl>
                                          <p:spTgt spid="6186"/>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6148"/>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0"/>
                                          </p:stCondLst>
                                        </p:cTn>
                                        <p:tgtEl>
                                          <p:spTgt spid="6188"/>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p:stCondLst>
                                    <p:cond delay="0"/>
                                  </p:stCondLst>
                                  <p:childTnLst>
                                    <p:set>
                                      <p:cBhvr>
                                        <p:cTn id="70" dur="1" fill="hold">
                                          <p:stCondLst>
                                            <p:cond delay="499"/>
                                          </p:stCondLst>
                                        </p:cTn>
                                        <p:tgtEl>
                                          <p:spTgt spid="6179"/>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nodeType="clickEffect">
                                  <p:stCondLst>
                                    <p:cond delay="0"/>
                                  </p:stCondLst>
                                  <p:childTnLst>
                                    <p:set>
                                      <p:cBhvr>
                                        <p:cTn id="74" dur="1" fill="hold">
                                          <p:stCondLst>
                                            <p:cond delay="499"/>
                                          </p:stCondLst>
                                        </p:cTn>
                                        <p:tgtEl>
                                          <p:spTgt spid="6182"/>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grpId="0" nodeType="clickEffect">
                                  <p:stCondLst>
                                    <p:cond delay="0"/>
                                  </p:stCondLst>
                                  <p:childTnLst>
                                    <p:set>
                                      <p:cBhvr>
                                        <p:cTn id="78" dur="1" fill="hold">
                                          <p:stCondLst>
                                            <p:cond delay="499"/>
                                          </p:stCondLst>
                                        </p:cTn>
                                        <p:tgtEl>
                                          <p:spTgt spid="6165"/>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nodeType="clickEffect">
                                  <p:stCondLst>
                                    <p:cond delay="0"/>
                                  </p:stCondLst>
                                  <p:childTnLst>
                                    <p:set>
                                      <p:cBhvr>
                                        <p:cTn id="82" dur="1" fill="hold">
                                          <p:stCondLst>
                                            <p:cond delay="499"/>
                                          </p:stCondLst>
                                        </p:cTn>
                                        <p:tgtEl>
                                          <p:spTgt spid="6170"/>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grpId="0" nodeType="clickEffect">
                                  <p:stCondLst>
                                    <p:cond delay="0"/>
                                  </p:stCondLst>
                                  <p:childTnLst>
                                    <p:set>
                                      <p:cBhvr>
                                        <p:cTn id="86" dur="1" fill="hold">
                                          <p:stCondLst>
                                            <p:cond delay="499"/>
                                          </p:stCondLst>
                                        </p:cTn>
                                        <p:tgtEl>
                                          <p:spTgt spid="6166"/>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grpId="0" nodeType="clickEffect">
                                  <p:stCondLst>
                                    <p:cond delay="0"/>
                                  </p:stCondLst>
                                  <p:childTnLst>
                                    <p:set>
                                      <p:cBhvr>
                                        <p:cTn id="90" dur="1" fill="hold">
                                          <p:stCondLst>
                                            <p:cond delay="499"/>
                                          </p:stCondLst>
                                        </p:cTn>
                                        <p:tgtEl>
                                          <p:spTgt spid="6180"/>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grpId="0" nodeType="clickEffect">
                                  <p:stCondLst>
                                    <p:cond delay="0"/>
                                  </p:stCondLst>
                                  <p:childTnLst>
                                    <p:set>
                                      <p:cBhvr>
                                        <p:cTn id="94" dur="1" fill="hold">
                                          <p:stCondLst>
                                            <p:cond delay="499"/>
                                          </p:stCondLst>
                                        </p:cTn>
                                        <p:tgtEl>
                                          <p:spTgt spid="6175"/>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ntr" presetSubtype="0" fill="hold" grpId="0" nodeType="clickEffect">
                                  <p:stCondLst>
                                    <p:cond delay="0"/>
                                  </p:stCondLst>
                                  <p:childTnLst>
                                    <p:set>
                                      <p:cBhvr>
                                        <p:cTn id="98" dur="1" fill="hold">
                                          <p:stCondLst>
                                            <p:cond delay="499"/>
                                          </p:stCondLst>
                                        </p:cTn>
                                        <p:tgtEl>
                                          <p:spTgt spid="61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autoUpdateAnimBg="0"/>
      <p:bldP spid="6148" grpId="0" animBg="1" autoUpdateAnimBg="0"/>
      <p:bldP spid="6149" grpId="0" animBg="1" autoUpdateAnimBg="0"/>
      <p:bldP spid="6150" grpId="0" animBg="1" autoUpdateAnimBg="0"/>
      <p:bldP spid="6151" grpId="0" animBg="1" autoUpdateAnimBg="0"/>
      <p:bldP spid="6154" grpId="0" animBg="1" autoUpdateAnimBg="0"/>
      <p:bldP spid="6155" grpId="0" animBg="1" autoUpdateAnimBg="0"/>
      <p:bldP spid="6165" grpId="0" animBg="1" autoUpdateAnimBg="0"/>
      <p:bldP spid="6166" grpId="0" animBg="1" autoUpdateAnimBg="0"/>
      <p:bldP spid="6175" grpId="0" animBg="1"/>
      <p:bldP spid="6179" grpId="0" animBg="1" autoUpdateAnimBg="0"/>
      <p:bldP spid="6180" grpId="0" animBg="1"/>
      <p:bldP spid="6184" grpId="0" animBg="1" autoUpdateAnimBg="0"/>
      <p:bldP spid="6185" grpId="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1" name="Rectangle 3"/>
          <p:cNvSpPr>
            <a:spLocks noGrp="1" noChangeArrowheads="1"/>
          </p:cNvSpPr>
          <p:nvPr>
            <p:ph idx="1"/>
          </p:nvPr>
        </p:nvSpPr>
        <p:spPr/>
        <p:txBody>
          <a:bodyPr/>
          <a:lstStyle/>
          <a:p>
            <a:pPr eaLnBrk="1" hangingPunct="1">
              <a:buFontTx/>
              <a:buNone/>
            </a:pPr>
            <a:r>
              <a:rPr lang="en-US" altLang="en-US"/>
              <a:t> </a:t>
            </a:r>
          </a:p>
        </p:txBody>
      </p:sp>
      <p:sp>
        <p:nvSpPr>
          <p:cNvPr id="7170" name="Rectangle 2"/>
          <p:cNvSpPr>
            <a:spLocks noGrp="1" noChangeArrowheads="1"/>
          </p:cNvSpPr>
          <p:nvPr>
            <p:ph type="title"/>
          </p:nvPr>
        </p:nvSpPr>
        <p:spPr/>
        <p:txBody>
          <a:bodyPr/>
          <a:lstStyle/>
          <a:p>
            <a:pPr eaLnBrk="1" hangingPunct="1"/>
            <a:r>
              <a:rPr lang="en-US" altLang="en-US" sz="2400" b="1" dirty="0">
                <a:solidFill>
                  <a:srgbClr val="000000"/>
                </a:solidFill>
              </a:rPr>
              <a:t>Judicial Branch</a:t>
            </a:r>
            <a:endParaRPr lang="en-US" altLang="en-US" dirty="0">
              <a:solidFill>
                <a:srgbClr val="000000"/>
              </a:solidFill>
            </a:endParaRPr>
          </a:p>
        </p:txBody>
      </p:sp>
      <p:sp>
        <p:nvSpPr>
          <p:cNvPr id="26625"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r>
              <a:rPr lang="en-US" altLang="en-US" sz="800" dirty="0">
                <a:latin typeface="+mn-lt"/>
              </a:rPr>
              <a:t>Introduction</a:t>
            </a:r>
          </a:p>
        </p:txBody>
      </p:sp>
      <p:sp>
        <p:nvSpPr>
          <p:cNvPr id="7173" name="Rectangle 5"/>
          <p:cNvSpPr>
            <a:spLocks noChangeArrowheads="1"/>
          </p:cNvSpPr>
          <p:nvPr/>
        </p:nvSpPr>
        <p:spPr bwMode="auto">
          <a:xfrm>
            <a:off x="4999039" y="3810000"/>
            <a:ext cx="2193925" cy="649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a:r>
              <a:rPr lang="en-US" altLang="en-US" sz="1800"/>
              <a:t>Appellate Courts</a:t>
            </a:r>
          </a:p>
        </p:txBody>
      </p:sp>
      <p:sp>
        <p:nvSpPr>
          <p:cNvPr id="7174" name="Rectangle 6"/>
          <p:cNvSpPr>
            <a:spLocks noChangeArrowheads="1"/>
          </p:cNvSpPr>
          <p:nvPr/>
        </p:nvSpPr>
        <p:spPr bwMode="auto">
          <a:xfrm>
            <a:off x="4999039" y="5410200"/>
            <a:ext cx="2193925" cy="649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a:r>
              <a:rPr lang="en-US" altLang="en-US" sz="1800"/>
              <a:t>Supreme Court</a:t>
            </a:r>
          </a:p>
        </p:txBody>
      </p:sp>
      <p:sp>
        <p:nvSpPr>
          <p:cNvPr id="7175" name="Rectangle 7"/>
          <p:cNvSpPr>
            <a:spLocks noChangeArrowheads="1"/>
          </p:cNvSpPr>
          <p:nvPr/>
        </p:nvSpPr>
        <p:spPr bwMode="auto">
          <a:xfrm>
            <a:off x="7391401" y="2209800"/>
            <a:ext cx="2193925" cy="649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a:r>
              <a:rPr lang="en-US" altLang="en-US" sz="1800"/>
              <a:t>District Court</a:t>
            </a:r>
          </a:p>
        </p:txBody>
      </p:sp>
      <p:sp>
        <p:nvSpPr>
          <p:cNvPr id="7177" name="Rectangle 9"/>
          <p:cNvSpPr>
            <a:spLocks noChangeArrowheads="1"/>
          </p:cNvSpPr>
          <p:nvPr/>
        </p:nvSpPr>
        <p:spPr bwMode="auto">
          <a:xfrm>
            <a:off x="7162800" y="303847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a:endParaRPr lang="en-US" altLang="en-US" sz="2400"/>
          </a:p>
        </p:txBody>
      </p:sp>
      <p:sp>
        <p:nvSpPr>
          <p:cNvPr id="7178" name="Rectangle 10"/>
          <p:cNvSpPr>
            <a:spLocks noChangeArrowheads="1"/>
          </p:cNvSpPr>
          <p:nvPr/>
        </p:nvSpPr>
        <p:spPr bwMode="auto">
          <a:xfrm>
            <a:off x="2590801" y="2209800"/>
            <a:ext cx="2193925" cy="649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a:r>
              <a:rPr lang="en-US" altLang="en-US" sz="1800"/>
              <a:t>Tax Court</a:t>
            </a:r>
          </a:p>
        </p:txBody>
      </p:sp>
      <p:sp>
        <p:nvSpPr>
          <p:cNvPr id="7179" name="Rectangle 11"/>
          <p:cNvSpPr>
            <a:spLocks noChangeArrowheads="1"/>
          </p:cNvSpPr>
          <p:nvPr/>
        </p:nvSpPr>
        <p:spPr bwMode="auto">
          <a:xfrm>
            <a:off x="4999039" y="2209800"/>
            <a:ext cx="2193925" cy="649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a:r>
              <a:rPr lang="en-US" altLang="en-US" sz="1800"/>
              <a:t>Claims Court</a:t>
            </a:r>
          </a:p>
        </p:txBody>
      </p:sp>
      <p:cxnSp>
        <p:nvCxnSpPr>
          <p:cNvPr id="7188" name="AutoShape 20"/>
          <p:cNvCxnSpPr>
            <a:cxnSpLocks noChangeShapeType="1"/>
            <a:stCxn id="7173" idx="2"/>
            <a:endCxn id="7174" idx="0"/>
          </p:cNvCxnSpPr>
          <p:nvPr/>
        </p:nvCxnSpPr>
        <p:spPr bwMode="auto">
          <a:xfrm>
            <a:off x="6096000" y="4459288"/>
            <a:ext cx="0" cy="95091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198" name="Rectangle 30"/>
          <p:cNvSpPr>
            <a:spLocks noChangeArrowheads="1"/>
          </p:cNvSpPr>
          <p:nvPr/>
        </p:nvSpPr>
        <p:spPr bwMode="auto">
          <a:xfrm>
            <a:off x="6553200" y="1371600"/>
            <a:ext cx="18288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a:r>
              <a:rPr lang="en-US" altLang="en-US" sz="1800"/>
              <a:t>Refund Suits</a:t>
            </a:r>
          </a:p>
        </p:txBody>
      </p:sp>
      <p:cxnSp>
        <p:nvCxnSpPr>
          <p:cNvPr id="7199" name="AutoShape 31"/>
          <p:cNvCxnSpPr>
            <a:cxnSpLocks noChangeShapeType="1"/>
            <a:stCxn id="7198" idx="2"/>
            <a:endCxn id="7179" idx="0"/>
          </p:cNvCxnSpPr>
          <p:nvPr/>
        </p:nvCxnSpPr>
        <p:spPr bwMode="auto">
          <a:xfrm rot="5400000">
            <a:off x="6515100" y="1257300"/>
            <a:ext cx="533400" cy="1371600"/>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7200" name="AutoShape 32"/>
          <p:cNvCxnSpPr>
            <a:cxnSpLocks noChangeShapeType="1"/>
            <a:stCxn id="7198" idx="2"/>
            <a:endCxn id="7175" idx="0"/>
          </p:cNvCxnSpPr>
          <p:nvPr/>
        </p:nvCxnSpPr>
        <p:spPr bwMode="auto">
          <a:xfrm rot="16200000" flipH="1">
            <a:off x="7711282" y="1432719"/>
            <a:ext cx="533400" cy="1020763"/>
          </a:xfrm>
          <a:prstGeom prst="bentConnector3">
            <a:avLst>
              <a:gd name="adj1" fmla="val 50000"/>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7201" name="AutoShape 33"/>
          <p:cNvCxnSpPr>
            <a:cxnSpLocks noChangeShapeType="1"/>
            <a:stCxn id="7179" idx="2"/>
            <a:endCxn id="7173" idx="0"/>
          </p:cNvCxnSpPr>
          <p:nvPr/>
        </p:nvCxnSpPr>
        <p:spPr bwMode="auto">
          <a:xfrm>
            <a:off x="6096000" y="2859088"/>
            <a:ext cx="0" cy="95091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02" name="AutoShape 34"/>
          <p:cNvCxnSpPr>
            <a:cxnSpLocks noChangeShapeType="1"/>
            <a:stCxn id="7173" idx="2"/>
            <a:endCxn id="7174" idx="0"/>
          </p:cNvCxnSpPr>
          <p:nvPr/>
        </p:nvCxnSpPr>
        <p:spPr bwMode="auto">
          <a:xfrm>
            <a:off x="6096000" y="4459288"/>
            <a:ext cx="0" cy="95091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03" name="AutoShape 35"/>
          <p:cNvCxnSpPr>
            <a:cxnSpLocks noChangeShapeType="1"/>
            <a:stCxn id="7178" idx="2"/>
            <a:endCxn id="7173" idx="0"/>
          </p:cNvCxnSpPr>
          <p:nvPr/>
        </p:nvCxnSpPr>
        <p:spPr bwMode="auto">
          <a:xfrm rot="16200000" flipH="1">
            <a:off x="4416426" y="2130426"/>
            <a:ext cx="950912" cy="2408237"/>
          </a:xfrm>
          <a:prstGeom prst="bentConnector3">
            <a:avLst>
              <a:gd name="adj1" fmla="val 49917"/>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7204" name="AutoShape 36"/>
          <p:cNvCxnSpPr>
            <a:cxnSpLocks noChangeShapeType="1"/>
            <a:stCxn id="7175" idx="2"/>
            <a:endCxn id="7173" idx="0"/>
          </p:cNvCxnSpPr>
          <p:nvPr/>
        </p:nvCxnSpPr>
        <p:spPr bwMode="auto">
          <a:xfrm rot="5400000">
            <a:off x="6816726" y="2138363"/>
            <a:ext cx="950912" cy="2392363"/>
          </a:xfrm>
          <a:prstGeom prst="bentConnector3">
            <a:avLst>
              <a:gd name="adj1" fmla="val 49917"/>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7205" name="Line 37"/>
          <p:cNvSpPr>
            <a:spLocks noChangeShapeType="1"/>
          </p:cNvSpPr>
          <p:nvPr/>
        </p:nvSpPr>
        <p:spPr bwMode="auto">
          <a:xfrm>
            <a:off x="1524000" y="2514600"/>
            <a:ext cx="1066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7206" name="Rectangle 38"/>
          <p:cNvSpPr>
            <a:spLocks noChangeArrowheads="1"/>
          </p:cNvSpPr>
          <p:nvPr/>
        </p:nvSpPr>
        <p:spPr bwMode="auto">
          <a:xfrm>
            <a:off x="1600200" y="1905000"/>
            <a:ext cx="914400" cy="533400"/>
          </a:xfrm>
          <a:prstGeom prst="rect">
            <a:avLst/>
          </a:prstGeom>
          <a:solidFill>
            <a:srgbClr val="0CE0FB"/>
          </a:solidFill>
          <a:ln w="9525">
            <a:solidFill>
              <a:schemeClr val="tx1"/>
            </a:solidFill>
            <a:miter lim="800000"/>
            <a:headEnd/>
            <a:tailEnd/>
          </a:ln>
        </p:spPr>
        <p:txBody>
          <a:bodyPr wrap="none" anchor="ctr"/>
          <a:lstStyle>
            <a:lvl1pPr>
              <a:defRPr sz="2500">
                <a:solidFill>
                  <a:schemeClr val="tx1"/>
                </a:solidFill>
                <a:latin typeface="Verdana" charset="0"/>
                <a:ea typeface="ＭＳ Ｐゴシック" charset="-128"/>
              </a:defRPr>
            </a:lvl1pPr>
            <a:lvl2pPr marL="742950" indent="-285750">
              <a:defRPr sz="2500">
                <a:solidFill>
                  <a:schemeClr val="tx1"/>
                </a:solidFill>
                <a:latin typeface="Verdana" charset="0"/>
                <a:ea typeface="ＭＳ Ｐゴシック" charset="-128"/>
              </a:defRPr>
            </a:lvl2pPr>
            <a:lvl3pPr marL="1143000" indent="-228600">
              <a:defRPr sz="2500">
                <a:solidFill>
                  <a:schemeClr val="tx1"/>
                </a:solidFill>
                <a:latin typeface="Verdana" charset="0"/>
                <a:ea typeface="ＭＳ Ｐゴシック" charset="-128"/>
              </a:defRPr>
            </a:lvl3pPr>
            <a:lvl4pPr marL="1600200" indent="-228600">
              <a:defRPr sz="2500">
                <a:solidFill>
                  <a:schemeClr val="tx1"/>
                </a:solidFill>
                <a:latin typeface="Verdana" charset="0"/>
                <a:ea typeface="ＭＳ Ｐゴシック" charset="-128"/>
              </a:defRPr>
            </a:lvl4pPr>
            <a:lvl5pPr marL="2057400" indent="-228600">
              <a:defRPr sz="2500">
                <a:solidFill>
                  <a:schemeClr val="tx1"/>
                </a:solidFill>
                <a:latin typeface="Verdana" charset="0"/>
                <a:ea typeface="ＭＳ Ｐゴシック" charset="-128"/>
              </a:defRPr>
            </a:lvl5pPr>
            <a:lvl6pPr marL="2514600" indent="-228600" algn="ctr" eaLnBrk="0" fontAlgn="base" hangingPunct="0">
              <a:spcBef>
                <a:spcPct val="0"/>
              </a:spcBef>
              <a:spcAft>
                <a:spcPct val="0"/>
              </a:spcAft>
              <a:defRPr sz="2500">
                <a:solidFill>
                  <a:schemeClr val="tx1"/>
                </a:solidFill>
                <a:latin typeface="Verdana" charset="0"/>
                <a:ea typeface="ＭＳ Ｐゴシック" charset="-128"/>
              </a:defRPr>
            </a:lvl6pPr>
            <a:lvl7pPr marL="2971800" indent="-228600" algn="ctr" eaLnBrk="0" fontAlgn="base" hangingPunct="0">
              <a:spcBef>
                <a:spcPct val="0"/>
              </a:spcBef>
              <a:spcAft>
                <a:spcPct val="0"/>
              </a:spcAft>
              <a:defRPr sz="2500">
                <a:solidFill>
                  <a:schemeClr val="tx1"/>
                </a:solidFill>
                <a:latin typeface="Verdana" charset="0"/>
                <a:ea typeface="ＭＳ Ｐゴシック" charset="-128"/>
              </a:defRPr>
            </a:lvl7pPr>
            <a:lvl8pPr marL="3429000" indent="-228600" algn="ctr" eaLnBrk="0" fontAlgn="base" hangingPunct="0">
              <a:spcBef>
                <a:spcPct val="0"/>
              </a:spcBef>
              <a:spcAft>
                <a:spcPct val="0"/>
              </a:spcAft>
              <a:defRPr sz="2500">
                <a:solidFill>
                  <a:schemeClr val="tx1"/>
                </a:solidFill>
                <a:latin typeface="Verdana" charset="0"/>
                <a:ea typeface="ＭＳ Ｐゴシック" charset="-128"/>
              </a:defRPr>
            </a:lvl8pPr>
            <a:lvl9pPr marL="3886200" indent="-228600" algn="ctr" eaLnBrk="0" fontAlgn="base" hangingPunct="0">
              <a:spcBef>
                <a:spcPct val="0"/>
              </a:spcBef>
              <a:spcAft>
                <a:spcPct val="0"/>
              </a:spcAft>
              <a:defRPr sz="2500">
                <a:solidFill>
                  <a:schemeClr val="tx1"/>
                </a:solidFill>
                <a:latin typeface="Verdana" charset="0"/>
                <a:ea typeface="ＭＳ Ｐゴシック" charset="-128"/>
              </a:defRPr>
            </a:lvl9pPr>
          </a:lstStyle>
          <a:p>
            <a:pPr algn="ctr"/>
            <a:r>
              <a:rPr lang="en-US" altLang="en-US" sz="1600"/>
              <a:t>90 day </a:t>
            </a:r>
          </a:p>
          <a:p>
            <a:pPr algn="ctr"/>
            <a:r>
              <a:rPr lang="en-US" altLang="en-US" sz="1600"/>
              <a:t>Letter</a:t>
            </a:r>
            <a:endParaRPr lang="en-US" altLang="en-US" sz="1800"/>
          </a:p>
        </p:txBody>
      </p:sp>
      <p:sp>
        <p:nvSpPr>
          <p:cNvPr id="2" name="Slide Number Placeholder 1"/>
          <p:cNvSpPr>
            <a:spLocks noGrp="1"/>
          </p:cNvSpPr>
          <p:nvPr>
            <p:ph type="sldNum" sz="quarter" idx="10"/>
          </p:nvPr>
        </p:nvSpPr>
        <p:spPr/>
        <p:txBody>
          <a:bodyPr/>
          <a:lstStyle/>
          <a:p>
            <a:fld id="{7B3E355C-57B9-BC4B-95D8-406A1F834537}" type="slidenum">
              <a:rPr lang="en-US" altLang="en-US" smtClean="0"/>
              <a:pPr/>
              <a:t>8</a:t>
            </a:fld>
            <a:endParaRPr lang="en-US" altLang="en-US" dirty="0"/>
          </a:p>
        </p:txBody>
      </p:sp>
    </p:spTree>
    <p:extLst>
      <p:ext uri="{BB962C8B-B14F-4D97-AF65-F5344CB8AC3E}">
        <p14:creationId xmlns:p14="http://schemas.microsoft.com/office/powerpoint/2010/main" val="16256494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17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20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20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17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19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7199"/>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7179"/>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7200"/>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7175"/>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499"/>
                                          </p:stCondLst>
                                        </p:cTn>
                                        <p:tgtEl>
                                          <p:spTgt spid="7204"/>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499"/>
                                          </p:stCondLst>
                                        </p:cTn>
                                        <p:tgtEl>
                                          <p:spTgt spid="7203"/>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499"/>
                                          </p:stCondLst>
                                        </p:cTn>
                                        <p:tgtEl>
                                          <p:spTgt spid="7201"/>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7173"/>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499"/>
                                          </p:stCondLst>
                                        </p:cTn>
                                        <p:tgtEl>
                                          <p:spTgt spid="7188"/>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7174"/>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grpId="0" nodeType="clickEffect">
                                  <p:stCondLst>
                                    <p:cond delay="0"/>
                                  </p:stCondLst>
                                  <p:childTnLst>
                                    <p:set>
                                      <p:cBhvr>
                                        <p:cTn id="66" dur="1" fill="hold">
                                          <p:stCondLst>
                                            <p:cond delay="499"/>
                                          </p:stCondLst>
                                        </p:cTn>
                                        <p:tgtEl>
                                          <p:spTgt spid="7171">
                                            <p:txEl>
                                              <p:pRg st="0" end="0"/>
                                            </p:txEl>
                                          </p:spTgt>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nodePh="1">
                                  <p:stCondLst>
                                    <p:cond delay="0"/>
                                  </p:stCondLst>
                                  <p:endCondLst>
                                    <p:cond evt="begin" delay="0">
                                      <p:tn val="69"/>
                                    </p:cond>
                                  </p:endCondLst>
                                  <p:childTnLst>
                                    <p:set>
                                      <p:cBhvr>
                                        <p:cTn id="70" dur="1" fill="hold">
                                          <p:stCondLst>
                                            <p:cond delay="499"/>
                                          </p:stCondLst>
                                        </p:cTn>
                                        <p:tgtEl>
                                          <p:spTgt spid="7177"/>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nodeType="clickEffect">
                                  <p:stCondLst>
                                    <p:cond delay="0"/>
                                  </p:stCondLst>
                                  <p:childTnLst>
                                    <p:set>
                                      <p:cBhvr>
                                        <p:cTn id="74" dur="1" fill="hold">
                                          <p:stCondLst>
                                            <p:cond delay="499"/>
                                          </p:stCondLst>
                                        </p:cTn>
                                        <p:tgtEl>
                                          <p:spTgt spid="72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autoUpdateAnimBg="0"/>
      <p:bldP spid="7170" grpId="0" autoUpdateAnimBg="0"/>
      <p:bldP spid="7173" grpId="0" animBg="1" autoUpdateAnimBg="0"/>
      <p:bldP spid="7174" grpId="0" animBg="1" autoUpdateAnimBg="0"/>
      <p:bldP spid="7175" grpId="0" animBg="1" autoUpdateAnimBg="0"/>
      <p:bldP spid="7177" grpId="0" autoUpdateAnimBg="0"/>
      <p:bldP spid="7178" grpId="0" animBg="1" autoUpdateAnimBg="0"/>
      <p:bldP spid="7179" grpId="0" animBg="1" autoUpdateAnimBg="0"/>
      <p:bldP spid="7198" grpId="0" animBg="1" autoUpdateAnimBg="0"/>
      <p:bldP spid="7205" grpId="0" animBg="1"/>
      <p:bldP spid="7206"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ctr">
              <a:lnSpc>
                <a:spcPct val="80000"/>
              </a:lnSpc>
              <a:buNone/>
              <a:tabLst>
                <a:tab pos="914400" algn="l"/>
              </a:tabLst>
            </a:pPr>
            <a:endParaRPr lang="en-US" sz="2400" b="1" u="sng" dirty="0">
              <a:ea typeface="ＭＳ Ｐゴシック" charset="0"/>
              <a:cs typeface="ＭＳ Ｐゴシック" charset="0"/>
            </a:endParaRPr>
          </a:p>
          <a:p>
            <a:pPr algn="ctr">
              <a:lnSpc>
                <a:spcPct val="80000"/>
              </a:lnSpc>
              <a:buNone/>
              <a:tabLst>
                <a:tab pos="914400" algn="l"/>
              </a:tabLst>
            </a:pPr>
            <a:r>
              <a:rPr lang="en-US" sz="2400" b="1" u="sng" dirty="0">
                <a:ea typeface="ＭＳ Ｐゴシック" charset="0"/>
                <a:cs typeface="ＭＳ Ｐゴシック" charset="0"/>
              </a:rPr>
              <a:t>IRC:  Title 26 of the U.S. Code</a:t>
            </a:r>
            <a:endParaRPr lang="en-US" sz="2400" dirty="0">
              <a:ea typeface="ＭＳ Ｐゴシック" charset="0"/>
              <a:cs typeface="ＭＳ Ｐゴシック" charset="0"/>
            </a:endParaRPr>
          </a:p>
          <a:p>
            <a:pPr>
              <a:lnSpc>
                <a:spcPct val="80000"/>
              </a:lnSpc>
              <a:tabLst>
                <a:tab pos="914400" algn="l"/>
              </a:tabLst>
            </a:pPr>
            <a:r>
              <a:rPr lang="en-US" sz="2400" dirty="0">
                <a:ea typeface="ＭＳ Ｐゴシック" charset="0"/>
                <a:cs typeface="ＭＳ Ｐゴシック" charset="0"/>
              </a:rPr>
              <a:t>Subtitles (A-K)</a:t>
            </a:r>
          </a:p>
          <a:p>
            <a:pPr lvl="1" indent="-279400">
              <a:lnSpc>
                <a:spcPct val="80000"/>
              </a:lnSpc>
              <a:tabLst>
                <a:tab pos="914400" algn="l"/>
              </a:tabLst>
            </a:pPr>
            <a:r>
              <a:rPr lang="en-US" sz="2000" dirty="0">
                <a:ea typeface="ＭＳ Ｐゴシック" charset="0"/>
              </a:rPr>
              <a:t>A (Income Taxes) and (B) Estate and Gift Taxes</a:t>
            </a:r>
          </a:p>
          <a:p>
            <a:pPr>
              <a:lnSpc>
                <a:spcPct val="80000"/>
              </a:lnSpc>
              <a:tabLst>
                <a:tab pos="914400" algn="l"/>
              </a:tabLst>
            </a:pPr>
            <a:r>
              <a:rPr lang="en-US" sz="2400" dirty="0">
                <a:ea typeface="ＭＳ Ｐゴシック" charset="0"/>
                <a:cs typeface="ＭＳ Ｐゴシック" charset="0"/>
              </a:rPr>
              <a:t>Chapters and Subchapters</a:t>
            </a:r>
          </a:p>
          <a:p>
            <a:pPr lvl="1" indent="-279400">
              <a:lnSpc>
                <a:spcPct val="80000"/>
              </a:lnSpc>
              <a:tabLst>
                <a:tab pos="914400" algn="l"/>
              </a:tabLst>
            </a:pPr>
            <a:r>
              <a:rPr lang="en-US" sz="2000" dirty="0">
                <a:ea typeface="ＭＳ Ｐゴシック" charset="0"/>
              </a:rPr>
              <a:t>Chapter 1 (Normal Taxes) [</a:t>
            </a:r>
            <a:r>
              <a:rPr lang="en-US" altLang="en-US" dirty="0"/>
              <a:t>§§</a:t>
            </a:r>
            <a:r>
              <a:rPr lang="en-US" sz="2000" dirty="0">
                <a:ea typeface="ＭＳ Ｐゴシック" charset="0"/>
              </a:rPr>
              <a:t>1-1400L]</a:t>
            </a:r>
          </a:p>
          <a:p>
            <a:pPr marL="1092200" lvl="2" indent="-292100">
              <a:lnSpc>
                <a:spcPct val="80000"/>
              </a:lnSpc>
              <a:tabLst>
                <a:tab pos="914400" algn="l"/>
              </a:tabLst>
            </a:pPr>
            <a:r>
              <a:rPr lang="en-US" sz="1800" b="1" dirty="0">
                <a:highlight>
                  <a:srgbClr val="00FFFF"/>
                </a:highlight>
                <a:ea typeface="ＭＳ Ｐゴシック" charset="0"/>
              </a:rPr>
              <a:t>Subchapter C:  Corporate Distributions and Adjustments [</a:t>
            </a:r>
            <a:r>
              <a:rPr lang="en-US" altLang="en-US" sz="1800" b="1" dirty="0">
                <a:highlight>
                  <a:srgbClr val="00FFFF"/>
                </a:highlight>
              </a:rPr>
              <a:t>§§</a:t>
            </a:r>
            <a:r>
              <a:rPr lang="en-US" sz="1800" b="1" dirty="0">
                <a:highlight>
                  <a:srgbClr val="00FFFF"/>
                </a:highlight>
                <a:ea typeface="ＭＳ Ｐゴシック" charset="0"/>
              </a:rPr>
              <a:t>301-385]</a:t>
            </a:r>
          </a:p>
          <a:p>
            <a:pPr marL="1092200" lvl="2" indent="-292100">
              <a:lnSpc>
                <a:spcPct val="80000"/>
              </a:lnSpc>
              <a:tabLst>
                <a:tab pos="914400" algn="l"/>
              </a:tabLst>
            </a:pPr>
            <a:r>
              <a:rPr lang="en-US" sz="1800" dirty="0">
                <a:ea typeface="ＭＳ Ｐゴシック" charset="0"/>
              </a:rPr>
              <a:t>Subchapter K:  Partners and Partnerships [</a:t>
            </a:r>
            <a:r>
              <a:rPr lang="en-US" altLang="en-US" sz="1800" dirty="0"/>
              <a:t>§§</a:t>
            </a:r>
            <a:r>
              <a:rPr lang="en-US" sz="1800" dirty="0">
                <a:ea typeface="ＭＳ Ｐゴシック" charset="0"/>
              </a:rPr>
              <a:t>701-777]</a:t>
            </a:r>
          </a:p>
          <a:p>
            <a:pPr marL="1092200" lvl="2" indent="-292100">
              <a:lnSpc>
                <a:spcPct val="80000"/>
              </a:lnSpc>
              <a:tabLst>
                <a:tab pos="914400" algn="l"/>
              </a:tabLst>
            </a:pPr>
            <a:r>
              <a:rPr lang="en-US" sz="1800" b="1" dirty="0">
                <a:highlight>
                  <a:srgbClr val="00FFFF"/>
                </a:highlight>
                <a:ea typeface="ＭＳ Ｐゴシック" charset="0"/>
              </a:rPr>
              <a:t>Subchapter S:  S Corporations and Their Shareholders [</a:t>
            </a:r>
            <a:r>
              <a:rPr lang="en-US" altLang="en-US" sz="1800" b="1" dirty="0">
                <a:highlight>
                  <a:srgbClr val="00FFFF"/>
                </a:highlight>
              </a:rPr>
              <a:t>§§</a:t>
            </a:r>
            <a:r>
              <a:rPr lang="en-US" sz="1800" b="1" dirty="0">
                <a:highlight>
                  <a:srgbClr val="00FFFF"/>
                </a:highlight>
                <a:ea typeface="ＭＳ Ｐゴシック" charset="0"/>
              </a:rPr>
              <a:t>1361-1379]</a:t>
            </a:r>
          </a:p>
          <a:p>
            <a:pPr>
              <a:lnSpc>
                <a:spcPct val="80000"/>
              </a:lnSpc>
              <a:tabLst>
                <a:tab pos="914400" algn="l"/>
              </a:tabLst>
            </a:pPr>
            <a:r>
              <a:rPr lang="en-US" sz="2400" dirty="0">
                <a:ea typeface="ＭＳ Ｐゴシック" charset="0"/>
                <a:cs typeface="ＭＳ Ｐゴシック" charset="0"/>
              </a:rPr>
              <a:t>Parts [I], Sections [61], Subsections [c], Paragraphs [1], Subparagraphs [A], Clauses [</a:t>
            </a:r>
            <a:r>
              <a:rPr lang="en-US" sz="2400" dirty="0" err="1">
                <a:ea typeface="ＭＳ Ｐゴシック" charset="0"/>
                <a:cs typeface="ＭＳ Ｐゴシック" charset="0"/>
              </a:rPr>
              <a:t>i</a:t>
            </a:r>
            <a:r>
              <a:rPr lang="en-US" sz="2400" dirty="0">
                <a:ea typeface="ＭＳ Ｐゴシック" charset="0"/>
                <a:cs typeface="ＭＳ Ｐゴシック" charset="0"/>
              </a:rPr>
              <a:t>], and </a:t>
            </a:r>
            <a:r>
              <a:rPr lang="en-US" sz="2400" dirty="0" err="1">
                <a:ea typeface="ＭＳ Ｐゴシック" charset="0"/>
                <a:cs typeface="ＭＳ Ｐゴシック" charset="0"/>
              </a:rPr>
              <a:t>Subclauses</a:t>
            </a:r>
            <a:r>
              <a:rPr lang="en-US" sz="2400" dirty="0">
                <a:ea typeface="ＭＳ Ｐゴシック" charset="0"/>
                <a:cs typeface="ＭＳ Ｐゴシック" charset="0"/>
              </a:rPr>
              <a:t> [II]</a:t>
            </a:r>
          </a:p>
          <a:p>
            <a:pPr algn="ctr">
              <a:lnSpc>
                <a:spcPct val="80000"/>
              </a:lnSpc>
              <a:buNone/>
              <a:tabLst>
                <a:tab pos="914400" algn="l"/>
              </a:tabLst>
            </a:pPr>
            <a:endParaRPr lang="en-US" sz="2400" b="1" u="sng" dirty="0">
              <a:ea typeface="ＭＳ Ｐゴシック" charset="0"/>
              <a:cs typeface="ＭＳ Ｐゴシック" charset="0"/>
            </a:endParaRPr>
          </a:p>
          <a:p>
            <a:pPr algn="ctr">
              <a:lnSpc>
                <a:spcPct val="80000"/>
              </a:lnSpc>
              <a:buNone/>
              <a:tabLst>
                <a:tab pos="914400" algn="l"/>
              </a:tabLst>
            </a:pPr>
            <a:r>
              <a:rPr lang="en-US" sz="2400" b="1" u="sng" dirty="0">
                <a:ea typeface="ＭＳ Ｐゴシック" charset="0"/>
                <a:cs typeface="ＭＳ Ｐゴシック" charset="0"/>
              </a:rPr>
              <a:t>Treasury Regulations:  Title 26 of the CFR  </a:t>
            </a:r>
          </a:p>
          <a:p>
            <a:pPr>
              <a:lnSpc>
                <a:spcPct val="80000"/>
              </a:lnSpc>
              <a:tabLst>
                <a:tab pos="914400" algn="l"/>
              </a:tabLst>
            </a:pPr>
            <a:r>
              <a:rPr lang="en-US" sz="2400" dirty="0">
                <a:ea typeface="ＭＳ Ｐゴシック" charset="0"/>
                <a:cs typeface="ＭＳ Ｐゴシック" charset="0"/>
              </a:rPr>
              <a:t>Chapter, Parts, Sections [</a:t>
            </a:r>
            <a:r>
              <a:rPr lang="en-US" altLang="en-US" dirty="0"/>
              <a:t>§§</a:t>
            </a:r>
            <a:r>
              <a:rPr lang="en-US" sz="2400" dirty="0">
                <a:ea typeface="ＭＳ Ｐゴシック" charset="0"/>
                <a:cs typeface="ＭＳ Ｐゴシック" charset="0"/>
              </a:rPr>
              <a:t>1.1 and 301.7701], Subsections [-1], Paragraphs[-1(d)]; Subparagraphs [-1(d)(1)]; and Subdivisions [-1(d)(1)(ii)] </a:t>
            </a:r>
          </a:p>
          <a:p>
            <a:endParaRPr lang="en-US" dirty="0"/>
          </a:p>
        </p:txBody>
      </p:sp>
      <p:sp>
        <p:nvSpPr>
          <p:cNvPr id="2" name="Title 1"/>
          <p:cNvSpPr>
            <a:spLocks noGrp="1"/>
          </p:cNvSpPr>
          <p:nvPr>
            <p:ph type="title"/>
          </p:nvPr>
        </p:nvSpPr>
        <p:spPr/>
        <p:txBody>
          <a:bodyPr/>
          <a:lstStyle/>
          <a:p>
            <a:r>
              <a:rPr lang="en-US" dirty="0"/>
              <a:t>Internal Revenue Code and Regulations</a:t>
            </a:r>
          </a:p>
        </p:txBody>
      </p:sp>
      <p:sp>
        <p:nvSpPr>
          <p:cNvPr id="6" name="Footer Placeholder 5"/>
          <p:cNvSpPr>
            <a:spLocks noGrp="1"/>
          </p:cNvSpPr>
          <p:nvPr>
            <p:ph type="ftr" sz="quarter" idx="11"/>
          </p:nvPr>
        </p:nvSpPr>
        <p:spPr/>
        <p:txBody>
          <a:bodyPr/>
          <a:lstStyle/>
          <a:p>
            <a:pPr>
              <a:defRPr/>
            </a:pPr>
            <a:r>
              <a:rPr lang="en-US"/>
              <a:t>Introduction</a:t>
            </a:r>
            <a:endParaRPr lang="en-US" dirty="0"/>
          </a:p>
        </p:txBody>
      </p:sp>
      <p:sp>
        <p:nvSpPr>
          <p:cNvPr id="7" name="Slide Number Placeholder 6"/>
          <p:cNvSpPr>
            <a:spLocks noGrp="1"/>
          </p:cNvSpPr>
          <p:nvPr>
            <p:ph type="sldNum" sz="quarter" idx="10"/>
          </p:nvPr>
        </p:nvSpPr>
        <p:spPr/>
        <p:txBody>
          <a:bodyPr/>
          <a:lstStyle/>
          <a:p>
            <a:fld id="{7B3E355C-57B9-BC4B-95D8-406A1F834537}" type="slidenum">
              <a:rPr lang="en-US" altLang="en-US" smtClean="0"/>
              <a:pPr/>
              <a:t>9</a:t>
            </a:fld>
            <a:endParaRPr lang="en-US" altLang="en-US" dirty="0"/>
          </a:p>
        </p:txBody>
      </p:sp>
    </p:spTree>
    <p:extLst>
      <p:ext uri="{BB962C8B-B14F-4D97-AF65-F5344CB8AC3E}">
        <p14:creationId xmlns:p14="http://schemas.microsoft.com/office/powerpoint/2010/main" val="170679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Entity Returns by Types (1980-2021)</a:t>
            </a:r>
          </a:p>
        </p:txBody>
      </p:sp>
      <p:sp>
        <p:nvSpPr>
          <p:cNvPr id="4" name="Footer Placeholder 3"/>
          <p:cNvSpPr>
            <a:spLocks noGrp="1"/>
          </p:cNvSpPr>
          <p:nvPr>
            <p:ph type="ftr" sz="quarter" idx="11"/>
          </p:nvPr>
        </p:nvSpPr>
        <p:spPr/>
        <p:txBody>
          <a:bodyPr/>
          <a:lstStyle/>
          <a:p>
            <a:pPr>
              <a:defRPr/>
            </a:pPr>
            <a:r>
              <a:rPr lang="en-US"/>
              <a:t>Introduction</a:t>
            </a:r>
            <a:endParaRPr lang="en-US" dirty="0"/>
          </a:p>
        </p:txBody>
      </p:sp>
      <p:sp>
        <p:nvSpPr>
          <p:cNvPr id="7" name="Slide Number Placeholder 6"/>
          <p:cNvSpPr>
            <a:spLocks noGrp="1"/>
          </p:cNvSpPr>
          <p:nvPr>
            <p:ph type="sldNum" sz="quarter" idx="10"/>
          </p:nvPr>
        </p:nvSpPr>
        <p:spPr/>
        <p:txBody>
          <a:bodyPr/>
          <a:lstStyle/>
          <a:p>
            <a:fld id="{7B3E355C-57B9-BC4B-95D8-406A1F834537}" type="slidenum">
              <a:rPr lang="en-US" altLang="en-US" smtClean="0"/>
              <a:pPr/>
              <a:t>10</a:t>
            </a:fld>
            <a:endParaRPr lang="en-US" altLang="en-US" dirty="0"/>
          </a:p>
        </p:txBody>
      </p:sp>
      <p:pic>
        <p:nvPicPr>
          <p:cNvPr id="10" name="Content Placeholder 9" descr="A graph of tax returns&#10;&#10;AI-generated content may be incorrect.">
            <a:extLst>
              <a:ext uri="{FF2B5EF4-FFF2-40B4-BE49-F238E27FC236}">
                <a16:creationId xmlns:a16="http://schemas.microsoft.com/office/drawing/2014/main" id="{02CA3A85-DFDE-4265-0F37-059AFF892FC9}"/>
              </a:ext>
            </a:extLst>
          </p:cNvPr>
          <p:cNvPicPr>
            <a:picLocks noChangeAspect="1"/>
          </p:cNvPicPr>
          <p:nvPr/>
        </p:nvPicPr>
        <p:blipFill>
          <a:blip r:embed="rId2"/>
          <a:stretch>
            <a:fillRect/>
          </a:stretch>
        </p:blipFill>
        <p:spPr>
          <a:xfrm>
            <a:off x="512063" y="695739"/>
            <a:ext cx="11277599" cy="5526157"/>
          </a:xfrm>
          <a:prstGeom prst="rect">
            <a:avLst/>
          </a:prstGeom>
        </p:spPr>
      </p:pic>
    </p:spTree>
    <p:extLst>
      <p:ext uri="{BB962C8B-B14F-4D97-AF65-F5344CB8AC3E}">
        <p14:creationId xmlns:p14="http://schemas.microsoft.com/office/powerpoint/2010/main" val="1721082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0A0373A-7D72-9A49-AD10-C634DACD5960}"/>
              </a:ext>
            </a:extLst>
          </p:cNvPr>
          <p:cNvSpPr>
            <a:spLocks noGrp="1"/>
          </p:cNvSpPr>
          <p:nvPr>
            <p:ph type="title"/>
          </p:nvPr>
        </p:nvSpPr>
        <p:spPr/>
        <p:txBody>
          <a:bodyPr/>
          <a:lstStyle/>
          <a:p>
            <a:r>
              <a:rPr lang="en-US" dirty="0"/>
              <a:t>Share of Total Business Tax Returns by Type (1980-2021)</a:t>
            </a:r>
          </a:p>
        </p:txBody>
      </p:sp>
      <p:sp>
        <p:nvSpPr>
          <p:cNvPr id="4" name="Slide Number Placeholder 3">
            <a:extLst>
              <a:ext uri="{FF2B5EF4-FFF2-40B4-BE49-F238E27FC236}">
                <a16:creationId xmlns:a16="http://schemas.microsoft.com/office/drawing/2014/main" id="{22EB6031-046D-824F-88CE-9E1A73CB582D}"/>
              </a:ext>
            </a:extLst>
          </p:cNvPr>
          <p:cNvSpPr>
            <a:spLocks noGrp="1"/>
          </p:cNvSpPr>
          <p:nvPr>
            <p:ph type="sldNum" sz="quarter" idx="10"/>
          </p:nvPr>
        </p:nvSpPr>
        <p:spPr/>
        <p:txBody>
          <a:bodyPr/>
          <a:lstStyle/>
          <a:p>
            <a:fld id="{7B3E355C-57B9-BC4B-95D8-406A1F834537}" type="slidenum">
              <a:rPr lang="en-US" altLang="en-US" smtClean="0"/>
              <a:pPr/>
              <a:t>11</a:t>
            </a:fld>
            <a:endParaRPr lang="en-US" altLang="en-US" dirty="0"/>
          </a:p>
        </p:txBody>
      </p:sp>
      <p:sp>
        <p:nvSpPr>
          <p:cNvPr id="5" name="Footer Placeholder 4">
            <a:extLst>
              <a:ext uri="{FF2B5EF4-FFF2-40B4-BE49-F238E27FC236}">
                <a16:creationId xmlns:a16="http://schemas.microsoft.com/office/drawing/2014/main" id="{20C2795B-320D-4442-881C-400A55E8903D}"/>
              </a:ext>
            </a:extLst>
          </p:cNvPr>
          <p:cNvSpPr>
            <a:spLocks noGrp="1"/>
          </p:cNvSpPr>
          <p:nvPr>
            <p:ph type="ftr" sz="quarter" idx="11"/>
          </p:nvPr>
        </p:nvSpPr>
        <p:spPr/>
        <p:txBody>
          <a:bodyPr/>
          <a:lstStyle/>
          <a:p>
            <a:pPr>
              <a:defRPr/>
            </a:pPr>
            <a:r>
              <a:rPr lang="en-US"/>
              <a:t>Introduction</a:t>
            </a:r>
            <a:endParaRPr lang="en-US" dirty="0"/>
          </a:p>
        </p:txBody>
      </p:sp>
      <p:pic>
        <p:nvPicPr>
          <p:cNvPr id="14" name="Content Placeholder 13" descr="A graph showing the cost of tax returns&#10;&#10;AI-generated content may be incorrect.">
            <a:extLst>
              <a:ext uri="{FF2B5EF4-FFF2-40B4-BE49-F238E27FC236}">
                <a16:creationId xmlns:a16="http://schemas.microsoft.com/office/drawing/2014/main" id="{D729365E-55FA-72DF-C520-A116D87EADE4}"/>
              </a:ext>
            </a:extLst>
          </p:cNvPr>
          <p:cNvPicPr>
            <a:picLocks noGrp="1" noChangeAspect="1"/>
          </p:cNvPicPr>
          <p:nvPr>
            <p:ph idx="1"/>
          </p:nvPr>
        </p:nvPicPr>
        <p:blipFill>
          <a:blip r:embed="rId2"/>
          <a:stretch>
            <a:fillRect/>
          </a:stretch>
        </p:blipFill>
        <p:spPr>
          <a:xfrm>
            <a:off x="512063" y="658873"/>
            <a:ext cx="11277599" cy="5642536"/>
          </a:xfrm>
        </p:spPr>
      </p:pic>
    </p:spTree>
    <p:extLst>
      <p:ext uri="{BB962C8B-B14F-4D97-AF65-F5344CB8AC3E}">
        <p14:creationId xmlns:p14="http://schemas.microsoft.com/office/powerpoint/2010/main" val="3418219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Partnership Returns</a:t>
            </a:r>
          </a:p>
        </p:txBody>
      </p:sp>
      <p:sp>
        <p:nvSpPr>
          <p:cNvPr id="4" name="Footer Placeholder 3"/>
          <p:cNvSpPr>
            <a:spLocks noGrp="1"/>
          </p:cNvSpPr>
          <p:nvPr>
            <p:ph type="ftr" sz="quarter" idx="11"/>
          </p:nvPr>
        </p:nvSpPr>
        <p:spPr/>
        <p:txBody>
          <a:bodyPr/>
          <a:lstStyle/>
          <a:p>
            <a:pPr>
              <a:defRPr/>
            </a:pPr>
            <a:r>
              <a:rPr lang="en-US" dirty="0"/>
              <a:t>Introduction</a:t>
            </a:r>
          </a:p>
        </p:txBody>
      </p:sp>
      <p:sp>
        <p:nvSpPr>
          <p:cNvPr id="5" name="Slide Number Placeholder 4"/>
          <p:cNvSpPr>
            <a:spLocks noGrp="1"/>
          </p:cNvSpPr>
          <p:nvPr>
            <p:ph type="sldNum" sz="quarter" idx="10"/>
          </p:nvPr>
        </p:nvSpPr>
        <p:spPr/>
        <p:txBody>
          <a:bodyPr/>
          <a:lstStyle/>
          <a:p>
            <a:fld id="{7B3E355C-57B9-BC4B-95D8-406A1F834537}" type="slidenum">
              <a:rPr lang="en-US" altLang="en-US" smtClean="0"/>
              <a:pPr/>
              <a:t>12</a:t>
            </a:fld>
            <a:endParaRPr lang="en-US" altLang="en-US" dirty="0"/>
          </a:p>
        </p:txBody>
      </p:sp>
      <p:sp>
        <p:nvSpPr>
          <p:cNvPr id="10" name="TextBox 9">
            <a:extLst>
              <a:ext uri="{FF2B5EF4-FFF2-40B4-BE49-F238E27FC236}">
                <a16:creationId xmlns:a16="http://schemas.microsoft.com/office/drawing/2014/main" id="{BD7F93A9-7759-43D0-9FF9-EC7EF6E5D453}"/>
              </a:ext>
            </a:extLst>
          </p:cNvPr>
          <p:cNvSpPr txBox="1"/>
          <p:nvPr/>
        </p:nvSpPr>
        <p:spPr>
          <a:xfrm>
            <a:off x="5181071" y="6196266"/>
            <a:ext cx="1805302" cy="246221"/>
          </a:xfrm>
          <a:prstGeom prst="rect">
            <a:avLst/>
          </a:prstGeom>
          <a:noFill/>
        </p:spPr>
        <p:txBody>
          <a:bodyPr wrap="none" rtlCol="0">
            <a:spAutoFit/>
          </a:bodyPr>
          <a:lstStyle/>
          <a:p>
            <a:r>
              <a:rPr lang="en-US" sz="1000" dirty="0"/>
              <a:t>Source: SOI, PSH Returns, 2022</a:t>
            </a:r>
          </a:p>
        </p:txBody>
      </p:sp>
      <p:pic>
        <p:nvPicPr>
          <p:cNvPr id="9" name="Content Placeholder 8" descr="A graph of a number of tax years&#10;&#10;AI-generated content may be incorrect.">
            <a:extLst>
              <a:ext uri="{FF2B5EF4-FFF2-40B4-BE49-F238E27FC236}">
                <a16:creationId xmlns:a16="http://schemas.microsoft.com/office/drawing/2014/main" id="{76944B75-8FCC-56D2-1972-6CD3276EE737}"/>
              </a:ext>
            </a:extLst>
          </p:cNvPr>
          <p:cNvPicPr>
            <a:picLocks noGrp="1" noChangeAspect="1"/>
          </p:cNvPicPr>
          <p:nvPr>
            <p:ph idx="1"/>
          </p:nvPr>
        </p:nvPicPr>
        <p:blipFill>
          <a:blip r:embed="rId2"/>
          <a:stretch>
            <a:fillRect/>
          </a:stretch>
        </p:blipFill>
        <p:spPr>
          <a:xfrm>
            <a:off x="512064" y="785019"/>
            <a:ext cx="11104203" cy="5308600"/>
          </a:xfrm>
        </p:spPr>
      </p:pic>
    </p:spTree>
    <p:extLst>
      <p:ext uri="{BB962C8B-B14F-4D97-AF65-F5344CB8AC3E}">
        <p14:creationId xmlns:p14="http://schemas.microsoft.com/office/powerpoint/2010/main" val="6546151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C7B74C3-9091-763C-CA02-538DE9BF7C32}"/>
              </a:ext>
            </a:extLst>
          </p:cNvPr>
          <p:cNvSpPr>
            <a:spLocks noGrp="1"/>
          </p:cNvSpPr>
          <p:nvPr>
            <p:ph type="title"/>
          </p:nvPr>
        </p:nvSpPr>
        <p:spPr/>
        <p:txBody>
          <a:bodyPr/>
          <a:lstStyle/>
          <a:p>
            <a:r>
              <a:rPr lang="en-US" dirty="0"/>
              <a:t>Source of Federal Revenue</a:t>
            </a:r>
          </a:p>
        </p:txBody>
      </p:sp>
      <p:sp>
        <p:nvSpPr>
          <p:cNvPr id="4" name="Slide Number Placeholder 3">
            <a:extLst>
              <a:ext uri="{FF2B5EF4-FFF2-40B4-BE49-F238E27FC236}">
                <a16:creationId xmlns:a16="http://schemas.microsoft.com/office/drawing/2014/main" id="{AE8583F7-62C5-1712-C257-700565FE544E}"/>
              </a:ext>
            </a:extLst>
          </p:cNvPr>
          <p:cNvSpPr>
            <a:spLocks noGrp="1"/>
          </p:cNvSpPr>
          <p:nvPr>
            <p:ph type="sldNum" sz="quarter" idx="10"/>
          </p:nvPr>
        </p:nvSpPr>
        <p:spPr/>
        <p:txBody>
          <a:bodyPr/>
          <a:lstStyle/>
          <a:p>
            <a:fld id="{7B3E355C-57B9-BC4B-95D8-406A1F834537}" type="slidenum">
              <a:rPr lang="en-US" altLang="en-US" smtClean="0"/>
              <a:pPr/>
              <a:t>13</a:t>
            </a:fld>
            <a:endParaRPr lang="en-US" altLang="en-US" dirty="0"/>
          </a:p>
        </p:txBody>
      </p:sp>
      <p:sp>
        <p:nvSpPr>
          <p:cNvPr id="5" name="Footer Placeholder 4">
            <a:extLst>
              <a:ext uri="{FF2B5EF4-FFF2-40B4-BE49-F238E27FC236}">
                <a16:creationId xmlns:a16="http://schemas.microsoft.com/office/drawing/2014/main" id="{FB8B7526-3C31-3C3B-F12A-D0A16AE35AE7}"/>
              </a:ext>
            </a:extLst>
          </p:cNvPr>
          <p:cNvSpPr>
            <a:spLocks noGrp="1"/>
          </p:cNvSpPr>
          <p:nvPr>
            <p:ph type="ftr" sz="quarter" idx="11"/>
          </p:nvPr>
        </p:nvSpPr>
        <p:spPr/>
        <p:txBody>
          <a:bodyPr/>
          <a:lstStyle/>
          <a:p>
            <a:pPr>
              <a:defRPr/>
            </a:pPr>
            <a:r>
              <a:rPr lang="en-US"/>
              <a:t>Introduction</a:t>
            </a:r>
            <a:endParaRPr lang="en-US" dirty="0"/>
          </a:p>
        </p:txBody>
      </p:sp>
      <p:pic>
        <p:nvPicPr>
          <p:cNvPr id="7" name="Picture 6">
            <a:extLst>
              <a:ext uri="{FF2B5EF4-FFF2-40B4-BE49-F238E27FC236}">
                <a16:creationId xmlns:a16="http://schemas.microsoft.com/office/drawing/2014/main" id="{ED440A24-E40D-CA7F-6D62-6365AF75CFD1}"/>
              </a:ext>
            </a:extLst>
          </p:cNvPr>
          <p:cNvPicPr>
            <a:picLocks noChangeAspect="1"/>
          </p:cNvPicPr>
          <p:nvPr/>
        </p:nvPicPr>
        <p:blipFill>
          <a:blip r:embed="rId2"/>
          <a:stretch>
            <a:fillRect/>
          </a:stretch>
        </p:blipFill>
        <p:spPr>
          <a:xfrm>
            <a:off x="512064" y="728663"/>
            <a:ext cx="11277600" cy="5486400"/>
          </a:xfrm>
          <a:prstGeom prst="rect">
            <a:avLst/>
          </a:prstGeom>
        </p:spPr>
      </p:pic>
    </p:spTree>
    <p:extLst>
      <p:ext uri="{BB962C8B-B14F-4D97-AF65-F5344CB8AC3E}">
        <p14:creationId xmlns:p14="http://schemas.microsoft.com/office/powerpoint/2010/main" val="21143274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Chart, line chart&#10;&#10;Description automatically generated">
            <a:extLst>
              <a:ext uri="{FF2B5EF4-FFF2-40B4-BE49-F238E27FC236}">
                <a16:creationId xmlns:a16="http://schemas.microsoft.com/office/drawing/2014/main" id="{8E5AEF14-344D-F547-8C37-47671E68D969}"/>
              </a:ext>
            </a:extLst>
          </p:cNvPr>
          <p:cNvPicPr>
            <a:picLocks noGrp="1" noChangeAspect="1"/>
          </p:cNvPicPr>
          <p:nvPr>
            <p:ph idx="1"/>
          </p:nvPr>
        </p:nvPicPr>
        <p:blipFill>
          <a:blip r:embed="rId2"/>
          <a:stretch>
            <a:fillRect/>
          </a:stretch>
        </p:blipFill>
        <p:spPr>
          <a:xfrm>
            <a:off x="373488" y="533400"/>
            <a:ext cx="11416176" cy="5811838"/>
          </a:xfrm>
        </p:spPr>
      </p:pic>
      <p:sp>
        <p:nvSpPr>
          <p:cNvPr id="3" name="Title 2">
            <a:extLst>
              <a:ext uri="{FF2B5EF4-FFF2-40B4-BE49-F238E27FC236}">
                <a16:creationId xmlns:a16="http://schemas.microsoft.com/office/drawing/2014/main" id="{C18C1F6B-66A7-AC7C-5ADD-515F098E84E8}"/>
              </a:ext>
            </a:extLst>
          </p:cNvPr>
          <p:cNvSpPr>
            <a:spLocks noGrp="1"/>
          </p:cNvSpPr>
          <p:nvPr>
            <p:ph type="title"/>
          </p:nvPr>
        </p:nvSpPr>
        <p:spPr/>
        <p:txBody>
          <a:bodyPr/>
          <a:lstStyle/>
          <a:p>
            <a:r>
              <a:rPr lang="en-US" dirty="0"/>
              <a:t>Federal Receipts as Share of Total Receipts: 1950-2021</a:t>
            </a:r>
          </a:p>
        </p:txBody>
      </p:sp>
      <p:sp>
        <p:nvSpPr>
          <p:cNvPr id="4" name="Slide Number Placeholder 3">
            <a:extLst>
              <a:ext uri="{FF2B5EF4-FFF2-40B4-BE49-F238E27FC236}">
                <a16:creationId xmlns:a16="http://schemas.microsoft.com/office/drawing/2014/main" id="{788302E2-92D5-21D6-470B-CBF7716BBB72}"/>
              </a:ext>
            </a:extLst>
          </p:cNvPr>
          <p:cNvSpPr>
            <a:spLocks noGrp="1"/>
          </p:cNvSpPr>
          <p:nvPr>
            <p:ph type="sldNum" sz="quarter" idx="10"/>
          </p:nvPr>
        </p:nvSpPr>
        <p:spPr/>
        <p:txBody>
          <a:bodyPr/>
          <a:lstStyle/>
          <a:p>
            <a:fld id="{7B3E355C-57B9-BC4B-95D8-406A1F834537}" type="slidenum">
              <a:rPr lang="en-US" altLang="en-US" smtClean="0"/>
              <a:pPr/>
              <a:t>14</a:t>
            </a:fld>
            <a:endParaRPr lang="en-US" altLang="en-US" dirty="0"/>
          </a:p>
        </p:txBody>
      </p:sp>
      <p:sp>
        <p:nvSpPr>
          <p:cNvPr id="5" name="Footer Placeholder 4">
            <a:extLst>
              <a:ext uri="{FF2B5EF4-FFF2-40B4-BE49-F238E27FC236}">
                <a16:creationId xmlns:a16="http://schemas.microsoft.com/office/drawing/2014/main" id="{73F550A3-3E8A-7040-6F9F-E2C1412EDCA5}"/>
              </a:ext>
            </a:extLst>
          </p:cNvPr>
          <p:cNvSpPr>
            <a:spLocks noGrp="1"/>
          </p:cNvSpPr>
          <p:nvPr>
            <p:ph type="ftr" sz="quarter" idx="11"/>
          </p:nvPr>
        </p:nvSpPr>
        <p:spPr/>
        <p:txBody>
          <a:bodyPr/>
          <a:lstStyle/>
          <a:p>
            <a:pPr>
              <a:defRPr/>
            </a:pPr>
            <a:r>
              <a:rPr lang="en-US"/>
              <a:t>Introduction</a:t>
            </a:r>
            <a:endParaRPr lang="en-US" dirty="0"/>
          </a:p>
        </p:txBody>
      </p:sp>
    </p:spTree>
    <p:extLst>
      <p:ext uri="{BB962C8B-B14F-4D97-AF65-F5344CB8AC3E}">
        <p14:creationId xmlns:p14="http://schemas.microsoft.com/office/powerpoint/2010/main" val="796058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8ADFA32B-198A-D144-A4C4-BC2F77E0EE2F}"/>
              </a:ext>
            </a:extLst>
          </p:cNvPr>
          <p:cNvPicPr>
            <a:picLocks noGrp="1" noChangeAspect="1"/>
          </p:cNvPicPr>
          <p:nvPr>
            <p:ph idx="1"/>
          </p:nvPr>
        </p:nvPicPr>
        <p:blipFill>
          <a:blip r:embed="rId2"/>
          <a:stretch>
            <a:fillRect/>
          </a:stretch>
        </p:blipFill>
        <p:spPr>
          <a:xfrm>
            <a:off x="371475" y="592550"/>
            <a:ext cx="11418189" cy="5655850"/>
          </a:xfrm>
        </p:spPr>
      </p:pic>
      <p:sp>
        <p:nvSpPr>
          <p:cNvPr id="3" name="Title 2">
            <a:extLst>
              <a:ext uri="{FF2B5EF4-FFF2-40B4-BE49-F238E27FC236}">
                <a16:creationId xmlns:a16="http://schemas.microsoft.com/office/drawing/2014/main" id="{910B6C17-0CFD-FA40-A7E9-BFA85B699AF4}"/>
              </a:ext>
            </a:extLst>
          </p:cNvPr>
          <p:cNvSpPr>
            <a:spLocks noGrp="1"/>
          </p:cNvSpPr>
          <p:nvPr>
            <p:ph type="title"/>
          </p:nvPr>
        </p:nvSpPr>
        <p:spPr/>
        <p:txBody>
          <a:bodyPr/>
          <a:lstStyle/>
          <a:p>
            <a:r>
              <a:rPr lang="en-US" dirty="0"/>
              <a:t>Net Income of Business Tax Returns by Types by Percent of Total (1980-2015)</a:t>
            </a:r>
          </a:p>
        </p:txBody>
      </p:sp>
      <p:sp>
        <p:nvSpPr>
          <p:cNvPr id="4" name="Slide Number Placeholder 3">
            <a:extLst>
              <a:ext uri="{FF2B5EF4-FFF2-40B4-BE49-F238E27FC236}">
                <a16:creationId xmlns:a16="http://schemas.microsoft.com/office/drawing/2014/main" id="{565E2F5A-9C78-7D4A-9A80-F824A9841797}"/>
              </a:ext>
            </a:extLst>
          </p:cNvPr>
          <p:cNvSpPr>
            <a:spLocks noGrp="1"/>
          </p:cNvSpPr>
          <p:nvPr>
            <p:ph type="sldNum" sz="quarter" idx="10"/>
          </p:nvPr>
        </p:nvSpPr>
        <p:spPr/>
        <p:txBody>
          <a:bodyPr/>
          <a:lstStyle/>
          <a:p>
            <a:fld id="{7B3E355C-57B9-BC4B-95D8-406A1F834537}" type="slidenum">
              <a:rPr lang="en-US" altLang="en-US" smtClean="0"/>
              <a:pPr/>
              <a:t>15</a:t>
            </a:fld>
            <a:endParaRPr lang="en-US" altLang="en-US" dirty="0"/>
          </a:p>
        </p:txBody>
      </p:sp>
      <p:sp>
        <p:nvSpPr>
          <p:cNvPr id="5" name="Footer Placeholder 4">
            <a:extLst>
              <a:ext uri="{FF2B5EF4-FFF2-40B4-BE49-F238E27FC236}">
                <a16:creationId xmlns:a16="http://schemas.microsoft.com/office/drawing/2014/main" id="{18F7BD69-ED10-2743-8193-31CBA44F8C95}"/>
              </a:ext>
            </a:extLst>
          </p:cNvPr>
          <p:cNvSpPr>
            <a:spLocks noGrp="1"/>
          </p:cNvSpPr>
          <p:nvPr>
            <p:ph type="ftr" sz="quarter" idx="11"/>
          </p:nvPr>
        </p:nvSpPr>
        <p:spPr/>
        <p:txBody>
          <a:bodyPr/>
          <a:lstStyle/>
          <a:p>
            <a:pPr>
              <a:defRPr/>
            </a:pPr>
            <a:r>
              <a:rPr lang="en-US"/>
              <a:t>Introduction</a:t>
            </a:r>
            <a:endParaRPr lang="en-US" dirty="0"/>
          </a:p>
        </p:txBody>
      </p:sp>
      <p:sp>
        <p:nvSpPr>
          <p:cNvPr id="8" name="Rectangle 7">
            <a:extLst>
              <a:ext uri="{FF2B5EF4-FFF2-40B4-BE49-F238E27FC236}">
                <a16:creationId xmlns:a16="http://schemas.microsoft.com/office/drawing/2014/main" id="{BA7EBBB8-722B-BE47-A62A-789A31304FA5}"/>
              </a:ext>
            </a:extLst>
          </p:cNvPr>
          <p:cNvSpPr/>
          <p:nvPr/>
        </p:nvSpPr>
        <p:spPr>
          <a:xfrm>
            <a:off x="4953000" y="6218445"/>
            <a:ext cx="2590800" cy="215444"/>
          </a:xfrm>
          <a:prstGeom prst="rect">
            <a:avLst/>
          </a:prstGeom>
        </p:spPr>
        <p:txBody>
          <a:bodyPr wrap="square">
            <a:spAutoFit/>
          </a:bodyPr>
          <a:lstStyle/>
          <a:p>
            <a:pPr lvl="0"/>
            <a:r>
              <a:rPr lang="en-US" sz="800" dirty="0">
                <a:solidFill>
                  <a:prstClr val="black"/>
                </a:solidFill>
              </a:rPr>
              <a:t>Source: TPC, Key Elements of US Tax System</a:t>
            </a:r>
          </a:p>
        </p:txBody>
      </p:sp>
    </p:spTree>
    <p:extLst>
      <p:ext uri="{BB962C8B-B14F-4D97-AF65-F5344CB8AC3E}">
        <p14:creationId xmlns:p14="http://schemas.microsoft.com/office/powerpoint/2010/main" val="146189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 Income by Business Entity</a:t>
            </a:r>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32185" y="631514"/>
            <a:ext cx="7090117" cy="5146621"/>
          </a:xfrm>
        </p:spPr>
      </p:pic>
      <p:sp>
        <p:nvSpPr>
          <p:cNvPr id="9" name="TextBox 8"/>
          <p:cNvSpPr txBox="1"/>
          <p:nvPr/>
        </p:nvSpPr>
        <p:spPr>
          <a:xfrm>
            <a:off x="5516031" y="6122241"/>
            <a:ext cx="1122423" cy="246221"/>
          </a:xfrm>
          <a:prstGeom prst="rect">
            <a:avLst/>
          </a:prstGeom>
          <a:noFill/>
        </p:spPr>
        <p:txBody>
          <a:bodyPr wrap="none" rtlCol="0">
            <a:spAutoFit/>
          </a:bodyPr>
          <a:lstStyle/>
          <a:p>
            <a:r>
              <a:rPr lang="en-US" sz="1000" dirty="0"/>
              <a:t>Source</a:t>
            </a:r>
            <a:r>
              <a:rPr lang="en-US" sz="1000"/>
              <a:t>: JCX-42-17</a:t>
            </a:r>
            <a:endParaRPr lang="en-US" sz="1000" dirty="0"/>
          </a:p>
        </p:txBody>
      </p:sp>
      <p:sp>
        <p:nvSpPr>
          <p:cNvPr id="4" name="Footer Placeholder 3"/>
          <p:cNvSpPr>
            <a:spLocks noGrp="1"/>
          </p:cNvSpPr>
          <p:nvPr>
            <p:ph type="ftr" sz="quarter" idx="11"/>
          </p:nvPr>
        </p:nvSpPr>
        <p:spPr/>
        <p:txBody>
          <a:bodyPr/>
          <a:lstStyle/>
          <a:p>
            <a:pPr>
              <a:defRPr/>
            </a:pPr>
            <a:r>
              <a:rPr lang="en-US"/>
              <a:t>Introduction</a:t>
            </a:r>
            <a:endParaRPr lang="en-US" dirty="0"/>
          </a:p>
        </p:txBody>
      </p:sp>
      <p:sp>
        <p:nvSpPr>
          <p:cNvPr id="5" name="Slide Number Placeholder 4"/>
          <p:cNvSpPr>
            <a:spLocks noGrp="1"/>
          </p:cNvSpPr>
          <p:nvPr>
            <p:ph type="sldNum" sz="quarter" idx="10"/>
          </p:nvPr>
        </p:nvSpPr>
        <p:spPr/>
        <p:txBody>
          <a:bodyPr/>
          <a:lstStyle/>
          <a:p>
            <a:fld id="{7B3E355C-57B9-BC4B-95D8-406A1F834537}" type="slidenum">
              <a:rPr lang="en-US" altLang="en-US" smtClean="0"/>
              <a:pPr/>
              <a:t>16</a:t>
            </a:fld>
            <a:endParaRPr lang="en-US" altLang="en-US" dirty="0"/>
          </a:p>
        </p:txBody>
      </p:sp>
    </p:spTree>
    <p:extLst>
      <p:ext uri="{BB962C8B-B14F-4D97-AF65-F5344CB8AC3E}">
        <p14:creationId xmlns:p14="http://schemas.microsoft.com/office/powerpoint/2010/main" val="5574638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93D9DA-D1E2-F639-2E1A-6E459CA6548D}"/>
              </a:ext>
            </a:extLst>
          </p:cNvPr>
          <p:cNvSpPr>
            <a:spLocks noGrp="1"/>
          </p:cNvSpPr>
          <p:nvPr>
            <p:ph type="title"/>
          </p:nvPr>
        </p:nvSpPr>
        <p:spPr/>
        <p:txBody>
          <a:bodyPr/>
          <a:lstStyle/>
          <a:p>
            <a:r>
              <a:rPr lang="en-US" dirty="0"/>
              <a:t>Total Number of Corporate Returns</a:t>
            </a:r>
          </a:p>
        </p:txBody>
      </p:sp>
      <p:sp>
        <p:nvSpPr>
          <p:cNvPr id="4" name="Slide Number Placeholder 3">
            <a:extLst>
              <a:ext uri="{FF2B5EF4-FFF2-40B4-BE49-F238E27FC236}">
                <a16:creationId xmlns:a16="http://schemas.microsoft.com/office/drawing/2014/main" id="{25EACA4A-09D2-E5C4-0922-08B95300AEFE}"/>
              </a:ext>
            </a:extLst>
          </p:cNvPr>
          <p:cNvSpPr>
            <a:spLocks noGrp="1"/>
          </p:cNvSpPr>
          <p:nvPr>
            <p:ph type="sldNum" sz="quarter" idx="10"/>
          </p:nvPr>
        </p:nvSpPr>
        <p:spPr/>
        <p:txBody>
          <a:bodyPr/>
          <a:lstStyle/>
          <a:p>
            <a:fld id="{7B3E355C-57B9-BC4B-95D8-406A1F834537}" type="slidenum">
              <a:rPr lang="en-US" altLang="en-US" smtClean="0"/>
              <a:pPr/>
              <a:t>17</a:t>
            </a:fld>
            <a:endParaRPr lang="en-US" altLang="en-US" dirty="0"/>
          </a:p>
        </p:txBody>
      </p:sp>
      <p:sp>
        <p:nvSpPr>
          <p:cNvPr id="5" name="Footer Placeholder 4">
            <a:extLst>
              <a:ext uri="{FF2B5EF4-FFF2-40B4-BE49-F238E27FC236}">
                <a16:creationId xmlns:a16="http://schemas.microsoft.com/office/drawing/2014/main" id="{0C9FD47C-D2D5-E2BD-6057-FDEC531F2207}"/>
              </a:ext>
            </a:extLst>
          </p:cNvPr>
          <p:cNvSpPr>
            <a:spLocks noGrp="1"/>
          </p:cNvSpPr>
          <p:nvPr>
            <p:ph type="ftr" sz="quarter" idx="11"/>
          </p:nvPr>
        </p:nvSpPr>
        <p:spPr/>
        <p:txBody>
          <a:bodyPr/>
          <a:lstStyle/>
          <a:p>
            <a:pPr>
              <a:defRPr/>
            </a:pPr>
            <a:r>
              <a:rPr lang="en-US"/>
              <a:t>Introduction</a:t>
            </a:r>
            <a:endParaRPr lang="en-US" dirty="0"/>
          </a:p>
        </p:txBody>
      </p:sp>
      <p:pic>
        <p:nvPicPr>
          <p:cNvPr id="11" name="Content Placeholder 10" descr="A table with numbers and a number of people&#10;&#10;AI-generated content may be incorrect.">
            <a:extLst>
              <a:ext uri="{FF2B5EF4-FFF2-40B4-BE49-F238E27FC236}">
                <a16:creationId xmlns:a16="http://schemas.microsoft.com/office/drawing/2014/main" id="{F19A1B0B-AF29-9E74-1BAF-A9AF1E84F6AD}"/>
              </a:ext>
            </a:extLst>
          </p:cNvPr>
          <p:cNvPicPr>
            <a:picLocks noGrp="1" noChangeAspect="1"/>
          </p:cNvPicPr>
          <p:nvPr>
            <p:ph idx="1"/>
          </p:nvPr>
        </p:nvPicPr>
        <p:blipFill>
          <a:blip r:embed="rId2"/>
          <a:stretch>
            <a:fillRect/>
          </a:stretch>
        </p:blipFill>
        <p:spPr>
          <a:xfrm>
            <a:off x="512064" y="702364"/>
            <a:ext cx="11136597" cy="5565913"/>
          </a:xfrm>
        </p:spPr>
      </p:pic>
    </p:spTree>
    <p:extLst>
      <p:ext uri="{BB962C8B-B14F-4D97-AF65-F5344CB8AC3E}">
        <p14:creationId xmlns:p14="http://schemas.microsoft.com/office/powerpoint/2010/main" val="41814662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screenshot of a spreadsheet&#10;&#10;AI-generated content may be incorrect.">
            <a:extLst>
              <a:ext uri="{FF2B5EF4-FFF2-40B4-BE49-F238E27FC236}">
                <a16:creationId xmlns:a16="http://schemas.microsoft.com/office/drawing/2014/main" id="{6DA77169-AF3A-28D4-F6D6-246E2A9A211A}"/>
              </a:ext>
            </a:extLst>
          </p:cNvPr>
          <p:cNvPicPr>
            <a:picLocks noGrp="1" noChangeAspect="1"/>
          </p:cNvPicPr>
          <p:nvPr>
            <p:ph idx="1"/>
          </p:nvPr>
        </p:nvPicPr>
        <p:blipFill>
          <a:blip r:embed="rId2"/>
          <a:stretch>
            <a:fillRect/>
          </a:stretch>
        </p:blipFill>
        <p:spPr>
          <a:xfrm>
            <a:off x="665163" y="622852"/>
            <a:ext cx="10972800" cy="5605670"/>
          </a:xfrm>
        </p:spPr>
      </p:pic>
      <p:sp>
        <p:nvSpPr>
          <p:cNvPr id="3" name="Title 2">
            <a:extLst>
              <a:ext uri="{FF2B5EF4-FFF2-40B4-BE49-F238E27FC236}">
                <a16:creationId xmlns:a16="http://schemas.microsoft.com/office/drawing/2014/main" id="{6F875661-C7E3-C7E5-FDC8-580B9E20F56A}"/>
              </a:ext>
            </a:extLst>
          </p:cNvPr>
          <p:cNvSpPr>
            <a:spLocks noGrp="1"/>
          </p:cNvSpPr>
          <p:nvPr>
            <p:ph type="title"/>
          </p:nvPr>
        </p:nvSpPr>
        <p:spPr/>
        <p:txBody>
          <a:bodyPr/>
          <a:lstStyle/>
          <a:p>
            <a:r>
              <a:rPr lang="en-US" dirty="0"/>
              <a:t>Returns of Active Corporations: 2021 ($ in ‘000s, except Total Assets)</a:t>
            </a:r>
          </a:p>
        </p:txBody>
      </p:sp>
      <p:sp>
        <p:nvSpPr>
          <p:cNvPr id="4" name="Slide Number Placeholder 3">
            <a:extLst>
              <a:ext uri="{FF2B5EF4-FFF2-40B4-BE49-F238E27FC236}">
                <a16:creationId xmlns:a16="http://schemas.microsoft.com/office/drawing/2014/main" id="{71BCCF6A-ED1B-43D4-82C8-BABD8FB797D6}"/>
              </a:ext>
            </a:extLst>
          </p:cNvPr>
          <p:cNvSpPr>
            <a:spLocks noGrp="1"/>
          </p:cNvSpPr>
          <p:nvPr>
            <p:ph type="sldNum" sz="quarter" idx="10"/>
          </p:nvPr>
        </p:nvSpPr>
        <p:spPr/>
        <p:txBody>
          <a:bodyPr/>
          <a:lstStyle/>
          <a:p>
            <a:fld id="{7B3E355C-57B9-BC4B-95D8-406A1F834537}" type="slidenum">
              <a:rPr lang="en-US" altLang="en-US" smtClean="0"/>
              <a:pPr/>
              <a:t>18</a:t>
            </a:fld>
            <a:endParaRPr lang="en-US" altLang="en-US" dirty="0"/>
          </a:p>
        </p:txBody>
      </p:sp>
      <p:sp>
        <p:nvSpPr>
          <p:cNvPr id="5" name="Footer Placeholder 4">
            <a:extLst>
              <a:ext uri="{FF2B5EF4-FFF2-40B4-BE49-F238E27FC236}">
                <a16:creationId xmlns:a16="http://schemas.microsoft.com/office/drawing/2014/main" id="{2AD39E7D-735C-04DB-67A8-435927B0892A}"/>
              </a:ext>
            </a:extLst>
          </p:cNvPr>
          <p:cNvSpPr>
            <a:spLocks noGrp="1"/>
          </p:cNvSpPr>
          <p:nvPr>
            <p:ph type="ftr" sz="quarter" idx="11"/>
          </p:nvPr>
        </p:nvSpPr>
        <p:spPr/>
        <p:txBody>
          <a:bodyPr/>
          <a:lstStyle/>
          <a:p>
            <a:pPr>
              <a:defRPr/>
            </a:pPr>
            <a:r>
              <a:rPr lang="en-US"/>
              <a:t>Introduction</a:t>
            </a:r>
            <a:endParaRPr lang="en-US" dirty="0"/>
          </a:p>
        </p:txBody>
      </p:sp>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05923C89-E3D6-6F10-1458-80D5EDF56FCC}"/>
                  </a:ext>
                </a:extLst>
              </p14:cNvPr>
              <p14:cNvContentPartPr/>
              <p14:nvPr/>
            </p14:nvContentPartPr>
            <p14:xfrm>
              <a:off x="837428" y="5891410"/>
              <a:ext cx="2685960" cy="42840"/>
            </p14:xfrm>
          </p:contentPart>
        </mc:Choice>
        <mc:Fallback xmlns="">
          <p:pic>
            <p:nvPicPr>
              <p:cNvPr id="8" name="Ink 7">
                <a:extLst>
                  <a:ext uri="{FF2B5EF4-FFF2-40B4-BE49-F238E27FC236}">
                    <a16:creationId xmlns:a16="http://schemas.microsoft.com/office/drawing/2014/main" id="{05923C89-E3D6-6F10-1458-80D5EDF56FCC}"/>
                  </a:ext>
                </a:extLst>
              </p:cNvPr>
              <p:cNvPicPr/>
              <p:nvPr/>
            </p:nvPicPr>
            <p:blipFill>
              <a:blip r:embed="rId4"/>
              <a:stretch>
                <a:fillRect/>
              </a:stretch>
            </p:blipFill>
            <p:spPr>
              <a:xfrm>
                <a:off x="783428" y="5783770"/>
                <a:ext cx="279360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BB0269E8-C588-AE99-45AC-E4BDDFC0D99E}"/>
                  </a:ext>
                </a:extLst>
              </p14:cNvPr>
              <p14:cNvContentPartPr/>
              <p14:nvPr/>
            </p14:nvContentPartPr>
            <p14:xfrm>
              <a:off x="3888428" y="5945410"/>
              <a:ext cx="485280" cy="360"/>
            </p14:xfrm>
          </p:contentPart>
        </mc:Choice>
        <mc:Fallback xmlns="">
          <p:pic>
            <p:nvPicPr>
              <p:cNvPr id="9" name="Ink 8">
                <a:extLst>
                  <a:ext uri="{FF2B5EF4-FFF2-40B4-BE49-F238E27FC236}">
                    <a16:creationId xmlns:a16="http://schemas.microsoft.com/office/drawing/2014/main" id="{BB0269E8-C588-AE99-45AC-E4BDDFC0D99E}"/>
                  </a:ext>
                </a:extLst>
              </p:cNvPr>
              <p:cNvPicPr/>
              <p:nvPr/>
            </p:nvPicPr>
            <p:blipFill>
              <a:blip r:embed="rId6"/>
              <a:stretch>
                <a:fillRect/>
              </a:stretch>
            </p:blipFill>
            <p:spPr>
              <a:xfrm>
                <a:off x="3834428" y="5837410"/>
                <a:ext cx="59292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4145F595-01F2-E1CC-9BA9-5F99489A1E47}"/>
                  </a:ext>
                </a:extLst>
              </p14:cNvPr>
              <p14:cNvContentPartPr/>
              <p14:nvPr/>
            </p14:nvContentPartPr>
            <p14:xfrm>
              <a:off x="10519988" y="5954410"/>
              <a:ext cx="1227240" cy="360"/>
            </p14:xfrm>
          </p:contentPart>
        </mc:Choice>
        <mc:Fallback xmlns="">
          <p:pic>
            <p:nvPicPr>
              <p:cNvPr id="10" name="Ink 9">
                <a:extLst>
                  <a:ext uri="{FF2B5EF4-FFF2-40B4-BE49-F238E27FC236}">
                    <a16:creationId xmlns:a16="http://schemas.microsoft.com/office/drawing/2014/main" id="{4145F595-01F2-E1CC-9BA9-5F99489A1E47}"/>
                  </a:ext>
                </a:extLst>
              </p:cNvPr>
              <p:cNvPicPr/>
              <p:nvPr/>
            </p:nvPicPr>
            <p:blipFill>
              <a:blip r:embed="rId8"/>
              <a:stretch>
                <a:fillRect/>
              </a:stretch>
            </p:blipFill>
            <p:spPr>
              <a:xfrm>
                <a:off x="10466348" y="5846770"/>
                <a:ext cx="1334880" cy="21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11" name="Ink 10">
                <a:extLst>
                  <a:ext uri="{FF2B5EF4-FFF2-40B4-BE49-F238E27FC236}">
                    <a16:creationId xmlns:a16="http://schemas.microsoft.com/office/drawing/2014/main" id="{7CF0E52F-6C53-1211-A5B5-F301268AAE52}"/>
                  </a:ext>
                </a:extLst>
              </p14:cNvPr>
              <p14:cNvContentPartPr/>
              <p14:nvPr/>
            </p14:nvContentPartPr>
            <p14:xfrm>
              <a:off x="770468" y="5601610"/>
              <a:ext cx="2388600" cy="47880"/>
            </p14:xfrm>
          </p:contentPart>
        </mc:Choice>
        <mc:Fallback xmlns="">
          <p:pic>
            <p:nvPicPr>
              <p:cNvPr id="11" name="Ink 10">
                <a:extLst>
                  <a:ext uri="{FF2B5EF4-FFF2-40B4-BE49-F238E27FC236}">
                    <a16:creationId xmlns:a16="http://schemas.microsoft.com/office/drawing/2014/main" id="{7CF0E52F-6C53-1211-A5B5-F301268AAE52}"/>
                  </a:ext>
                </a:extLst>
              </p:cNvPr>
              <p:cNvPicPr/>
              <p:nvPr/>
            </p:nvPicPr>
            <p:blipFill>
              <a:blip r:embed="rId10"/>
              <a:stretch>
                <a:fillRect/>
              </a:stretch>
            </p:blipFill>
            <p:spPr>
              <a:xfrm>
                <a:off x="752468" y="5493970"/>
                <a:ext cx="2424240" cy="2635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65844295-5A72-F032-1EDC-113A1A23D45B}"/>
                  </a:ext>
                </a:extLst>
              </p14:cNvPr>
              <p14:cNvContentPartPr/>
              <p14:nvPr/>
            </p14:nvContentPartPr>
            <p14:xfrm>
              <a:off x="758588" y="5558050"/>
              <a:ext cx="2376000" cy="76320"/>
            </p14:xfrm>
          </p:contentPart>
        </mc:Choice>
        <mc:Fallback xmlns="">
          <p:pic>
            <p:nvPicPr>
              <p:cNvPr id="12" name="Ink 11">
                <a:extLst>
                  <a:ext uri="{FF2B5EF4-FFF2-40B4-BE49-F238E27FC236}">
                    <a16:creationId xmlns:a16="http://schemas.microsoft.com/office/drawing/2014/main" id="{65844295-5A72-F032-1EDC-113A1A23D45B}"/>
                  </a:ext>
                </a:extLst>
              </p:cNvPr>
              <p:cNvPicPr/>
              <p:nvPr/>
            </p:nvPicPr>
            <p:blipFill>
              <a:blip r:embed="rId12"/>
              <a:stretch>
                <a:fillRect/>
              </a:stretch>
            </p:blipFill>
            <p:spPr>
              <a:xfrm>
                <a:off x="704948" y="5450410"/>
                <a:ext cx="2483640" cy="2919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3" name="Ink 12">
                <a:extLst>
                  <a:ext uri="{FF2B5EF4-FFF2-40B4-BE49-F238E27FC236}">
                    <a16:creationId xmlns:a16="http://schemas.microsoft.com/office/drawing/2014/main" id="{A5390272-71B6-32AC-11BF-D8B6BA067FC1}"/>
                  </a:ext>
                </a:extLst>
              </p14:cNvPr>
              <p14:cNvContentPartPr/>
              <p14:nvPr/>
            </p14:nvContentPartPr>
            <p14:xfrm>
              <a:off x="10752188" y="5659570"/>
              <a:ext cx="940320" cy="43200"/>
            </p14:xfrm>
          </p:contentPart>
        </mc:Choice>
        <mc:Fallback xmlns="">
          <p:pic>
            <p:nvPicPr>
              <p:cNvPr id="13" name="Ink 12">
                <a:extLst>
                  <a:ext uri="{FF2B5EF4-FFF2-40B4-BE49-F238E27FC236}">
                    <a16:creationId xmlns:a16="http://schemas.microsoft.com/office/drawing/2014/main" id="{A5390272-71B6-32AC-11BF-D8B6BA067FC1}"/>
                  </a:ext>
                </a:extLst>
              </p:cNvPr>
              <p:cNvPicPr/>
              <p:nvPr/>
            </p:nvPicPr>
            <p:blipFill>
              <a:blip r:embed="rId14"/>
              <a:stretch>
                <a:fillRect/>
              </a:stretch>
            </p:blipFill>
            <p:spPr>
              <a:xfrm>
                <a:off x="10698188" y="5551570"/>
                <a:ext cx="104796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4" name="Ink 13">
                <a:extLst>
                  <a:ext uri="{FF2B5EF4-FFF2-40B4-BE49-F238E27FC236}">
                    <a16:creationId xmlns:a16="http://schemas.microsoft.com/office/drawing/2014/main" id="{5DED7AAA-E9BC-D52F-AF7F-28E896E10F54}"/>
                  </a:ext>
                </a:extLst>
              </p14:cNvPr>
              <p14:cNvContentPartPr/>
              <p14:nvPr/>
            </p14:nvContentPartPr>
            <p14:xfrm>
              <a:off x="3831548" y="5604490"/>
              <a:ext cx="396000" cy="32400"/>
            </p14:xfrm>
          </p:contentPart>
        </mc:Choice>
        <mc:Fallback xmlns="">
          <p:pic>
            <p:nvPicPr>
              <p:cNvPr id="14" name="Ink 13">
                <a:extLst>
                  <a:ext uri="{FF2B5EF4-FFF2-40B4-BE49-F238E27FC236}">
                    <a16:creationId xmlns:a16="http://schemas.microsoft.com/office/drawing/2014/main" id="{5DED7AAA-E9BC-D52F-AF7F-28E896E10F54}"/>
                  </a:ext>
                </a:extLst>
              </p:cNvPr>
              <p:cNvPicPr/>
              <p:nvPr/>
            </p:nvPicPr>
            <p:blipFill>
              <a:blip r:embed="rId16"/>
              <a:stretch>
                <a:fillRect/>
              </a:stretch>
            </p:blipFill>
            <p:spPr>
              <a:xfrm>
                <a:off x="3777908" y="5496850"/>
                <a:ext cx="50364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5" name="Ink 14">
                <a:extLst>
                  <a:ext uri="{FF2B5EF4-FFF2-40B4-BE49-F238E27FC236}">
                    <a16:creationId xmlns:a16="http://schemas.microsoft.com/office/drawing/2014/main" id="{3C51D9D5-02AE-7F31-49AC-452EB0918B8B}"/>
                  </a:ext>
                </a:extLst>
              </p14:cNvPr>
              <p14:cNvContentPartPr/>
              <p14:nvPr/>
            </p14:nvContentPartPr>
            <p14:xfrm>
              <a:off x="4169948" y="8220250"/>
              <a:ext cx="360" cy="360"/>
            </p14:xfrm>
          </p:contentPart>
        </mc:Choice>
        <mc:Fallback xmlns="">
          <p:pic>
            <p:nvPicPr>
              <p:cNvPr id="15" name="Ink 14">
                <a:extLst>
                  <a:ext uri="{FF2B5EF4-FFF2-40B4-BE49-F238E27FC236}">
                    <a16:creationId xmlns:a16="http://schemas.microsoft.com/office/drawing/2014/main" id="{3C51D9D5-02AE-7F31-49AC-452EB0918B8B}"/>
                  </a:ext>
                </a:extLst>
              </p:cNvPr>
              <p:cNvPicPr/>
              <p:nvPr/>
            </p:nvPicPr>
            <p:blipFill>
              <a:blip r:embed="rId18"/>
              <a:stretch>
                <a:fillRect/>
              </a:stretch>
            </p:blipFill>
            <p:spPr>
              <a:xfrm>
                <a:off x="4116308" y="811261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6" name="Ink 15">
                <a:extLst>
                  <a:ext uri="{FF2B5EF4-FFF2-40B4-BE49-F238E27FC236}">
                    <a16:creationId xmlns:a16="http://schemas.microsoft.com/office/drawing/2014/main" id="{5C670584-963E-35EC-3F23-776BF669CC99}"/>
                  </a:ext>
                </a:extLst>
              </p14:cNvPr>
              <p14:cNvContentPartPr/>
              <p14:nvPr/>
            </p14:nvContentPartPr>
            <p14:xfrm>
              <a:off x="-2175772" y="3367450"/>
              <a:ext cx="360" cy="360"/>
            </p14:xfrm>
          </p:contentPart>
        </mc:Choice>
        <mc:Fallback xmlns="">
          <p:pic>
            <p:nvPicPr>
              <p:cNvPr id="16" name="Ink 15">
                <a:extLst>
                  <a:ext uri="{FF2B5EF4-FFF2-40B4-BE49-F238E27FC236}">
                    <a16:creationId xmlns:a16="http://schemas.microsoft.com/office/drawing/2014/main" id="{5C670584-963E-35EC-3F23-776BF669CC99}"/>
                  </a:ext>
                </a:extLst>
              </p:cNvPr>
              <p:cNvPicPr/>
              <p:nvPr/>
            </p:nvPicPr>
            <p:blipFill>
              <a:blip r:embed="rId18"/>
              <a:stretch>
                <a:fillRect/>
              </a:stretch>
            </p:blipFill>
            <p:spPr>
              <a:xfrm>
                <a:off x="-2229412" y="325981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7" name="Ink 16">
                <a:extLst>
                  <a:ext uri="{FF2B5EF4-FFF2-40B4-BE49-F238E27FC236}">
                    <a16:creationId xmlns:a16="http://schemas.microsoft.com/office/drawing/2014/main" id="{F151ABFD-2F81-24B1-7C8E-D793A2FAE07A}"/>
                  </a:ext>
                </a:extLst>
              </p14:cNvPr>
              <p14:cNvContentPartPr/>
              <p14:nvPr/>
            </p14:nvContentPartPr>
            <p14:xfrm>
              <a:off x="8159828" y="5577130"/>
              <a:ext cx="944640" cy="43560"/>
            </p14:xfrm>
          </p:contentPart>
        </mc:Choice>
        <mc:Fallback xmlns="">
          <p:pic>
            <p:nvPicPr>
              <p:cNvPr id="17" name="Ink 16">
                <a:extLst>
                  <a:ext uri="{FF2B5EF4-FFF2-40B4-BE49-F238E27FC236}">
                    <a16:creationId xmlns:a16="http://schemas.microsoft.com/office/drawing/2014/main" id="{F151ABFD-2F81-24B1-7C8E-D793A2FAE07A}"/>
                  </a:ext>
                </a:extLst>
              </p:cNvPr>
              <p:cNvPicPr/>
              <p:nvPr/>
            </p:nvPicPr>
            <p:blipFill>
              <a:blip r:embed="rId21"/>
              <a:stretch>
                <a:fillRect/>
              </a:stretch>
            </p:blipFill>
            <p:spPr>
              <a:xfrm>
                <a:off x="8106188" y="5469130"/>
                <a:ext cx="1052280"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8" name="Ink 17">
                <a:extLst>
                  <a:ext uri="{FF2B5EF4-FFF2-40B4-BE49-F238E27FC236}">
                    <a16:creationId xmlns:a16="http://schemas.microsoft.com/office/drawing/2014/main" id="{8614B84B-D834-C189-62DB-0DC22B36AEA0}"/>
                  </a:ext>
                </a:extLst>
              </p14:cNvPr>
              <p14:cNvContentPartPr/>
              <p14:nvPr/>
            </p14:nvContentPartPr>
            <p14:xfrm>
              <a:off x="8115188" y="5893570"/>
              <a:ext cx="1175040" cy="18000"/>
            </p14:xfrm>
          </p:contentPart>
        </mc:Choice>
        <mc:Fallback xmlns="">
          <p:pic>
            <p:nvPicPr>
              <p:cNvPr id="18" name="Ink 17">
                <a:extLst>
                  <a:ext uri="{FF2B5EF4-FFF2-40B4-BE49-F238E27FC236}">
                    <a16:creationId xmlns:a16="http://schemas.microsoft.com/office/drawing/2014/main" id="{8614B84B-D834-C189-62DB-0DC22B36AEA0}"/>
                  </a:ext>
                </a:extLst>
              </p:cNvPr>
              <p:cNvPicPr/>
              <p:nvPr/>
            </p:nvPicPr>
            <p:blipFill>
              <a:blip r:embed="rId23"/>
              <a:stretch>
                <a:fillRect/>
              </a:stretch>
            </p:blipFill>
            <p:spPr>
              <a:xfrm>
                <a:off x="8061188" y="5785930"/>
                <a:ext cx="1282680" cy="233640"/>
              </a:xfrm>
              <a:prstGeom prst="rect">
                <a:avLst/>
              </a:prstGeom>
            </p:spPr>
          </p:pic>
        </mc:Fallback>
      </mc:AlternateContent>
    </p:spTree>
    <p:extLst>
      <p:ext uri="{BB962C8B-B14F-4D97-AF65-F5344CB8AC3E}">
        <p14:creationId xmlns:p14="http://schemas.microsoft.com/office/powerpoint/2010/main" val="35243207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graph with blue and orange lines&#10;&#10;AI-generated content may be incorrect.">
            <a:extLst>
              <a:ext uri="{FF2B5EF4-FFF2-40B4-BE49-F238E27FC236}">
                <a16:creationId xmlns:a16="http://schemas.microsoft.com/office/drawing/2014/main" id="{FF45B6E1-ED9F-C3AA-7955-67E61BA67613}"/>
              </a:ext>
            </a:extLst>
          </p:cNvPr>
          <p:cNvPicPr>
            <a:picLocks noGrp="1" noChangeAspect="1"/>
          </p:cNvPicPr>
          <p:nvPr>
            <p:ph idx="1"/>
          </p:nvPr>
        </p:nvPicPr>
        <p:blipFill>
          <a:blip r:embed="rId2"/>
          <a:stretch>
            <a:fillRect/>
          </a:stretch>
        </p:blipFill>
        <p:spPr>
          <a:xfrm>
            <a:off x="732693" y="817407"/>
            <a:ext cx="11056971" cy="5223185"/>
          </a:xfrm>
        </p:spPr>
      </p:pic>
      <p:sp>
        <p:nvSpPr>
          <p:cNvPr id="3" name="Title 2">
            <a:extLst>
              <a:ext uri="{FF2B5EF4-FFF2-40B4-BE49-F238E27FC236}">
                <a16:creationId xmlns:a16="http://schemas.microsoft.com/office/drawing/2014/main" id="{2F72B4CD-6C0F-EC17-5D2C-E433C819F2F8}"/>
              </a:ext>
            </a:extLst>
          </p:cNvPr>
          <p:cNvSpPr>
            <a:spLocks noGrp="1"/>
          </p:cNvSpPr>
          <p:nvPr>
            <p:ph type="title"/>
          </p:nvPr>
        </p:nvSpPr>
        <p:spPr/>
        <p:txBody>
          <a:bodyPr/>
          <a:lstStyle/>
          <a:p>
            <a:r>
              <a:rPr lang="en-US" dirty="0"/>
              <a:t>Current Personal, Corporate, and Tariff Receipts</a:t>
            </a:r>
          </a:p>
        </p:txBody>
      </p:sp>
      <p:sp>
        <p:nvSpPr>
          <p:cNvPr id="4" name="Slide Number Placeholder 3">
            <a:extLst>
              <a:ext uri="{FF2B5EF4-FFF2-40B4-BE49-F238E27FC236}">
                <a16:creationId xmlns:a16="http://schemas.microsoft.com/office/drawing/2014/main" id="{4C26F044-3386-071B-BA10-FCB024B9AA12}"/>
              </a:ext>
            </a:extLst>
          </p:cNvPr>
          <p:cNvSpPr>
            <a:spLocks noGrp="1"/>
          </p:cNvSpPr>
          <p:nvPr>
            <p:ph type="sldNum" sz="quarter" idx="10"/>
          </p:nvPr>
        </p:nvSpPr>
        <p:spPr/>
        <p:txBody>
          <a:bodyPr/>
          <a:lstStyle/>
          <a:p>
            <a:fld id="{7B3E355C-57B9-BC4B-95D8-406A1F834537}" type="slidenum">
              <a:rPr lang="en-US" altLang="en-US" smtClean="0"/>
              <a:pPr/>
              <a:t>19</a:t>
            </a:fld>
            <a:endParaRPr lang="en-US" altLang="en-US" dirty="0"/>
          </a:p>
        </p:txBody>
      </p:sp>
      <p:sp>
        <p:nvSpPr>
          <p:cNvPr id="5" name="Footer Placeholder 4">
            <a:extLst>
              <a:ext uri="{FF2B5EF4-FFF2-40B4-BE49-F238E27FC236}">
                <a16:creationId xmlns:a16="http://schemas.microsoft.com/office/drawing/2014/main" id="{B6845021-1486-0599-9308-72689D3508C4}"/>
              </a:ext>
            </a:extLst>
          </p:cNvPr>
          <p:cNvSpPr>
            <a:spLocks noGrp="1"/>
          </p:cNvSpPr>
          <p:nvPr>
            <p:ph type="ftr" sz="quarter" idx="11"/>
          </p:nvPr>
        </p:nvSpPr>
        <p:spPr/>
        <p:txBody>
          <a:bodyPr/>
          <a:lstStyle/>
          <a:p>
            <a:pPr>
              <a:defRPr/>
            </a:pPr>
            <a:r>
              <a:rPr lang="en-US" dirty="0"/>
              <a:t>Introduction</a:t>
            </a:r>
          </a:p>
        </p:txBody>
      </p:sp>
      <p:sp>
        <p:nvSpPr>
          <p:cNvPr id="8" name="TextBox 7">
            <a:extLst>
              <a:ext uri="{FF2B5EF4-FFF2-40B4-BE49-F238E27FC236}">
                <a16:creationId xmlns:a16="http://schemas.microsoft.com/office/drawing/2014/main" id="{36F025A3-4EC5-F73E-5491-1902505FB13C}"/>
              </a:ext>
            </a:extLst>
          </p:cNvPr>
          <p:cNvSpPr txBox="1"/>
          <p:nvPr/>
        </p:nvSpPr>
        <p:spPr>
          <a:xfrm>
            <a:off x="7175900" y="6088731"/>
            <a:ext cx="4613764" cy="276999"/>
          </a:xfrm>
          <a:prstGeom prst="rect">
            <a:avLst/>
          </a:prstGeom>
          <a:noFill/>
        </p:spPr>
        <p:txBody>
          <a:bodyPr wrap="none" rtlCol="0">
            <a:spAutoFit/>
          </a:bodyPr>
          <a:lstStyle/>
          <a:p>
            <a:r>
              <a:rPr lang="en-US" sz="1200" dirty="0"/>
              <a:t>BEA, Table 3.2. Federal Government Current Receipts and Expenditures</a:t>
            </a:r>
          </a:p>
        </p:txBody>
      </p:sp>
    </p:spTree>
    <p:extLst>
      <p:ext uri="{BB962C8B-B14F-4D97-AF65-F5344CB8AC3E}">
        <p14:creationId xmlns:p14="http://schemas.microsoft.com/office/powerpoint/2010/main" val="21549282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a:t>Choice of Entity considerations</a:t>
            </a:r>
          </a:p>
          <a:p>
            <a:r>
              <a:rPr lang="en-US" dirty="0"/>
              <a:t>Tax classification of </a:t>
            </a:r>
            <a:r>
              <a:rPr lang="en-US" i="1" dirty="0"/>
              <a:t>business entities</a:t>
            </a:r>
          </a:p>
          <a:p>
            <a:r>
              <a:rPr lang="en-US" dirty="0"/>
              <a:t>Operation and taxation of corporations and shareholders</a:t>
            </a:r>
          </a:p>
          <a:p>
            <a:pPr lvl="1"/>
            <a:r>
              <a:rPr lang="en-US" dirty="0"/>
              <a:t>Rates</a:t>
            </a:r>
          </a:p>
          <a:p>
            <a:pPr lvl="1"/>
            <a:r>
              <a:rPr lang="en-US" dirty="0"/>
              <a:t>Special Treatment of:  Losses, Capital Gains, Depreciation, and Interest</a:t>
            </a:r>
          </a:p>
          <a:p>
            <a:pPr lvl="1"/>
            <a:r>
              <a:rPr lang="en-US" dirty="0"/>
              <a:t>Double Tax (and techniques to avoid double tax)</a:t>
            </a:r>
          </a:p>
          <a:p>
            <a:r>
              <a:rPr lang="en-US" dirty="0"/>
              <a:t>Formation and ongoing transfers of property to controlled corporations</a:t>
            </a:r>
          </a:p>
          <a:p>
            <a:r>
              <a:rPr lang="en-US" dirty="0"/>
              <a:t>Distributions to shareholders </a:t>
            </a:r>
          </a:p>
          <a:p>
            <a:pPr lvl="1"/>
            <a:r>
              <a:rPr lang="en-US" dirty="0"/>
              <a:t>Ordinary distributions and </a:t>
            </a:r>
            <a:r>
              <a:rPr lang="en-US" i="1" dirty="0"/>
              <a:t>redemptions (buybacks)</a:t>
            </a:r>
          </a:p>
          <a:p>
            <a:pPr lvl="1"/>
            <a:r>
              <a:rPr lang="en-US" dirty="0"/>
              <a:t>Liquidating distributions</a:t>
            </a:r>
          </a:p>
          <a:p>
            <a:r>
              <a:rPr lang="en-US" dirty="0"/>
              <a:t>Redemptions involving related corporations</a:t>
            </a:r>
          </a:p>
          <a:p>
            <a:r>
              <a:rPr lang="en-US" dirty="0"/>
              <a:t>Distributions of stock or stock rights</a:t>
            </a:r>
          </a:p>
          <a:p>
            <a:r>
              <a:rPr lang="en-US" b="1" dirty="0"/>
              <a:t>Taxable sales of shares and assets </a:t>
            </a:r>
          </a:p>
          <a:p>
            <a:r>
              <a:rPr lang="en-US" b="1" dirty="0"/>
              <a:t>Non-taxable exchanges of shares and assets (reorganizations) </a:t>
            </a:r>
          </a:p>
          <a:p>
            <a:r>
              <a:rPr lang="en-US" b="1" dirty="0"/>
              <a:t>Tax-free division of corporate assets</a:t>
            </a:r>
          </a:p>
          <a:p>
            <a:pPr lvl="1"/>
            <a:r>
              <a:rPr lang="en-US" dirty="0"/>
              <a:t>Spin-offs, split-ups, split-offs</a:t>
            </a:r>
          </a:p>
          <a:p>
            <a:endParaRPr lang="en-US" dirty="0"/>
          </a:p>
          <a:p>
            <a:pPr lvl="1"/>
            <a:endParaRPr lang="en-US" dirty="0"/>
          </a:p>
          <a:p>
            <a:pPr lvl="2"/>
            <a:endParaRPr lang="en-US" dirty="0"/>
          </a:p>
        </p:txBody>
      </p:sp>
      <p:sp>
        <p:nvSpPr>
          <p:cNvPr id="2" name="Title 1"/>
          <p:cNvSpPr>
            <a:spLocks noGrp="1"/>
          </p:cNvSpPr>
          <p:nvPr>
            <p:ph type="title"/>
          </p:nvPr>
        </p:nvSpPr>
        <p:spPr/>
        <p:txBody>
          <a:bodyPr/>
          <a:lstStyle/>
          <a:p>
            <a:r>
              <a:rPr lang="en-US" dirty="0"/>
              <a:t>Overview of Class</a:t>
            </a:r>
          </a:p>
        </p:txBody>
      </p:sp>
      <p:sp>
        <p:nvSpPr>
          <p:cNvPr id="6" name="Footer Placeholder 5"/>
          <p:cNvSpPr>
            <a:spLocks noGrp="1"/>
          </p:cNvSpPr>
          <p:nvPr>
            <p:ph type="ftr" sz="quarter" idx="11"/>
          </p:nvPr>
        </p:nvSpPr>
        <p:spPr/>
        <p:txBody>
          <a:bodyPr/>
          <a:lstStyle/>
          <a:p>
            <a:pPr>
              <a:defRPr/>
            </a:pPr>
            <a:r>
              <a:rPr lang="en-US"/>
              <a:t>Introduction</a:t>
            </a:r>
            <a:endParaRPr lang="en-US" dirty="0"/>
          </a:p>
        </p:txBody>
      </p:sp>
      <p:sp>
        <p:nvSpPr>
          <p:cNvPr id="7" name="Slide Number Placeholder 6"/>
          <p:cNvSpPr>
            <a:spLocks noGrp="1"/>
          </p:cNvSpPr>
          <p:nvPr>
            <p:ph type="sldNum" sz="quarter" idx="10"/>
          </p:nvPr>
        </p:nvSpPr>
        <p:spPr/>
        <p:txBody>
          <a:bodyPr/>
          <a:lstStyle/>
          <a:p>
            <a:fld id="{7B3E355C-57B9-BC4B-95D8-406A1F834537}" type="slidenum">
              <a:rPr lang="en-US" altLang="en-US" smtClean="0"/>
              <a:pPr/>
              <a:t>20</a:t>
            </a:fld>
            <a:endParaRPr lang="en-US" altLang="en-US" dirty="0"/>
          </a:p>
        </p:txBody>
      </p:sp>
    </p:spTree>
    <p:extLst>
      <p:ext uri="{BB962C8B-B14F-4D97-AF65-F5344CB8AC3E}">
        <p14:creationId xmlns:p14="http://schemas.microsoft.com/office/powerpoint/2010/main" val="169328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
                                            <p:txEl>
                                              <p:pRg st="14" end="14"/>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u="sng" dirty="0">
                <a:ea typeface="ＭＳ Ｐゴシック" charset="0"/>
                <a:cs typeface="ＭＳ Ｐゴシック" charset="0"/>
              </a:rPr>
              <a:t>Separate Owner and Entity Taxation</a:t>
            </a:r>
            <a:r>
              <a:rPr lang="en-US" dirty="0">
                <a:ea typeface="ＭＳ Ｐゴシック" charset="0"/>
                <a:cs typeface="ＭＳ Ｐゴシック" charset="0"/>
              </a:rPr>
              <a:t> [Sub. C] (aka:  double taxation)</a:t>
            </a:r>
          </a:p>
          <a:p>
            <a:pPr lvl="1"/>
            <a:r>
              <a:rPr lang="en-US" dirty="0">
                <a:ea typeface="ＭＳ Ｐゴシック" charset="0"/>
              </a:rPr>
              <a:t>Income Earned by Entity Taxed Separately from Owners</a:t>
            </a:r>
            <a:r>
              <a:rPr lang="ja-JP" altLang="en-US" dirty="0">
                <a:ea typeface="ＭＳ Ｐゴシック" charset="0"/>
              </a:rPr>
              <a:t>’</a:t>
            </a:r>
            <a:r>
              <a:rPr lang="en-US" altLang="ja-JP" dirty="0">
                <a:ea typeface="ＭＳ Ｐゴシック" charset="0"/>
              </a:rPr>
              <a:t> Income</a:t>
            </a:r>
          </a:p>
          <a:p>
            <a:pPr lvl="1"/>
            <a:r>
              <a:rPr lang="en-US" dirty="0">
                <a:ea typeface="ＭＳ Ｐゴシック" charset="0"/>
              </a:rPr>
              <a:t>Income Earned by Entity Taxed Again to Owners when Distributed</a:t>
            </a:r>
          </a:p>
          <a:p>
            <a:pPr lvl="2">
              <a:buNone/>
            </a:pPr>
            <a:endParaRPr lang="en-US" u="sng" dirty="0">
              <a:ea typeface="ＭＳ Ｐゴシック" charset="0"/>
            </a:endParaRPr>
          </a:p>
          <a:p>
            <a:r>
              <a:rPr lang="en-US" b="1" u="sng" dirty="0" err="1">
                <a:ea typeface="ＭＳ Ｐゴシック" charset="0"/>
                <a:cs typeface="ＭＳ Ｐゴシック" charset="0"/>
              </a:rPr>
              <a:t>Passthrough</a:t>
            </a:r>
            <a:r>
              <a:rPr lang="en-US" b="1" u="sng" dirty="0">
                <a:ea typeface="ＭＳ Ｐゴシック" charset="0"/>
                <a:cs typeface="ＭＳ Ｐゴシック" charset="0"/>
              </a:rPr>
              <a:t> Taxation</a:t>
            </a:r>
            <a:r>
              <a:rPr lang="en-US" dirty="0">
                <a:ea typeface="ＭＳ Ｐゴシック" charset="0"/>
                <a:cs typeface="ＭＳ Ｐゴシック" charset="0"/>
              </a:rPr>
              <a:t> [Sub. K and Sub. S]</a:t>
            </a:r>
          </a:p>
          <a:p>
            <a:pPr lvl="1"/>
            <a:r>
              <a:rPr lang="en-US" dirty="0">
                <a:ea typeface="ＭＳ Ｐゴシック" charset="0"/>
              </a:rPr>
              <a:t>Income Earned by Entity is Taxed Directly to Entity’</a:t>
            </a:r>
            <a:r>
              <a:rPr lang="en-US" altLang="ja-JP" dirty="0">
                <a:ea typeface="ＭＳ Ｐゴシック" charset="0"/>
              </a:rPr>
              <a:t>s Owners (whether or not actually received)</a:t>
            </a:r>
          </a:p>
          <a:p>
            <a:pPr lvl="1"/>
            <a:r>
              <a:rPr lang="en-US" dirty="0">
                <a:ea typeface="ＭＳ Ｐゴシック" charset="0"/>
              </a:rPr>
              <a:t>Income Earned by Entity not Taxed Again to Owners When Actually Received</a:t>
            </a:r>
          </a:p>
          <a:p>
            <a:endParaRPr lang="en-US" dirty="0"/>
          </a:p>
        </p:txBody>
      </p:sp>
      <p:sp>
        <p:nvSpPr>
          <p:cNvPr id="2" name="Title 1"/>
          <p:cNvSpPr>
            <a:spLocks noGrp="1"/>
          </p:cNvSpPr>
          <p:nvPr>
            <p:ph type="title"/>
          </p:nvPr>
        </p:nvSpPr>
        <p:spPr/>
        <p:txBody>
          <a:bodyPr/>
          <a:lstStyle/>
          <a:p>
            <a:r>
              <a:rPr lang="en-US" dirty="0"/>
              <a:t>Overview of Federal Taxation of Business Income</a:t>
            </a:r>
          </a:p>
        </p:txBody>
      </p:sp>
      <p:sp>
        <p:nvSpPr>
          <p:cNvPr id="6" name="Footer Placeholder 5"/>
          <p:cNvSpPr>
            <a:spLocks noGrp="1"/>
          </p:cNvSpPr>
          <p:nvPr>
            <p:ph type="ftr" sz="quarter" idx="11"/>
          </p:nvPr>
        </p:nvSpPr>
        <p:spPr/>
        <p:txBody>
          <a:bodyPr/>
          <a:lstStyle/>
          <a:p>
            <a:pPr>
              <a:defRPr/>
            </a:pPr>
            <a:r>
              <a:rPr lang="en-US"/>
              <a:t>Introduction</a:t>
            </a:r>
            <a:endParaRPr lang="en-US" dirty="0"/>
          </a:p>
        </p:txBody>
      </p:sp>
      <p:sp>
        <p:nvSpPr>
          <p:cNvPr id="7" name="Slide Number Placeholder 6"/>
          <p:cNvSpPr>
            <a:spLocks noGrp="1"/>
          </p:cNvSpPr>
          <p:nvPr>
            <p:ph type="sldNum" sz="quarter" idx="10"/>
          </p:nvPr>
        </p:nvSpPr>
        <p:spPr/>
        <p:txBody>
          <a:bodyPr/>
          <a:lstStyle/>
          <a:p>
            <a:fld id="{7B3E355C-57B9-BC4B-95D8-406A1F834537}" type="slidenum">
              <a:rPr lang="en-US" altLang="en-US" smtClean="0"/>
              <a:pPr/>
              <a:t>21</a:t>
            </a:fld>
            <a:endParaRPr lang="en-US" altLang="en-US" dirty="0"/>
          </a:p>
        </p:txBody>
      </p:sp>
    </p:spTree>
    <p:extLst>
      <p:ext uri="{BB962C8B-B14F-4D97-AF65-F5344CB8AC3E}">
        <p14:creationId xmlns:p14="http://schemas.microsoft.com/office/powerpoint/2010/main" val="1529529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4FE484-969C-DF88-2262-9BA61A4A359A}"/>
              </a:ext>
            </a:extLst>
          </p:cNvPr>
          <p:cNvSpPr>
            <a:spLocks noGrp="1"/>
          </p:cNvSpPr>
          <p:nvPr>
            <p:ph idx="1"/>
          </p:nvPr>
        </p:nvSpPr>
        <p:spPr/>
        <p:txBody>
          <a:bodyPr>
            <a:normAutofit lnSpcReduction="10000"/>
          </a:bodyPr>
          <a:lstStyle/>
          <a:p>
            <a:r>
              <a:rPr lang="en-US" sz="2000" b="1" dirty="0"/>
              <a:t>Question:  </a:t>
            </a:r>
            <a:r>
              <a:rPr lang="en-US" sz="2000" kern="100" dirty="0">
                <a:latin typeface="Calibri" panose="020F0502020204030204" pitchFamily="34" charset="0"/>
                <a:ea typeface="Calibri" panose="020F0502020204030204" pitchFamily="34" charset="0"/>
                <a:cs typeface="Times New Roman" panose="02020603050405020304" pitchFamily="18" charset="0"/>
              </a:rPr>
              <a:t>A partner contributes property worth 100,000 and an adjusted basis of 30,000 to a partnership that is subject to a 20,000 liability.  What are the amounts in the partner's capital account and </a:t>
            </a:r>
            <a:r>
              <a:rPr lang="en-US" sz="2000" b="1" kern="100" dirty="0">
                <a:latin typeface="Calibri" panose="020F0502020204030204" pitchFamily="34" charset="0"/>
                <a:ea typeface="Calibri" panose="020F0502020204030204" pitchFamily="34" charset="0"/>
                <a:cs typeface="Times New Roman" panose="02020603050405020304" pitchFamily="18" charset="0"/>
              </a:rPr>
              <a:t>tax capital account</a:t>
            </a:r>
            <a:r>
              <a:rPr lang="en-US" sz="2000" kern="100" dirty="0">
                <a:latin typeface="Calibri" panose="020F0502020204030204" pitchFamily="34" charset="0"/>
                <a:ea typeface="Calibri" panose="020F0502020204030204" pitchFamily="34" charset="0"/>
                <a:cs typeface="Times New Roman" panose="02020603050405020304" pitchFamily="18" charset="0"/>
              </a:rPr>
              <a:t>?</a:t>
            </a:r>
          </a:p>
          <a:p>
            <a:endParaRPr lang="en-US" kern="100" dirty="0">
              <a:latin typeface="Calibri" panose="020F0502020204030204" pitchFamily="34" charset="0"/>
              <a:ea typeface="Calibri" panose="020F0502020204030204" pitchFamily="34" charset="0"/>
              <a:cs typeface="Times New Roman" panose="02020603050405020304" pitchFamily="18" charset="0"/>
            </a:endParaRPr>
          </a:p>
          <a:p>
            <a:r>
              <a:rPr lang="en-US" b="1" kern="100" dirty="0">
                <a:latin typeface="Calibri" panose="020F0502020204030204" pitchFamily="34" charset="0"/>
                <a:ea typeface="Calibri" panose="020F0502020204030204" pitchFamily="34" charset="0"/>
                <a:cs typeface="Times New Roman" panose="02020603050405020304" pitchFamily="18" charset="0"/>
              </a:rPr>
              <a:t>AI #1 Answer: </a:t>
            </a:r>
          </a:p>
          <a:p>
            <a:pPr lvl="1"/>
            <a:r>
              <a:rPr lang="en-US" kern="100" dirty="0">
                <a:latin typeface="Calibri" panose="020F0502020204030204" pitchFamily="34" charset="0"/>
                <a:ea typeface="Calibri" panose="020F0502020204030204" pitchFamily="34" charset="0"/>
                <a:cs typeface="Times New Roman" panose="02020603050405020304" pitchFamily="18" charset="0"/>
              </a:rPr>
              <a:t>The tax capital account, also known as the tax basis capital account, is used for tax purposes. It is based on the adjusted basis of the property contributed, adjusted for the liability assumed.  Adjusted Tax Basis = Tax Basis + Liability Assumed. The amount in the partner's tax capital account would be </a:t>
            </a:r>
            <a:r>
              <a:rPr lang="en-US" b="1" kern="100" dirty="0">
                <a:latin typeface="Calibri" panose="020F0502020204030204" pitchFamily="34" charset="0"/>
                <a:ea typeface="Calibri" panose="020F0502020204030204" pitchFamily="34" charset="0"/>
                <a:cs typeface="Times New Roman" panose="02020603050405020304" pitchFamily="18" charset="0"/>
              </a:rPr>
              <a:t>$50,000.</a:t>
            </a:r>
          </a:p>
          <a:p>
            <a:pPr lvl="1"/>
            <a:endParaRPr lang="en-US" sz="1800" b="1" kern="100" dirty="0">
              <a:latin typeface="Calibri" panose="020F0502020204030204" pitchFamily="34" charset="0"/>
              <a:ea typeface="Calibri" panose="020F0502020204030204" pitchFamily="34" charset="0"/>
              <a:cs typeface="Times New Roman" panose="02020603050405020304" pitchFamily="18" charset="0"/>
            </a:endParaRPr>
          </a:p>
          <a:p>
            <a:r>
              <a:rPr lang="en-US" b="1" kern="100" dirty="0">
                <a:latin typeface="Calibri" panose="020F0502020204030204" pitchFamily="34" charset="0"/>
                <a:ea typeface="Calibri" panose="020F0502020204030204" pitchFamily="34" charset="0"/>
                <a:cs typeface="Times New Roman" panose="02020603050405020304" pitchFamily="18" charset="0"/>
              </a:rPr>
              <a:t>AI #2 Answer: </a:t>
            </a:r>
          </a:p>
          <a:p>
            <a:pPr lvl="1"/>
            <a:r>
              <a:rPr lang="en-US" kern="100" dirty="0">
                <a:latin typeface="Calibri" panose="020F0502020204030204" pitchFamily="34" charset="0"/>
                <a:ea typeface="Calibri" panose="020F0502020204030204" pitchFamily="34" charset="0"/>
                <a:cs typeface="Times New Roman" panose="02020603050405020304" pitchFamily="18" charset="0"/>
              </a:rPr>
              <a:t>The tax capital account is credited for the adjusted basis of the contributed property, $30,000. The tax capital account is debited for the liability assumed by the partnership, $20,000 so the tax capital account amount is $30,000 - $20,000 = </a:t>
            </a:r>
            <a:r>
              <a:rPr lang="en-US" b="1" kern="100" dirty="0">
                <a:latin typeface="Calibri" panose="020F0502020204030204" pitchFamily="34" charset="0"/>
                <a:ea typeface="Calibri" panose="020F0502020204030204" pitchFamily="34" charset="0"/>
                <a:cs typeface="Times New Roman" panose="02020603050405020304" pitchFamily="18" charset="0"/>
              </a:rPr>
              <a:t>$10,000</a:t>
            </a:r>
          </a:p>
          <a:p>
            <a:pPr lvl="1"/>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r>
              <a:rPr lang="en-US" sz="2000" dirty="0"/>
              <a:t>Regardless of any current weaknesses, which are diminishing, I highly recommend that you explore and become familiar with one or multiple LLMs—Chat, Gemini, Claude, etc.—and use them during the semester.</a:t>
            </a:r>
          </a:p>
        </p:txBody>
      </p:sp>
      <p:sp>
        <p:nvSpPr>
          <p:cNvPr id="3" name="Title 2">
            <a:extLst>
              <a:ext uri="{FF2B5EF4-FFF2-40B4-BE49-F238E27FC236}">
                <a16:creationId xmlns:a16="http://schemas.microsoft.com/office/drawing/2014/main" id="{C662B330-8437-43F4-DCB3-08C38F5BE6F4}"/>
              </a:ext>
            </a:extLst>
          </p:cNvPr>
          <p:cNvSpPr>
            <a:spLocks noGrp="1"/>
          </p:cNvSpPr>
          <p:nvPr>
            <p:ph type="title"/>
          </p:nvPr>
        </p:nvSpPr>
        <p:spPr/>
        <p:txBody>
          <a:bodyPr/>
          <a:lstStyle/>
          <a:p>
            <a:r>
              <a:rPr lang="en-US" dirty="0"/>
              <a:t>ChatGPT: Not quite ready for tax prime time, yet</a:t>
            </a:r>
          </a:p>
        </p:txBody>
      </p:sp>
      <p:sp>
        <p:nvSpPr>
          <p:cNvPr id="4" name="Slide Number Placeholder 3">
            <a:extLst>
              <a:ext uri="{FF2B5EF4-FFF2-40B4-BE49-F238E27FC236}">
                <a16:creationId xmlns:a16="http://schemas.microsoft.com/office/drawing/2014/main" id="{02743C13-5A12-7C6B-1789-795B4474A844}"/>
              </a:ext>
            </a:extLst>
          </p:cNvPr>
          <p:cNvSpPr>
            <a:spLocks noGrp="1"/>
          </p:cNvSpPr>
          <p:nvPr>
            <p:ph type="sldNum" sz="quarter" idx="10"/>
          </p:nvPr>
        </p:nvSpPr>
        <p:spPr/>
        <p:txBody>
          <a:bodyPr/>
          <a:lstStyle/>
          <a:p>
            <a:fld id="{7B3E355C-57B9-BC4B-95D8-406A1F834537}" type="slidenum">
              <a:rPr lang="en-US" altLang="en-US" smtClean="0"/>
              <a:pPr/>
              <a:t>22</a:t>
            </a:fld>
            <a:endParaRPr lang="en-US" altLang="en-US" dirty="0"/>
          </a:p>
        </p:txBody>
      </p:sp>
      <p:sp>
        <p:nvSpPr>
          <p:cNvPr id="5" name="Footer Placeholder 4">
            <a:extLst>
              <a:ext uri="{FF2B5EF4-FFF2-40B4-BE49-F238E27FC236}">
                <a16:creationId xmlns:a16="http://schemas.microsoft.com/office/drawing/2014/main" id="{3762EC43-94F5-0823-A8EF-59E889F4B8E7}"/>
              </a:ext>
            </a:extLst>
          </p:cNvPr>
          <p:cNvSpPr>
            <a:spLocks noGrp="1"/>
          </p:cNvSpPr>
          <p:nvPr>
            <p:ph type="ftr" sz="quarter" idx="11"/>
          </p:nvPr>
        </p:nvSpPr>
        <p:spPr/>
        <p:txBody>
          <a:bodyPr/>
          <a:lstStyle/>
          <a:p>
            <a:pPr>
              <a:defRPr/>
            </a:pPr>
            <a:r>
              <a:rPr lang="en-US"/>
              <a:t>Introduction</a:t>
            </a:r>
            <a:endParaRPr lang="en-US" dirty="0"/>
          </a:p>
        </p:txBody>
      </p:sp>
      <p:sp>
        <p:nvSpPr>
          <p:cNvPr id="6" name="Content Placeholder 1">
            <a:extLst>
              <a:ext uri="{FF2B5EF4-FFF2-40B4-BE49-F238E27FC236}">
                <a16:creationId xmlns:a16="http://schemas.microsoft.com/office/drawing/2014/main" id="{55C7F530-1931-B288-86B0-A48000947728}"/>
              </a:ext>
            </a:extLst>
          </p:cNvPr>
          <p:cNvSpPr txBox="1">
            <a:spLocks/>
          </p:cNvSpPr>
          <p:nvPr/>
        </p:nvSpPr>
        <p:spPr>
          <a:xfrm>
            <a:off x="512064" y="518741"/>
            <a:ext cx="11277600" cy="5812064"/>
          </a:xfrm>
          <a:prstGeom prst="rect">
            <a:avLst/>
          </a:prstGeom>
        </p:spPr>
        <p:txBody>
          <a:bodyPr/>
          <a:lstStyle>
            <a:lvl1pPr marL="228600" indent="-228600" algn="just" defTabSz="914400" rtl="0" eaLnBrk="1" fontAlgn="base" latinLnBrk="0" hangingPunct="1">
              <a:spcBef>
                <a:spcPct val="20000"/>
              </a:spcBef>
              <a:spcAft>
                <a:spcPct val="0"/>
              </a:spcAft>
              <a:buClr>
                <a:srgbClr val="B01C2E"/>
              </a:buClr>
              <a:buSzPct val="60000"/>
              <a:buFont typeface="Wingdings 2" pitchFamily="18" charset="2"/>
              <a:buChar char=""/>
              <a:defRPr lang="en-US" sz="2400" kern="1200" dirty="0">
                <a:solidFill>
                  <a:schemeClr val="tx1"/>
                </a:solidFill>
                <a:latin typeface="Calibri" charset="0"/>
                <a:ea typeface="Calibri" charset="0"/>
                <a:cs typeface="Calibri" charset="0"/>
              </a:defRPr>
            </a:lvl1pPr>
            <a:lvl2pPr marL="457200" indent="-228600" algn="just" rtl="0" eaLnBrk="1" fontAlgn="base" hangingPunct="1">
              <a:spcBef>
                <a:spcPct val="20000"/>
              </a:spcBef>
              <a:spcAft>
                <a:spcPct val="0"/>
              </a:spcAft>
              <a:buClr>
                <a:srgbClr val="B01C2E"/>
              </a:buClr>
              <a:buSzPct val="60000"/>
              <a:buFont typeface="Wingdings" charset="2"/>
              <a:buChar char="Ø"/>
              <a:defRPr lang="en-US" sz="2000" kern="1200" dirty="0" smtClean="0">
                <a:solidFill>
                  <a:schemeClr val="tx1"/>
                </a:solidFill>
                <a:latin typeface="Calibri" charset="0"/>
                <a:ea typeface="Calibri" charset="0"/>
                <a:cs typeface="Calibri" charset="0"/>
              </a:defRPr>
            </a:lvl2pPr>
            <a:lvl3pPr marL="685800" indent="-228600" algn="just" rtl="0" eaLnBrk="1" fontAlgn="base" hangingPunct="1">
              <a:spcBef>
                <a:spcPct val="20000"/>
              </a:spcBef>
              <a:spcAft>
                <a:spcPct val="0"/>
              </a:spcAft>
              <a:buClr>
                <a:srgbClr val="B01C2E"/>
              </a:buClr>
              <a:buSzPct val="60000"/>
              <a:buFont typeface="Courier New" charset="0"/>
              <a:buChar char="o"/>
              <a:defRPr lang="en-US" sz="2000" kern="1200" baseline="0" dirty="0" smtClean="0">
                <a:solidFill>
                  <a:schemeClr val="tx1"/>
                </a:solidFill>
                <a:latin typeface="Calibri" charset="0"/>
                <a:ea typeface="Calibri" charset="0"/>
                <a:cs typeface="Calibri" charset="0"/>
              </a:defRPr>
            </a:lvl3pPr>
            <a:lvl4pPr marL="914400" indent="-228600" algn="just" rtl="0" eaLnBrk="1" fontAlgn="base" hangingPunct="1">
              <a:spcBef>
                <a:spcPct val="20000"/>
              </a:spcBef>
              <a:spcAft>
                <a:spcPct val="0"/>
              </a:spcAft>
              <a:buClr>
                <a:srgbClr val="B01C2E"/>
              </a:buClr>
              <a:buSzPct val="60000"/>
              <a:buFont typeface="Arial" charset="0"/>
              <a:buChar char="•"/>
              <a:defRPr lang="en-US" sz="1800" kern="1200" baseline="0" dirty="0" smtClean="0">
                <a:solidFill>
                  <a:schemeClr val="tx1"/>
                </a:solidFill>
                <a:latin typeface="Calibri" charset="0"/>
                <a:ea typeface="Calibri" charset="0"/>
                <a:cs typeface="Calibri" charset="0"/>
              </a:defRPr>
            </a:lvl4pPr>
            <a:lvl5pPr marL="1143000" indent="-228600" algn="just" rtl="0" eaLnBrk="1" fontAlgn="base" hangingPunct="1">
              <a:spcBef>
                <a:spcPct val="20000"/>
              </a:spcBef>
              <a:spcAft>
                <a:spcPct val="0"/>
              </a:spcAft>
              <a:buClr>
                <a:srgbClr val="B01C2E"/>
              </a:buClr>
              <a:buSzPct val="60000"/>
              <a:buFont typeface="Calibri" pitchFamily="34" charset="0"/>
              <a:buChar char="–"/>
              <a:defRPr lang="en-US" sz="1800" kern="1200" dirty="0" smtClean="0">
                <a:solidFill>
                  <a:schemeClr val="tx1"/>
                </a:solidFill>
                <a:latin typeface="Calibri" charset="0"/>
                <a:ea typeface="Calibri" charset="0"/>
                <a:cs typeface="Calibri"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cxnSp>
        <p:nvCxnSpPr>
          <p:cNvPr id="7" name="Straight Arrow Connector 6">
            <a:extLst>
              <a:ext uri="{FF2B5EF4-FFF2-40B4-BE49-F238E27FC236}">
                <a16:creationId xmlns:a16="http://schemas.microsoft.com/office/drawing/2014/main" id="{6D583DA8-9662-84AD-61BE-CEF42BD32C48}"/>
              </a:ext>
            </a:extLst>
          </p:cNvPr>
          <p:cNvCxnSpPr>
            <a:cxnSpLocks/>
          </p:cNvCxnSpPr>
          <p:nvPr/>
        </p:nvCxnSpPr>
        <p:spPr>
          <a:xfrm flipH="1" flipV="1">
            <a:off x="2015836" y="3224727"/>
            <a:ext cx="2957253" cy="512722"/>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CB35410A-69BC-ACC2-89A7-06A737B4A98B}"/>
              </a:ext>
            </a:extLst>
          </p:cNvPr>
          <p:cNvCxnSpPr>
            <a:cxnSpLocks/>
          </p:cNvCxnSpPr>
          <p:nvPr/>
        </p:nvCxnSpPr>
        <p:spPr>
          <a:xfrm>
            <a:off x="4973089" y="3752108"/>
            <a:ext cx="829106" cy="916339"/>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7D72886E-D836-12B6-7526-E1E23E66CF0C}"/>
              </a:ext>
            </a:extLst>
          </p:cNvPr>
          <p:cNvSpPr/>
          <p:nvPr/>
        </p:nvSpPr>
        <p:spPr>
          <a:xfrm>
            <a:off x="4973089" y="3424773"/>
            <a:ext cx="3349752" cy="53880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ln w="0"/>
                <a:solidFill>
                  <a:schemeClr val="tx2"/>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Which is correct?</a:t>
            </a:r>
            <a:endParaRPr lang="en-US" sz="1800" dirty="0">
              <a:solidFill>
                <a:schemeClr val="tx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7832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1" animBg="1"/>
    </p:bldLst>
  </p:timing>
</p:sld>
</file>

<file path=ppt/theme/theme1.xml><?xml version="1.0" encoding="utf-8"?>
<a:theme xmlns:a="http://schemas.openxmlformats.org/drawingml/2006/main" name="CG Body - Standard">
  <a:themeElements>
    <a:clrScheme name="CGSH">
      <a:dk1>
        <a:sysClr val="windowText" lastClr="000000"/>
      </a:dk1>
      <a:lt1>
        <a:sysClr val="window" lastClr="FFFFFF"/>
      </a:lt1>
      <a:dk2>
        <a:srgbClr val="000000"/>
      </a:dk2>
      <a:lt2>
        <a:srgbClr val="FFFFFF"/>
      </a:lt2>
      <a:accent1>
        <a:srgbClr val="B01C2E"/>
      </a:accent1>
      <a:accent2>
        <a:srgbClr val="4B2942"/>
      </a:accent2>
      <a:accent3>
        <a:srgbClr val="002F5F"/>
      </a:accent3>
      <a:accent4>
        <a:srgbClr val="495B25"/>
      </a:accent4>
      <a:accent5>
        <a:srgbClr val="E66402"/>
      </a:accent5>
      <a:accent6>
        <a:srgbClr val="FF9933"/>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T_COE_16" id="{671586AA-9BBF-BE44-880F-D824A4D8FE5E}" vid="{5A5CEC7A-9E78-BE40-8F14-2D245F9926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7659</TotalTime>
  <Words>1404</Words>
  <Application>Microsoft Macintosh PowerPoint</Application>
  <PresentationFormat>Widescreen</PresentationFormat>
  <Paragraphs>192</Paragraphs>
  <Slides>22</Slides>
  <Notes>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22</vt:i4>
      </vt:variant>
    </vt:vector>
  </HeadingPairs>
  <TitlesOfParts>
    <vt:vector size="33" baseType="lpstr">
      <vt:lpstr>ＭＳ Ｐゴシック</vt:lpstr>
      <vt:lpstr>NSimSun</vt:lpstr>
      <vt:lpstr>Arial</vt:lpstr>
      <vt:lpstr>Calibri</vt:lpstr>
      <vt:lpstr>Courier New</vt:lpstr>
      <vt:lpstr>Times</vt:lpstr>
      <vt:lpstr>Times New Roman</vt:lpstr>
      <vt:lpstr>Verdana</vt:lpstr>
      <vt:lpstr>Wingdings</vt:lpstr>
      <vt:lpstr>Wingdings 2</vt:lpstr>
      <vt:lpstr>CG Body - Standard</vt:lpstr>
      <vt:lpstr>Corporate Taxation</vt:lpstr>
      <vt:lpstr>Administrative Details</vt:lpstr>
      <vt:lpstr>Course Goals</vt:lpstr>
      <vt:lpstr>  Promulgating, Interpreting, and Administering U.S. Tax Law </vt:lpstr>
      <vt:lpstr>Legislative Branch</vt:lpstr>
      <vt:lpstr>Legislative History Example (TCJA 2017 and OBBBA): Section 163(j)</vt:lpstr>
      <vt:lpstr>Executive Branch</vt:lpstr>
      <vt:lpstr>Judicial Branch</vt:lpstr>
      <vt:lpstr>Internal Revenue Code and Regulations</vt:lpstr>
      <vt:lpstr>Business Entity Returns by Types (1980-2021)</vt:lpstr>
      <vt:lpstr>Share of Total Business Tax Returns by Type (1980-2021)</vt:lpstr>
      <vt:lpstr>Partnership Returns</vt:lpstr>
      <vt:lpstr>Source of Federal Revenue</vt:lpstr>
      <vt:lpstr>Federal Receipts as Share of Total Receipts: 1950-2021</vt:lpstr>
      <vt:lpstr>Net Income of Business Tax Returns by Types by Percent of Total (1980-2015)</vt:lpstr>
      <vt:lpstr>Net Income by Business Entity</vt:lpstr>
      <vt:lpstr>Total Number of Corporate Returns</vt:lpstr>
      <vt:lpstr>Returns of Active Corporations: 2021 ($ in ‘000s, except Total Assets)</vt:lpstr>
      <vt:lpstr>Current Personal, Corporate, and Tariff Receipts</vt:lpstr>
      <vt:lpstr>Overview of Class</vt:lpstr>
      <vt:lpstr>Overview of Federal Taxation of Business Income</vt:lpstr>
      <vt:lpstr>ChatGPT: Not quite ready for tax prime time, yet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Corporate Taxation</dc:title>
  <dc:creator>J Colon</dc:creator>
  <cp:lastModifiedBy>Colon, Jeffrey M.</cp:lastModifiedBy>
  <cp:revision>73</cp:revision>
  <dcterms:created xsi:type="dcterms:W3CDTF">2016-08-01T04:04:31Z</dcterms:created>
  <dcterms:modified xsi:type="dcterms:W3CDTF">2025-12-28T22:15:38Z</dcterms:modified>
</cp:coreProperties>
</file>